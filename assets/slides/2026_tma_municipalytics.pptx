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3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  <p:sldMasterId id="2147483763" r:id="rId5"/>
    <p:sldMasterId id="2147483748" r:id="rId6"/>
    <p:sldMasterId id="2147483778" r:id="rId7"/>
  </p:sldMasterIdLst>
  <p:notesMasterIdLst>
    <p:notesMasterId r:id="rId42"/>
  </p:notesMasterIdLst>
  <p:sldIdLst>
    <p:sldId id="259" r:id="rId8"/>
    <p:sldId id="2594" r:id="rId9"/>
    <p:sldId id="2609" r:id="rId10"/>
    <p:sldId id="2616" r:id="rId11"/>
    <p:sldId id="2580" r:id="rId12"/>
    <p:sldId id="2597" r:id="rId13"/>
    <p:sldId id="2602" r:id="rId14"/>
    <p:sldId id="2604" r:id="rId15"/>
    <p:sldId id="2605" r:id="rId16"/>
    <p:sldId id="2606" r:id="rId17"/>
    <p:sldId id="2587" r:id="rId18"/>
    <p:sldId id="2585" r:id="rId19"/>
    <p:sldId id="2617" r:id="rId20"/>
    <p:sldId id="2600" r:id="rId21"/>
    <p:sldId id="2607" r:id="rId22"/>
    <p:sldId id="2601" r:id="rId23"/>
    <p:sldId id="2584" r:id="rId24"/>
    <p:sldId id="2586" r:id="rId25"/>
    <p:sldId id="2603" r:id="rId26"/>
    <p:sldId id="2596" r:id="rId27"/>
    <p:sldId id="2613" r:id="rId28"/>
    <p:sldId id="2615" r:id="rId29"/>
    <p:sldId id="2589" r:id="rId30"/>
    <p:sldId id="2612" r:id="rId31"/>
    <p:sldId id="2611" r:id="rId32"/>
    <p:sldId id="2591" r:id="rId33"/>
    <p:sldId id="2610" r:id="rId34"/>
    <p:sldId id="2592" r:id="rId35"/>
    <p:sldId id="2608" r:id="rId36"/>
    <p:sldId id="2588" r:id="rId37"/>
    <p:sldId id="2593" r:id="rId38"/>
    <p:sldId id="2590" r:id="rId39"/>
    <p:sldId id="2618" r:id="rId40"/>
    <p:sldId id="261" r:id="rId41"/>
  </p:sldIdLst>
  <p:sldSz cx="12192000" cy="6858000"/>
  <p:notesSz cx="6858000" cy="9144000"/>
  <p:defaultTextStyle>
    <a:defPPr>
      <a:defRPr lang="de-DE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FC25D21-F099-73FA-0B63-3D208522AD8C}" name="Lena Thalhammer" initials="LT" userId="S::lena.thalhammer@it-u.at::6cce60a2-0a67-4105-a99f-c06d38fe160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C0DF90-BB11-6879-F465-859F2F7CC84F}" v="1768" dt="2026-06-30T09:48:34.773"/>
    <p1510:client id="{37980540-1758-8E44-D216-9272BCD09B90}" v="4859" dt="2026-07-01T13:22:25.436"/>
    <p1510:client id="{511CCB5D-F7F6-8517-178A-9C39FDD7AB34}" v="356" dt="2026-07-01T22:45:17.5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notesMaster" Target="notesMasters/notesMaster1.xml"/><Relationship Id="rId47" Type="http://schemas.microsoft.com/office/2015/10/relationships/revisionInfo" Target="revisionInfo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presProps" Target="presProps.xml"/><Relationship Id="rId48" Type="http://schemas.microsoft.com/office/2018/10/relationships/authors" Target="author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tableStyles" Target="tableStyles.xml"/><Relationship Id="rId20" Type="http://schemas.openxmlformats.org/officeDocument/2006/relationships/slide" Target="slides/slide13.xml"/><Relationship Id="rId41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6467D-DAEC-492D-914B-36ABEB175BAB}" type="datetimeFigureOut">
              <a:rPr lang="de-AT" smtClean="0"/>
              <a:t>01.07.2026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0FD5D8-9C95-44B2-8598-96AB1A703BD6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90744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0FD5D8-9C95-44B2-8598-96AB1A703BD6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25402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6.sv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F566F21F-7D20-4B09-9E9D-6524144E43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63076" y="1700214"/>
            <a:ext cx="3736612" cy="2770842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0BB17B9D-8C7F-837B-8397-CFBDB1B135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700713" cy="5700713"/>
          </a:xfrm>
          <a:prstGeom prst="rect">
            <a:avLst/>
          </a:prstGeom>
        </p:spPr>
      </p:pic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AC8D3974-AE6A-BAD5-0E6F-701F0DB6893F}"/>
              </a:ext>
            </a:extLst>
          </p:cNvPr>
          <p:cNvGrpSpPr/>
          <p:nvPr userDrawn="1"/>
        </p:nvGrpSpPr>
        <p:grpSpPr>
          <a:xfrm>
            <a:off x="10782612" y="6388252"/>
            <a:ext cx="1422000" cy="284400"/>
            <a:chOff x="10770000" y="6171214"/>
            <a:chExt cx="1422000" cy="284400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75566676-8CF9-148E-5FD5-343DD65542A4}"/>
                </a:ext>
              </a:extLst>
            </p:cNvPr>
            <p:cNvSpPr/>
            <p:nvPr userDrawn="1"/>
          </p:nvSpPr>
          <p:spPr>
            <a:xfrm>
              <a:off x="10770000" y="6171214"/>
              <a:ext cx="1422000" cy="2844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573F7734-A30E-FAD4-B6D3-39B58D169DE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0917126" y="6201145"/>
              <a:ext cx="764540" cy="1955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68688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067" userDrawn="1">
          <p15:clr>
            <a:srgbClr val="FBAE40"/>
          </p15:clr>
        </p15:guide>
        <p15:guide id="3" pos="6425" userDrawn="1">
          <p15:clr>
            <a:srgbClr val="FBAE40"/>
          </p15:clr>
        </p15:guide>
        <p15:guide id="4" pos="6788" userDrawn="1">
          <p15:clr>
            <a:srgbClr val="FBAE40"/>
          </p15:clr>
        </p15:guide>
        <p15:guide id="5" orient="horz" pos="4020" userDrawn="1">
          <p15:clr>
            <a:srgbClr val="FBAE40"/>
          </p15:clr>
        </p15:guide>
        <p15:guide id="6" orient="horz" pos="4201" userDrawn="1">
          <p15:clr>
            <a:srgbClr val="FBAE40"/>
          </p15:clr>
        </p15:guide>
        <p15:guide id="11" orient="horz" pos="2795" userDrawn="1">
          <p15:clr>
            <a:srgbClr val="FBAE40"/>
          </p15:clr>
        </p15:guide>
        <p15:guide id="12" pos="3591" userDrawn="1">
          <p15:clr>
            <a:srgbClr val="FBAE40"/>
          </p15:clr>
        </p15:guide>
        <p15:guide id="13" orient="horz" pos="3589" userDrawn="1">
          <p15:clr>
            <a:srgbClr val="FBAE40"/>
          </p15:clr>
        </p15:guide>
        <p15:guide id="14" orient="horz" pos="107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+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F52236E9-1C32-1999-D1CA-8F78124732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1600"/>
            <a:ext cx="4953000" cy="49530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F566F21F-7D20-4B09-9E9D-6524144E43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8395" y="4977892"/>
            <a:ext cx="2228850" cy="1652778"/>
          </a:xfrm>
          <a:prstGeom prst="rect">
            <a:avLst/>
          </a:prstGeom>
        </p:spPr>
      </p:pic>
      <p:sp>
        <p:nvSpPr>
          <p:cNvPr id="2" name="Titel 6">
            <a:extLst>
              <a:ext uri="{FF2B5EF4-FFF2-40B4-BE49-F238E27FC236}">
                <a16:creationId xmlns:a16="http://schemas.microsoft.com/office/drawing/2014/main" id="{B8B57418-4493-200A-46F2-44CB919B98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35639" y="1455441"/>
            <a:ext cx="5868986" cy="1002010"/>
          </a:xfrm>
        </p:spPr>
        <p:txBody>
          <a:bodyPr lIns="0" tIns="0" rIns="0" bIns="0" anchor="b" anchorCtr="0">
            <a:noAutofit/>
          </a:bodyPr>
          <a:lstStyle>
            <a:lvl1pPr>
              <a:defRPr cap="all" baseline="0"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808621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613" userDrawn="1">
          <p15:clr>
            <a:srgbClr val="FBAE40"/>
          </p15:clr>
        </p15:guide>
        <p15:guide id="3" orient="horz" pos="913" userDrawn="1">
          <p15:clr>
            <a:srgbClr val="FBAE40"/>
          </p15:clr>
        </p15:guide>
        <p15:guide id="4" orient="horz" pos="1548" userDrawn="1">
          <p15:clr>
            <a:srgbClr val="FBAE40"/>
          </p15:clr>
        </p15:guide>
        <p15:guide id="5" pos="6063" userDrawn="1">
          <p15:clr>
            <a:srgbClr val="FBAE40"/>
          </p15:clr>
        </p15:guide>
        <p15:guide id="6" orient="horz" pos="3135" userDrawn="1">
          <p15:clr>
            <a:srgbClr val="FBAE40"/>
          </p15:clr>
        </p15:guide>
        <p15:guide id="7" pos="3114" userDrawn="1">
          <p15:clr>
            <a:srgbClr val="FBAE40"/>
          </p15:clr>
        </p15:guide>
        <p15:guide id="8" orient="horz" pos="340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+Headline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F52236E9-1C32-1999-D1CA-8F78124732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1600"/>
            <a:ext cx="4953000" cy="49530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F566F21F-7D20-4B09-9E9D-6524144E43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8395" y="4977892"/>
            <a:ext cx="2228850" cy="1652778"/>
          </a:xfrm>
          <a:prstGeom prst="rect">
            <a:avLst/>
          </a:prstGeom>
        </p:spPr>
      </p:pic>
      <p:sp>
        <p:nvSpPr>
          <p:cNvPr id="2" name="Titel 6">
            <a:extLst>
              <a:ext uri="{FF2B5EF4-FFF2-40B4-BE49-F238E27FC236}">
                <a16:creationId xmlns:a16="http://schemas.microsoft.com/office/drawing/2014/main" id="{B8B57418-4493-200A-46F2-44CB919B98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35639" y="1455441"/>
            <a:ext cx="5868986" cy="1002010"/>
          </a:xfrm>
        </p:spPr>
        <p:txBody>
          <a:bodyPr lIns="0" tIns="0" rIns="0" bIns="0" anchor="b" anchorCtr="0">
            <a:noAutofit/>
          </a:bodyPr>
          <a:lstStyle>
            <a:lvl1pPr>
              <a:defRPr cap="all" baseline="0"/>
            </a:lvl1pPr>
          </a:lstStyle>
          <a:p>
            <a:r>
              <a:rPr lang="de-DE"/>
              <a:t>Click to </a:t>
            </a:r>
            <a:r>
              <a:rPr lang="de-DE" err="1"/>
              <a:t>add</a:t>
            </a:r>
            <a:r>
              <a:rPr lang="de-DE"/>
              <a:t> title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76DFFC2-2051-3448-15D9-F3104395077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35638" y="2816225"/>
            <a:ext cx="5868987" cy="2160589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Click to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subtitle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94384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613" userDrawn="1">
          <p15:clr>
            <a:srgbClr val="FBAE40"/>
          </p15:clr>
        </p15:guide>
        <p15:guide id="3" orient="horz" pos="913" userDrawn="1">
          <p15:clr>
            <a:srgbClr val="FBAE40"/>
          </p15:clr>
        </p15:guide>
        <p15:guide id="4" orient="horz" pos="1548" userDrawn="1">
          <p15:clr>
            <a:srgbClr val="FBAE40"/>
          </p15:clr>
        </p15:guide>
        <p15:guide id="5" pos="6063" userDrawn="1">
          <p15:clr>
            <a:srgbClr val="FBAE40"/>
          </p15:clr>
        </p15:guide>
        <p15:guide id="6" orient="horz" pos="3135" userDrawn="1">
          <p15:clr>
            <a:srgbClr val="FBAE40"/>
          </p15:clr>
        </p15:guide>
        <p15:guide id="7" pos="3114" userDrawn="1">
          <p15:clr>
            <a:srgbClr val="FBAE40"/>
          </p15:clr>
        </p15:guide>
        <p15:guide id="8" orient="horz" pos="3407" userDrawn="1">
          <p15:clr>
            <a:srgbClr val="FBAE40"/>
          </p15:clr>
        </p15:guide>
        <p15:guide id="9" orient="horz" pos="177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+Headlin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1B084534-1EF6-37AC-E7EE-F1C8A5ACB5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35638" y="1455441"/>
            <a:ext cx="5868987" cy="1002010"/>
          </a:xfrm>
        </p:spPr>
        <p:txBody>
          <a:bodyPr lIns="0" tIns="0" rIns="0" bIns="0" anchor="b" anchorCtr="0">
            <a:noAutofit/>
          </a:bodyPr>
          <a:lstStyle>
            <a:lvl1pPr>
              <a:defRPr cap="all" baseline="0"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title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C398BAD1-C5FA-DD02-B31C-2AAD3CB18D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1600"/>
            <a:ext cx="4953000" cy="4953000"/>
          </a:xfrm>
          <a:prstGeom prst="rect">
            <a:avLst/>
          </a:prstGeom>
        </p:spPr>
      </p:pic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AD6F4836-CC8E-813C-7E81-47D264E39C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35638" y="2816225"/>
            <a:ext cx="5868986" cy="3673474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780938F1-C216-7EAD-DFF2-9C3CA719EE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3044" y="6356348"/>
            <a:ext cx="785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bg1">
                    <a:lumMod val="6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" name="Grafik 2" descr="Ein Bild, das Symbol, Schrift, Grafiken, Design enthält.&#10;&#10;Automatisch generierte Beschreibung">
            <a:extLst>
              <a:ext uri="{FF2B5EF4-FFF2-40B4-BE49-F238E27FC236}">
                <a16:creationId xmlns:a16="http://schemas.microsoft.com/office/drawing/2014/main" id="{8BA7D891-8642-E46F-2236-5F3DF6A6148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02984" y="138407"/>
            <a:ext cx="1245100" cy="56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518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3" userDrawn="1">
          <p15:clr>
            <a:srgbClr val="FBAE40"/>
          </p15:clr>
        </p15:guide>
        <p15:guide id="2" pos="3613" userDrawn="1">
          <p15:clr>
            <a:srgbClr val="FBAE40"/>
          </p15:clr>
        </p15:guide>
        <p15:guide id="3" orient="horz" pos="1548" userDrawn="1">
          <p15:clr>
            <a:srgbClr val="FBAE40"/>
          </p15:clr>
        </p15:guide>
        <p15:guide id="4" orient="horz" pos="1774" userDrawn="1">
          <p15:clr>
            <a:srgbClr val="FBAE40"/>
          </p15:clr>
        </p15:guide>
        <p15:guide id="10" orient="horz" pos="4156" userDrawn="1">
          <p15:clr>
            <a:srgbClr val="FBAE40"/>
          </p15:clr>
        </p15:guide>
        <p15:guide id="11" orient="horz" pos="4088" userDrawn="1">
          <p15:clr>
            <a:srgbClr val="FBAE40"/>
          </p15:clr>
        </p15:guide>
        <p15:guide id="13" pos="6063" userDrawn="1">
          <p15:clr>
            <a:srgbClr val="FBAE40"/>
          </p15:clr>
        </p15:guide>
        <p15:guide id="14" orient="horz" pos="300" userDrawn="1">
          <p15:clr>
            <a:srgbClr val="FBAE40"/>
          </p15:clr>
        </p15:guide>
        <p15:guide id="15" pos="3114" userDrawn="1">
          <p15:clr>
            <a:srgbClr val="FBAE40"/>
          </p15:clr>
        </p15:guide>
        <p15:guide id="16" orient="horz" pos="3407" userDrawn="1">
          <p15:clr>
            <a:srgbClr val="FBAE40"/>
          </p15:clr>
        </p15:guide>
        <p15:guide id="17" orient="horz" pos="436" userDrawn="1">
          <p15:clr>
            <a:srgbClr val="FBAE40"/>
          </p15:clr>
        </p15:guide>
        <p15:guide id="18" pos="565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line+Bullet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91435F-D0EF-A95A-E91D-AB966D38E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5083" y="692150"/>
            <a:ext cx="10609542" cy="1512743"/>
          </a:xfrm>
        </p:spPr>
        <p:txBody>
          <a:bodyPr/>
          <a:lstStyle>
            <a:lvl1pPr>
              <a:defRPr b="1" i="0" baseline="0"/>
            </a:lvl1pPr>
          </a:lstStyle>
          <a:p>
            <a:r>
              <a:rPr lang="de-DE"/>
              <a:t>CLICK TO ADD TITLE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CF0BA4-D894-12E1-B811-59A84E5665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95083" y="2544172"/>
            <a:ext cx="10609542" cy="3945528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982662" cy="447846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2DC995-AF97-F11B-EA8A-A788644BCE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2360" y="6356348"/>
            <a:ext cx="8157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bg1">
                    <a:lumMod val="6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4" name="Grafik 3" descr="Ein Bild, das Symbol, Schrift, Grafiken, Design enthält.&#10;&#10;Automatisch generierte Beschreibung">
            <a:extLst>
              <a:ext uri="{FF2B5EF4-FFF2-40B4-BE49-F238E27FC236}">
                <a16:creationId xmlns:a16="http://schemas.microsoft.com/office/drawing/2014/main" id="{54D828C7-EA6B-FDD2-2E21-BE06DD0E5A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02984" y="138407"/>
            <a:ext cx="1245100" cy="56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743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5" orient="horz" pos="1389" userDrawn="1">
          <p15:clr>
            <a:srgbClr val="FBAE40"/>
          </p15:clr>
        </p15:guide>
        <p15:guide id="6" orient="horz" pos="1593" userDrawn="1">
          <p15:clr>
            <a:srgbClr val="FBAE40"/>
          </p15:clr>
        </p15:guide>
        <p15:guide id="7" pos="565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lin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91435F-D0EF-A95A-E91D-AB966D38E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5083" y="692150"/>
            <a:ext cx="10609542" cy="724161"/>
          </a:xfrm>
        </p:spPr>
        <p:txBody>
          <a:bodyPr/>
          <a:lstStyle>
            <a:lvl1pPr>
              <a:defRPr b="1" i="0" baseline="0"/>
            </a:lvl1pPr>
          </a:lstStyle>
          <a:p>
            <a:r>
              <a:rPr lang="de-DE"/>
              <a:t>CLICK TO ADD TITLE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CF0BA4-D894-12E1-B811-59A84E5665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95083" y="1677660"/>
            <a:ext cx="10609542" cy="4812040"/>
          </a:xfrm>
        </p:spPr>
        <p:txBody>
          <a:bodyPr/>
          <a:lstStyle>
            <a:lvl1pPr marL="0" indent="0">
              <a:buClr>
                <a:schemeClr val="accent4"/>
              </a:buClr>
              <a:buNone/>
              <a:defRPr/>
            </a:lvl1pPr>
            <a:lvl2pPr marL="457200" indent="0">
              <a:buClr>
                <a:schemeClr val="accent4"/>
              </a:buClr>
              <a:buNone/>
              <a:defRPr/>
            </a:lvl2pPr>
            <a:lvl3pPr marL="914400" indent="0">
              <a:buClr>
                <a:schemeClr val="accent4"/>
              </a:buClr>
              <a:buNone/>
              <a:defRPr/>
            </a:lvl3pPr>
            <a:lvl4pPr marL="1371600" indent="0">
              <a:buClr>
                <a:schemeClr val="accent4"/>
              </a:buClr>
              <a:buNone/>
              <a:defRPr/>
            </a:lvl4pPr>
            <a:lvl5pPr marL="1828800" indent="0">
              <a:buClr>
                <a:schemeClr val="accent4"/>
              </a:buClr>
              <a:buNone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982662" cy="447846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4F2A3B-453E-CD8F-A933-B6471C847F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8497" y="6356348"/>
            <a:ext cx="8095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bg1">
                    <a:lumMod val="6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4" name="Grafik 3" descr="Ein Bild, das Symbol, Schrift, Grafiken, Design enthält.&#10;&#10;Automatisch generierte Beschreibung">
            <a:extLst>
              <a:ext uri="{FF2B5EF4-FFF2-40B4-BE49-F238E27FC236}">
                <a16:creationId xmlns:a16="http://schemas.microsoft.com/office/drawing/2014/main" id="{AAFD08D7-D550-652B-82EE-C947BFC99C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02984" y="138407"/>
            <a:ext cx="1245100" cy="56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017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5" orient="horz" pos="1389" userDrawn="1">
          <p15:clr>
            <a:srgbClr val="FBAE40"/>
          </p15:clr>
        </p15:guide>
        <p15:guide id="6" orient="horz" pos="1593" userDrawn="1">
          <p15:clr>
            <a:srgbClr val="FBAE40"/>
          </p15:clr>
        </p15:guide>
        <p15:guide id="7" pos="565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+2 Spl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91435F-D0EF-A95A-E91D-AB966D38E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5083" y="692150"/>
            <a:ext cx="10609542" cy="1512743"/>
          </a:xfrm>
        </p:spPr>
        <p:txBody>
          <a:bodyPr/>
          <a:lstStyle>
            <a:lvl1pPr>
              <a:defRPr b="1" i="0" baseline="0"/>
            </a:lvl1pPr>
          </a:lstStyle>
          <a:p>
            <a:r>
              <a:rPr lang="de-DE"/>
              <a:t>CLICK TO ADD TITLE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CF0BA4-D894-12E1-B811-59A84E5665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95082" y="2544172"/>
            <a:ext cx="5100917" cy="3945528"/>
          </a:xfrm>
        </p:spPr>
        <p:txBody>
          <a:bodyPr/>
          <a:lstStyle>
            <a:lvl1pPr marL="0" indent="0">
              <a:buClr>
                <a:schemeClr val="accent4"/>
              </a:buClr>
              <a:buNone/>
              <a:defRPr/>
            </a:lvl1pPr>
            <a:lvl2pPr marL="457200" indent="0">
              <a:buClr>
                <a:schemeClr val="accent4"/>
              </a:buClr>
              <a:buNone/>
              <a:defRPr/>
            </a:lvl2pPr>
            <a:lvl3pPr marL="914400" indent="0">
              <a:buClr>
                <a:schemeClr val="accent4"/>
              </a:buClr>
              <a:buNone/>
              <a:defRPr/>
            </a:lvl3pPr>
            <a:lvl4pPr marL="1371600" indent="0">
              <a:buClr>
                <a:schemeClr val="accent4"/>
              </a:buClr>
              <a:buNone/>
              <a:defRPr/>
            </a:lvl4pPr>
            <a:lvl5pPr marL="1828800" indent="0">
              <a:buClr>
                <a:schemeClr val="accent4"/>
              </a:buClr>
              <a:buNone/>
              <a:defRPr/>
            </a:lvl5pPr>
          </a:lstStyle>
          <a:p>
            <a:pPr lvl="0"/>
            <a:r>
              <a:rPr lang="de-DE"/>
              <a:t>Click to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982662" cy="447846"/>
          </a:xfrm>
          <a:prstGeom prst="rect">
            <a:avLst/>
          </a:prstGeom>
        </p:spPr>
      </p:pic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B85C59BD-FB6C-4B76-30A2-4D4D38AE92B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463862" y="2544172"/>
            <a:ext cx="5140763" cy="3945528"/>
          </a:xfrm>
        </p:spPr>
        <p:txBody>
          <a:bodyPr/>
          <a:lstStyle>
            <a:lvl1pPr marL="0" indent="0">
              <a:buClr>
                <a:schemeClr val="accent4"/>
              </a:buClr>
              <a:buNone/>
              <a:defRPr/>
            </a:lvl1pPr>
            <a:lvl2pPr marL="457200" indent="0">
              <a:buClr>
                <a:schemeClr val="accent4"/>
              </a:buClr>
              <a:buNone/>
              <a:defRPr/>
            </a:lvl2pPr>
            <a:lvl3pPr marL="914400" indent="0">
              <a:buClr>
                <a:schemeClr val="accent4"/>
              </a:buClr>
              <a:buNone/>
              <a:defRPr/>
            </a:lvl3pPr>
            <a:lvl4pPr marL="1371600" indent="0">
              <a:buClr>
                <a:schemeClr val="accent4"/>
              </a:buClr>
              <a:buNone/>
              <a:defRPr/>
            </a:lvl4pPr>
            <a:lvl5pPr marL="1828800" indent="0">
              <a:buClr>
                <a:schemeClr val="accent4"/>
              </a:buClr>
              <a:buNone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5D3F79FC-84FD-D8D0-6236-E64D5DD6E0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2360" y="6356348"/>
            <a:ext cx="8157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bg1">
                    <a:lumMod val="6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4" name="Grafik 3" descr="Ein Bild, das Symbol, Schrift, Grafiken, Design enthält.&#10;&#10;Automatisch generierte Beschreibung">
            <a:extLst>
              <a:ext uri="{FF2B5EF4-FFF2-40B4-BE49-F238E27FC236}">
                <a16:creationId xmlns:a16="http://schemas.microsoft.com/office/drawing/2014/main" id="{8ED8F0DE-21F0-A573-A283-2F9599F3C9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02984" y="138407"/>
            <a:ext cx="1245100" cy="56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93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5" pos="3840" userDrawn="1">
          <p15:clr>
            <a:srgbClr val="FBAE40"/>
          </p15:clr>
        </p15:guide>
        <p15:guide id="6" pos="4067" userDrawn="1">
          <p15:clr>
            <a:srgbClr val="FBAE40"/>
          </p15:clr>
        </p15:guide>
        <p15:guide id="7" orient="horz" pos="1389" userDrawn="1">
          <p15:clr>
            <a:srgbClr val="FBAE40"/>
          </p15:clr>
        </p15:guide>
        <p15:guide id="8" orient="horz" pos="1593" userDrawn="1">
          <p15:clr>
            <a:srgbClr val="FBAE40"/>
          </p15:clr>
        </p15:guide>
        <p15:guide id="9" pos="565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+2 Spl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91435F-D0EF-A95A-E91D-AB966D38E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5083" y="692150"/>
            <a:ext cx="10609542" cy="615215"/>
          </a:xfrm>
        </p:spPr>
        <p:txBody>
          <a:bodyPr/>
          <a:lstStyle>
            <a:lvl1pPr>
              <a:defRPr b="1" i="0" baseline="0"/>
            </a:lvl1pPr>
          </a:lstStyle>
          <a:p>
            <a:r>
              <a:rPr lang="de-DE"/>
              <a:t>CLICK TO ADD TITLE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CF0BA4-D894-12E1-B811-59A84E5665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95082" y="1564304"/>
            <a:ext cx="5100917" cy="4925396"/>
          </a:xfrm>
        </p:spPr>
        <p:txBody>
          <a:bodyPr/>
          <a:lstStyle>
            <a:lvl1pPr marL="0" indent="0">
              <a:buClr>
                <a:schemeClr val="accent4"/>
              </a:buClr>
              <a:buNone/>
              <a:defRPr/>
            </a:lvl1pPr>
            <a:lvl2pPr marL="457200" indent="0">
              <a:buClr>
                <a:schemeClr val="accent4"/>
              </a:buClr>
              <a:buNone/>
              <a:defRPr/>
            </a:lvl2pPr>
            <a:lvl3pPr marL="914400" indent="0">
              <a:buClr>
                <a:schemeClr val="accent4"/>
              </a:buClr>
              <a:buNone/>
              <a:defRPr/>
            </a:lvl3pPr>
            <a:lvl4pPr marL="1371600" indent="0">
              <a:buClr>
                <a:schemeClr val="accent4"/>
              </a:buClr>
              <a:buNone/>
              <a:defRPr/>
            </a:lvl4pPr>
            <a:lvl5pPr marL="1828800" indent="0">
              <a:buClr>
                <a:schemeClr val="accent4"/>
              </a:buClr>
              <a:buNone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982662" cy="447846"/>
          </a:xfrm>
          <a:prstGeom prst="rect">
            <a:avLst/>
          </a:prstGeom>
        </p:spPr>
      </p:pic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B85C59BD-FB6C-4B76-30A2-4D4D38AE92B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463862" y="1564304"/>
            <a:ext cx="5140763" cy="4925396"/>
          </a:xfrm>
        </p:spPr>
        <p:txBody>
          <a:bodyPr/>
          <a:lstStyle>
            <a:lvl1pPr marL="0" indent="0">
              <a:buClr>
                <a:schemeClr val="accent4"/>
              </a:buClr>
              <a:buNone/>
              <a:defRPr/>
            </a:lvl1pPr>
            <a:lvl2pPr marL="457200" indent="0">
              <a:buClr>
                <a:schemeClr val="accent4"/>
              </a:buClr>
              <a:buNone/>
              <a:defRPr/>
            </a:lvl2pPr>
            <a:lvl3pPr marL="914400" indent="0">
              <a:buClr>
                <a:schemeClr val="accent4"/>
              </a:buClr>
              <a:buNone/>
              <a:defRPr/>
            </a:lvl3pPr>
            <a:lvl4pPr marL="1371600" indent="0">
              <a:buClr>
                <a:schemeClr val="accent4"/>
              </a:buClr>
              <a:buNone/>
              <a:defRPr/>
            </a:lvl4pPr>
            <a:lvl5pPr marL="1828800" indent="0">
              <a:buClr>
                <a:schemeClr val="accent4"/>
              </a:buClr>
              <a:buNone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5D3F79FC-84FD-D8D0-6236-E64D5DD6E0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2360" y="6356348"/>
            <a:ext cx="8157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bg1">
                    <a:lumMod val="6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4" name="Grafik 3" descr="Ein Bild, das Symbol, Schrift, Grafiken, Design enthält.&#10;&#10;Automatisch generierte Beschreibung">
            <a:extLst>
              <a:ext uri="{FF2B5EF4-FFF2-40B4-BE49-F238E27FC236}">
                <a16:creationId xmlns:a16="http://schemas.microsoft.com/office/drawing/2014/main" id="{08C53E1A-72AA-44C3-E7F0-17576DB7F3F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02984" y="138407"/>
            <a:ext cx="1245100" cy="56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949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>
          <p15:clr>
            <a:srgbClr val="FBAE40"/>
          </p15:clr>
        </p15:guide>
        <p15:guide id="3" orient="horz" pos="278">
          <p15:clr>
            <a:srgbClr val="FBAE40"/>
          </p15:clr>
        </p15:guide>
        <p15:guide id="4" pos="619">
          <p15:clr>
            <a:srgbClr val="FBAE40"/>
          </p15:clr>
        </p15:guide>
        <p15:guide id="5" pos="3840">
          <p15:clr>
            <a:srgbClr val="FBAE40"/>
          </p15:clr>
        </p15:guide>
        <p15:guide id="6" pos="4067">
          <p15:clr>
            <a:srgbClr val="FBAE40"/>
          </p15:clr>
        </p15:guide>
        <p15:guide id="7" orient="horz" pos="1389">
          <p15:clr>
            <a:srgbClr val="FBAE40"/>
          </p15:clr>
        </p15:guide>
        <p15:guide id="8" orient="horz" pos="1593">
          <p15:clr>
            <a:srgbClr val="FBAE40"/>
          </p15:clr>
        </p15:guide>
        <p15:guide id="9" pos="565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CF0BA4-D894-12E1-B811-59A84E5665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95083" y="692150"/>
            <a:ext cx="10609542" cy="5797550"/>
          </a:xfrm>
        </p:spPr>
        <p:txBody>
          <a:bodyPr anchor="ctr"/>
          <a:lstStyle>
            <a:lvl1pPr marL="0" indent="0">
              <a:buClr>
                <a:schemeClr val="accent4"/>
              </a:buClr>
              <a:buNone/>
              <a:defRPr/>
            </a:lvl1pPr>
            <a:lvl2pPr marL="457200" indent="0">
              <a:buClr>
                <a:schemeClr val="accent4"/>
              </a:buClr>
              <a:buNone/>
              <a:defRPr/>
            </a:lvl2pPr>
            <a:lvl3pPr marL="914400" indent="0">
              <a:buClr>
                <a:schemeClr val="accent4"/>
              </a:buClr>
              <a:buNone/>
              <a:defRPr/>
            </a:lvl3pPr>
            <a:lvl4pPr marL="1371600" indent="0">
              <a:buClr>
                <a:schemeClr val="accent4"/>
              </a:buClr>
              <a:buNone/>
              <a:defRPr/>
            </a:lvl4pPr>
            <a:lvl5pPr marL="1828800" indent="0">
              <a:buClr>
                <a:schemeClr val="accent4"/>
              </a:buClr>
              <a:buNone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982662" cy="447846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32A887-8032-A97E-FB76-D83095CC1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8497" y="6356348"/>
            <a:ext cx="8095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bg1">
                    <a:lumMod val="6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2" name="Grafik 1" descr="Ein Bild, das Symbol, Schrift, Grafiken, Design enthält.&#10;&#10;Automatisch generierte Beschreibung">
            <a:extLst>
              <a:ext uri="{FF2B5EF4-FFF2-40B4-BE49-F238E27FC236}">
                <a16:creationId xmlns:a16="http://schemas.microsoft.com/office/drawing/2014/main" id="{A0D6FB69-8A11-B2B5-A9FF-3A2BDE466E7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02984" y="138407"/>
            <a:ext cx="1245100" cy="56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43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5" pos="565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+Bullet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CF0BA4-D894-12E1-B811-59A84E5665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95083" y="692150"/>
            <a:ext cx="10609542" cy="5797550"/>
          </a:xfrm>
        </p:spPr>
        <p:txBody>
          <a:bodyPr anchor="ctr"/>
          <a:lstStyle>
            <a:lvl1pPr marL="342900" indent="-342900">
              <a:buClr>
                <a:schemeClr val="accent4"/>
              </a:buClr>
              <a:buFont typeface="Wingdings" panose="05000000000000000000" pitchFamily="2" charset="2"/>
              <a:buChar char="§"/>
              <a:defRPr/>
            </a:lvl1pPr>
            <a:lvl2pPr marL="800100" indent="-342900">
              <a:buClr>
                <a:schemeClr val="accent4"/>
              </a:buClr>
              <a:buFont typeface="Wingdings" panose="05000000000000000000" pitchFamily="2" charset="2"/>
              <a:buChar char="§"/>
              <a:defRPr/>
            </a:lvl2pPr>
            <a:lvl3pPr marL="1257300" indent="-342900">
              <a:buClr>
                <a:schemeClr val="accent4"/>
              </a:buClr>
              <a:buFont typeface="Wingdings" panose="05000000000000000000" pitchFamily="2" charset="2"/>
              <a:buChar char="§"/>
              <a:defRPr/>
            </a:lvl3pPr>
            <a:lvl4pPr marL="1657350" indent="-285750">
              <a:buClr>
                <a:schemeClr val="accent4"/>
              </a:buClr>
              <a:buFont typeface="Wingdings" panose="05000000000000000000" pitchFamily="2" charset="2"/>
              <a:buChar char="§"/>
              <a:defRPr/>
            </a:lvl4pPr>
            <a:lvl5pPr marL="2114550" indent="-285750">
              <a:buClr>
                <a:schemeClr val="accent4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de-DE"/>
              <a:t>Click to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982662" cy="447846"/>
          </a:xfrm>
          <a:prstGeom prst="rect">
            <a:avLst/>
          </a:prstGeom>
        </p:spPr>
      </p:pic>
      <p:sp>
        <p:nvSpPr>
          <p:cNvPr id="2" name="Foliennummernplatzhalter 5">
            <a:extLst>
              <a:ext uri="{FF2B5EF4-FFF2-40B4-BE49-F238E27FC236}">
                <a16:creationId xmlns:a16="http://schemas.microsoft.com/office/drawing/2014/main" id="{03D52A74-ECB9-0EF8-5662-EA8782857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8497" y="6356348"/>
            <a:ext cx="8095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bg1">
                    <a:lumMod val="6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4" name="Grafik 3" descr="Ein Bild, das Symbol, Schrift, Grafiken, Design enthält.&#10;&#10;Automatisch generierte Beschreibung">
            <a:extLst>
              <a:ext uri="{FF2B5EF4-FFF2-40B4-BE49-F238E27FC236}">
                <a16:creationId xmlns:a16="http://schemas.microsoft.com/office/drawing/2014/main" id="{B39C600F-A6EA-061A-E8A0-E466DDC1D6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02984" y="138407"/>
            <a:ext cx="1245100" cy="56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626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5" pos="565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+Pictur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91435F-D0EF-A95A-E91D-AB966D38E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63861" y="692150"/>
            <a:ext cx="5140764" cy="1512743"/>
          </a:xfrm>
        </p:spPr>
        <p:txBody>
          <a:bodyPr/>
          <a:lstStyle>
            <a:lvl1pPr>
              <a:defRPr b="1" i="0" baseline="0"/>
            </a:lvl1pPr>
          </a:lstStyle>
          <a:p>
            <a:r>
              <a:rPr lang="de-DE"/>
              <a:t>CLICK TO ADD TITLE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982662" cy="447846"/>
          </a:xfrm>
          <a:prstGeom prst="rect">
            <a:avLst/>
          </a:prstGeom>
        </p:spPr>
      </p:pic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B85C59BD-FB6C-4B76-30A2-4D4D38AE92B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463862" y="2544172"/>
            <a:ext cx="5140763" cy="3945528"/>
          </a:xfrm>
        </p:spPr>
        <p:txBody>
          <a:bodyPr/>
          <a:lstStyle>
            <a:lvl1pPr marL="0" indent="0">
              <a:buClr>
                <a:schemeClr val="accent4"/>
              </a:buClr>
              <a:buNone/>
              <a:defRPr/>
            </a:lvl1pPr>
            <a:lvl2pPr marL="457200" indent="0">
              <a:buClr>
                <a:schemeClr val="accent4"/>
              </a:buClr>
              <a:buNone/>
              <a:defRPr/>
            </a:lvl2pPr>
            <a:lvl3pPr marL="914400" indent="0">
              <a:buClr>
                <a:schemeClr val="accent4"/>
              </a:buClr>
              <a:buNone/>
              <a:defRPr/>
            </a:lvl3pPr>
            <a:lvl4pPr marL="1371600" indent="0">
              <a:buClr>
                <a:schemeClr val="accent4"/>
              </a:buClr>
              <a:buNone/>
              <a:defRPr/>
            </a:lvl4pPr>
            <a:lvl5pPr marL="1828800" indent="0">
              <a:buClr>
                <a:schemeClr val="accent4"/>
              </a:buClr>
              <a:buNone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893074D1-FE95-C723-DD56-8DC01380DDF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82663" y="692151"/>
            <a:ext cx="5113337" cy="579755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Click </a:t>
            </a:r>
            <a:r>
              <a:rPr lang="de-DE" err="1"/>
              <a:t>icon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endParaRPr lang="de-DE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9BA7E71A-F5C6-6235-F949-E8FD91B21B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770" y="6356348"/>
            <a:ext cx="797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bg1">
                    <a:lumMod val="6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" name="Grafik 2" descr="Ein Bild, das Symbol, Schrift, Grafiken, Design enthält.&#10;&#10;Automatisch generierte Beschreibung">
            <a:extLst>
              <a:ext uri="{FF2B5EF4-FFF2-40B4-BE49-F238E27FC236}">
                <a16:creationId xmlns:a16="http://schemas.microsoft.com/office/drawing/2014/main" id="{491C41D7-3975-EFCB-5764-CC5DED600E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02984" y="138407"/>
            <a:ext cx="1245100" cy="56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727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5" pos="3840" userDrawn="1">
          <p15:clr>
            <a:srgbClr val="FBAE40"/>
          </p15:clr>
        </p15:guide>
        <p15:guide id="6" pos="4067" userDrawn="1">
          <p15:clr>
            <a:srgbClr val="FBAE40"/>
          </p15:clr>
        </p15:guide>
        <p15:guide id="7" orient="horz" pos="1389" userDrawn="1">
          <p15:clr>
            <a:srgbClr val="FBAE40"/>
          </p15:clr>
        </p15:guide>
        <p15:guide id="8" orient="horz" pos="1593" userDrawn="1">
          <p15:clr>
            <a:srgbClr val="FBAE40"/>
          </p15:clr>
        </p15:guide>
        <p15:guide id="9" pos="565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982662" cy="447846"/>
          </a:xfrm>
          <a:prstGeom prst="rect">
            <a:avLst/>
          </a:prstGeom>
        </p:spPr>
      </p:pic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B85C59BD-FB6C-4B76-30A2-4D4D38AE92B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463862" y="692150"/>
            <a:ext cx="5140763" cy="5797550"/>
          </a:xfrm>
        </p:spPr>
        <p:txBody>
          <a:bodyPr anchor="ctr"/>
          <a:lstStyle>
            <a:lvl1pPr marL="0" indent="0">
              <a:buClr>
                <a:schemeClr val="accent4"/>
              </a:buClr>
              <a:buNone/>
              <a:defRPr/>
            </a:lvl1pPr>
            <a:lvl2pPr marL="457200" indent="0">
              <a:buClr>
                <a:schemeClr val="accent4"/>
              </a:buClr>
              <a:buNone/>
              <a:defRPr/>
            </a:lvl2pPr>
            <a:lvl3pPr marL="914400" indent="0">
              <a:buClr>
                <a:schemeClr val="accent4"/>
              </a:buClr>
              <a:buNone/>
              <a:defRPr/>
            </a:lvl3pPr>
            <a:lvl4pPr marL="1371600" indent="0">
              <a:buClr>
                <a:schemeClr val="accent4"/>
              </a:buClr>
              <a:buNone/>
              <a:defRPr/>
            </a:lvl4pPr>
            <a:lvl5pPr marL="1828800" indent="0">
              <a:buClr>
                <a:schemeClr val="accent4"/>
              </a:buClr>
              <a:buNone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893074D1-FE95-C723-DD56-8DC01380DDF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82663" y="692151"/>
            <a:ext cx="5113337" cy="579755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Click </a:t>
            </a:r>
            <a:r>
              <a:rPr lang="de-DE" err="1"/>
              <a:t>icon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endParaRPr lang="de-DE"/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D8625D3F-F058-E6D4-22D0-888BE8319C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3044" y="6356348"/>
            <a:ext cx="7850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bg1">
                    <a:lumMod val="6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2" name="Grafik 1" descr="Ein Bild, das Symbol, Schrift, Grafiken, Design enthält.&#10;&#10;Automatisch generierte Beschreibung">
            <a:extLst>
              <a:ext uri="{FF2B5EF4-FFF2-40B4-BE49-F238E27FC236}">
                <a16:creationId xmlns:a16="http://schemas.microsoft.com/office/drawing/2014/main" id="{449194BF-4C40-FE5A-21BA-E1CB3706CFB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02984" y="138407"/>
            <a:ext cx="1245100" cy="56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141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5" pos="3840" userDrawn="1">
          <p15:clr>
            <a:srgbClr val="FBAE40"/>
          </p15:clr>
        </p15:guide>
        <p15:guide id="6" pos="4067" userDrawn="1">
          <p15:clr>
            <a:srgbClr val="FBAE40"/>
          </p15:clr>
        </p15:guide>
        <p15:guide id="7" pos="5654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982662" cy="447846"/>
          </a:xfrm>
          <a:prstGeom prst="rect">
            <a:avLst/>
          </a:prstGeom>
        </p:spPr>
      </p:pic>
      <p:sp>
        <p:nvSpPr>
          <p:cNvPr id="7" name="Bildplatzhalter 5">
            <a:extLst>
              <a:ext uri="{FF2B5EF4-FFF2-40B4-BE49-F238E27FC236}">
                <a16:creationId xmlns:a16="http://schemas.microsoft.com/office/drawing/2014/main" id="{893074D1-FE95-C723-DD56-8DC01380DDF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82663" y="692151"/>
            <a:ext cx="10621962" cy="579755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Click </a:t>
            </a:r>
            <a:r>
              <a:rPr lang="de-DE" err="1"/>
              <a:t>icon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endParaRPr lang="de-DE"/>
          </a:p>
        </p:txBody>
      </p:sp>
      <p:sp>
        <p:nvSpPr>
          <p:cNvPr id="2" name="Foliennummernplatzhalter 5">
            <a:extLst>
              <a:ext uri="{FF2B5EF4-FFF2-40B4-BE49-F238E27FC236}">
                <a16:creationId xmlns:a16="http://schemas.microsoft.com/office/drawing/2014/main" id="{58CAF4B5-177E-E8A2-0B67-9AC34C2D2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770" y="6356348"/>
            <a:ext cx="797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bg1">
                    <a:lumMod val="6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" name="Grafik 2" descr="Ein Bild, das Symbol, Schrift, Grafiken, Design enthält.&#10;&#10;Automatisch generierte Beschreibung">
            <a:extLst>
              <a:ext uri="{FF2B5EF4-FFF2-40B4-BE49-F238E27FC236}">
                <a16:creationId xmlns:a16="http://schemas.microsoft.com/office/drawing/2014/main" id="{6B36AAA7-DEDC-8962-8773-B55B1E8904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02984" y="138407"/>
            <a:ext cx="1245100" cy="56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247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5" pos="5654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91435F-D0EF-A95A-E91D-AB966D38E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2663" y="692151"/>
            <a:ext cx="10621962" cy="724162"/>
          </a:xfrm>
        </p:spPr>
        <p:txBody>
          <a:bodyPr/>
          <a:lstStyle>
            <a:lvl1pPr>
              <a:defRPr b="1" i="0" baseline="0"/>
            </a:lvl1pPr>
          </a:lstStyle>
          <a:p>
            <a:r>
              <a:rPr lang="de-DE"/>
              <a:t>CLICK TO ADD TITLE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982662" cy="447846"/>
          </a:xfrm>
          <a:prstGeom prst="rect">
            <a:avLst/>
          </a:prstGeom>
        </p:spPr>
      </p:pic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B5DFAACF-B1D4-B0DD-7108-9331216F45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4634" y="6356348"/>
            <a:ext cx="803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bg1">
                    <a:lumMod val="6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4" name="Grafik 3" descr="Ein Bild, das Symbol, Schrift, Grafiken, Design enthält.&#10;&#10;Automatisch generierte Beschreibung">
            <a:extLst>
              <a:ext uri="{FF2B5EF4-FFF2-40B4-BE49-F238E27FC236}">
                <a16:creationId xmlns:a16="http://schemas.microsoft.com/office/drawing/2014/main" id="{5D7810DD-10B2-1CB0-7F76-AE56534647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02984" y="138407"/>
            <a:ext cx="1245100" cy="56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870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7" orient="horz" pos="1389" userDrawn="1">
          <p15:clr>
            <a:srgbClr val="FBAE40"/>
          </p15:clr>
        </p15:guide>
        <p15:guide id="8" pos="565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+Name+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91435F-D0EF-A95A-E91D-AB966D38E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14637" y="3795551"/>
            <a:ext cx="4710375" cy="1182342"/>
          </a:xfrm>
        </p:spPr>
        <p:txBody>
          <a:bodyPr anchor="ctr"/>
          <a:lstStyle>
            <a:lvl1pPr algn="ctr">
              <a:defRPr b="1" i="0" baseline="0"/>
            </a:lvl1pPr>
          </a:lstStyle>
          <a:p>
            <a:r>
              <a:rPr lang="de-DE"/>
              <a:t>THANK YOU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982662" cy="447846"/>
          </a:xfrm>
          <a:prstGeom prst="rect">
            <a:avLst/>
          </a:prstGeom>
        </p:spPr>
      </p:pic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B85C59BD-FB6C-4B76-30A2-4D4D38AE92B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14637" y="1412874"/>
            <a:ext cx="6689987" cy="1891577"/>
          </a:xfrm>
        </p:spPr>
        <p:txBody>
          <a:bodyPr/>
          <a:lstStyle>
            <a:lvl1pPr marL="0" indent="0">
              <a:buClr>
                <a:schemeClr val="accent4"/>
              </a:buClr>
              <a:buNone/>
              <a:defRPr/>
            </a:lvl1pPr>
            <a:lvl2pPr marL="457200" indent="0">
              <a:buClr>
                <a:schemeClr val="accent4"/>
              </a:buClr>
              <a:buNone/>
              <a:defRPr/>
            </a:lvl2pPr>
            <a:lvl3pPr marL="914400" indent="0">
              <a:buClr>
                <a:schemeClr val="accent4"/>
              </a:buClr>
              <a:buNone/>
              <a:defRPr/>
            </a:lvl3pPr>
            <a:lvl4pPr marL="1371600" indent="0">
              <a:buClr>
                <a:schemeClr val="accent4"/>
              </a:buClr>
              <a:buNone/>
              <a:defRPr/>
            </a:lvl4pPr>
            <a:lvl5pPr marL="1828800" indent="0">
              <a:buClr>
                <a:schemeClr val="accent4"/>
              </a:buClr>
              <a:buNone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Name</a:t>
            </a:r>
          </a:p>
          <a:p>
            <a:pPr lvl="1"/>
            <a:r>
              <a:rPr lang="de-DE"/>
              <a:t>and Contact</a:t>
            </a:r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893074D1-FE95-C723-DD56-8DC01380DDF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82663" y="1412875"/>
            <a:ext cx="3318170" cy="3563938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Click </a:t>
            </a:r>
            <a:r>
              <a:rPr lang="de-DE" err="1"/>
              <a:t>icon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endParaRPr lang="de-DE"/>
          </a:p>
        </p:txBody>
      </p:sp>
      <p:pic>
        <p:nvPicPr>
          <p:cNvPr id="3" name="Grafik 2" descr="Ein Bild, das Symbol, Schrift, Grafiken, Design enthält.&#10;&#10;Automatisch generierte Beschreibung">
            <a:extLst>
              <a:ext uri="{FF2B5EF4-FFF2-40B4-BE49-F238E27FC236}">
                <a16:creationId xmlns:a16="http://schemas.microsoft.com/office/drawing/2014/main" id="{4C6459E1-871F-A81D-9D30-57F782BECE8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02984" y="138407"/>
            <a:ext cx="1245100" cy="56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239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5" pos="6063" userDrawn="1">
          <p15:clr>
            <a:srgbClr val="FBAE40"/>
          </p15:clr>
        </p15:guide>
        <p15:guide id="6" orient="horz" pos="3135" userDrawn="1">
          <p15:clr>
            <a:srgbClr val="FBAE40"/>
          </p15:clr>
        </p15:guide>
        <p15:guide id="7" orient="horz" pos="890" userDrawn="1">
          <p15:clr>
            <a:srgbClr val="FBAE40"/>
          </p15:clr>
        </p15:guide>
        <p15:guide id="8" pos="3092" userDrawn="1">
          <p15:clr>
            <a:srgbClr val="FBAE40"/>
          </p15:clr>
        </p15:guide>
        <p15:guide id="9" pos="2706" userDrawn="1">
          <p15:clr>
            <a:srgbClr val="FBAE40"/>
          </p15:clr>
        </p15:guide>
        <p15:guide id="10" pos="565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F566F21F-7D20-4B09-9E9D-6524144E43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63076" y="1700214"/>
            <a:ext cx="3736612" cy="2770842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0BB17B9D-8C7F-837B-8397-CFBDB1B135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700713" cy="5700713"/>
          </a:xfrm>
          <a:prstGeom prst="rect">
            <a:avLst/>
          </a:prstGeom>
        </p:spPr>
      </p:pic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AC8D3974-AE6A-BAD5-0E6F-701F0DB6893F}"/>
              </a:ext>
            </a:extLst>
          </p:cNvPr>
          <p:cNvGrpSpPr/>
          <p:nvPr userDrawn="1"/>
        </p:nvGrpSpPr>
        <p:grpSpPr>
          <a:xfrm>
            <a:off x="10782612" y="6388252"/>
            <a:ext cx="1422000" cy="284400"/>
            <a:chOff x="10770000" y="6171214"/>
            <a:chExt cx="1422000" cy="284400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75566676-8CF9-148E-5FD5-343DD65542A4}"/>
                </a:ext>
              </a:extLst>
            </p:cNvPr>
            <p:cNvSpPr/>
            <p:nvPr userDrawn="1"/>
          </p:nvSpPr>
          <p:spPr>
            <a:xfrm>
              <a:off x="10770000" y="6171214"/>
              <a:ext cx="1422000" cy="2844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573F7734-A30E-FAD4-B6D3-39B58D169DE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0917126" y="6201145"/>
              <a:ext cx="764540" cy="1955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198921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067" userDrawn="1">
          <p15:clr>
            <a:srgbClr val="FBAE40"/>
          </p15:clr>
        </p15:guide>
        <p15:guide id="3" pos="6425" userDrawn="1">
          <p15:clr>
            <a:srgbClr val="FBAE40"/>
          </p15:clr>
        </p15:guide>
        <p15:guide id="4" pos="6788" userDrawn="1">
          <p15:clr>
            <a:srgbClr val="FBAE40"/>
          </p15:clr>
        </p15:guide>
        <p15:guide id="5" orient="horz" pos="4020" userDrawn="1">
          <p15:clr>
            <a:srgbClr val="FBAE40"/>
          </p15:clr>
        </p15:guide>
        <p15:guide id="6" orient="horz" pos="4201" userDrawn="1">
          <p15:clr>
            <a:srgbClr val="FBAE40"/>
          </p15:clr>
        </p15:guide>
        <p15:guide id="11" orient="horz" pos="2795" userDrawn="1">
          <p15:clr>
            <a:srgbClr val="FBAE40"/>
          </p15:clr>
        </p15:guide>
        <p15:guide id="12" pos="3591" userDrawn="1">
          <p15:clr>
            <a:srgbClr val="FBAE40"/>
          </p15:clr>
        </p15:guide>
        <p15:guide id="13" orient="horz" pos="3589" userDrawn="1">
          <p15:clr>
            <a:srgbClr val="FBAE40"/>
          </p15:clr>
        </p15:guide>
        <p15:guide id="14" orient="horz" pos="1071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+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F52236E9-1C32-1999-D1CA-8F78124732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1600"/>
            <a:ext cx="4953000" cy="49530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F566F21F-7D20-4B09-9E9D-6524144E43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8395" y="4977892"/>
            <a:ext cx="2228850" cy="1652778"/>
          </a:xfrm>
          <a:prstGeom prst="rect">
            <a:avLst/>
          </a:prstGeom>
        </p:spPr>
      </p:pic>
      <p:sp>
        <p:nvSpPr>
          <p:cNvPr id="2" name="Titel 6">
            <a:extLst>
              <a:ext uri="{FF2B5EF4-FFF2-40B4-BE49-F238E27FC236}">
                <a16:creationId xmlns:a16="http://schemas.microsoft.com/office/drawing/2014/main" id="{B8B57418-4493-200A-46F2-44CB919B98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35639" y="1455441"/>
            <a:ext cx="5868986" cy="1002010"/>
          </a:xfrm>
        </p:spPr>
        <p:txBody>
          <a:bodyPr lIns="0" tIns="0" rIns="0" bIns="0" anchor="b" anchorCtr="0">
            <a:noAutofit/>
          </a:bodyPr>
          <a:lstStyle>
            <a:lvl1pPr>
              <a:defRPr cap="all" baseline="0"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18148273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613" userDrawn="1">
          <p15:clr>
            <a:srgbClr val="FBAE40"/>
          </p15:clr>
        </p15:guide>
        <p15:guide id="3" orient="horz" pos="913" userDrawn="1">
          <p15:clr>
            <a:srgbClr val="FBAE40"/>
          </p15:clr>
        </p15:guide>
        <p15:guide id="4" orient="horz" pos="1548" userDrawn="1">
          <p15:clr>
            <a:srgbClr val="FBAE40"/>
          </p15:clr>
        </p15:guide>
        <p15:guide id="5" pos="6063" userDrawn="1">
          <p15:clr>
            <a:srgbClr val="FBAE40"/>
          </p15:clr>
        </p15:guide>
        <p15:guide id="6" orient="horz" pos="3135" userDrawn="1">
          <p15:clr>
            <a:srgbClr val="FBAE40"/>
          </p15:clr>
        </p15:guide>
        <p15:guide id="7" pos="3114" userDrawn="1">
          <p15:clr>
            <a:srgbClr val="FBAE40"/>
          </p15:clr>
        </p15:guide>
        <p15:guide id="8" orient="horz" pos="3407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+Headline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F52236E9-1C32-1999-D1CA-8F78124732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1600"/>
            <a:ext cx="4953000" cy="49530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F566F21F-7D20-4B09-9E9D-6524144E43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8395" y="4977892"/>
            <a:ext cx="2228850" cy="1652778"/>
          </a:xfrm>
          <a:prstGeom prst="rect">
            <a:avLst/>
          </a:prstGeom>
        </p:spPr>
      </p:pic>
      <p:sp>
        <p:nvSpPr>
          <p:cNvPr id="2" name="Titel 6">
            <a:extLst>
              <a:ext uri="{FF2B5EF4-FFF2-40B4-BE49-F238E27FC236}">
                <a16:creationId xmlns:a16="http://schemas.microsoft.com/office/drawing/2014/main" id="{B8B57418-4493-200A-46F2-44CB919B98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35639" y="1455441"/>
            <a:ext cx="5868986" cy="1002010"/>
          </a:xfrm>
        </p:spPr>
        <p:txBody>
          <a:bodyPr lIns="0" tIns="0" rIns="0" bIns="0" anchor="b" anchorCtr="0">
            <a:noAutofit/>
          </a:bodyPr>
          <a:lstStyle>
            <a:lvl1pPr>
              <a:defRPr cap="all" baseline="0"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title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76DFFC2-2051-3448-15D9-F3104395077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35638" y="2816225"/>
            <a:ext cx="5868987" cy="2160589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subtitle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6761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613" userDrawn="1">
          <p15:clr>
            <a:srgbClr val="FBAE40"/>
          </p15:clr>
        </p15:guide>
        <p15:guide id="3" orient="horz" pos="913" userDrawn="1">
          <p15:clr>
            <a:srgbClr val="FBAE40"/>
          </p15:clr>
        </p15:guide>
        <p15:guide id="4" orient="horz" pos="1548" userDrawn="1">
          <p15:clr>
            <a:srgbClr val="FBAE40"/>
          </p15:clr>
        </p15:guide>
        <p15:guide id="5" pos="6063" userDrawn="1">
          <p15:clr>
            <a:srgbClr val="FBAE40"/>
          </p15:clr>
        </p15:guide>
        <p15:guide id="6" orient="horz" pos="3135" userDrawn="1">
          <p15:clr>
            <a:srgbClr val="FBAE40"/>
          </p15:clr>
        </p15:guide>
        <p15:guide id="7" pos="3114" userDrawn="1">
          <p15:clr>
            <a:srgbClr val="FBAE40"/>
          </p15:clr>
        </p15:guide>
        <p15:guide id="8" orient="horz" pos="3407" userDrawn="1">
          <p15:clr>
            <a:srgbClr val="FBAE40"/>
          </p15:clr>
        </p15:guide>
        <p15:guide id="9" orient="horz" pos="177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+Headlin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1B084534-1EF6-37AC-E7EE-F1C8A5ACB5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35638" y="1455441"/>
            <a:ext cx="5868987" cy="1002010"/>
          </a:xfrm>
        </p:spPr>
        <p:txBody>
          <a:bodyPr lIns="0" tIns="0" rIns="0" bIns="0" anchor="b" anchorCtr="0">
            <a:noAutofit/>
          </a:bodyPr>
          <a:lstStyle>
            <a:lvl1pPr>
              <a:defRPr cap="all" baseline="0"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title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C398BAD1-C5FA-DD02-B31C-2AAD3CB18D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1600"/>
            <a:ext cx="4953000" cy="4953000"/>
          </a:xfrm>
          <a:prstGeom prst="rect">
            <a:avLst/>
          </a:prstGeom>
        </p:spPr>
      </p:pic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AD6F4836-CC8E-813C-7E81-47D264E39C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35638" y="2816225"/>
            <a:ext cx="5868986" cy="3673474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486CFD16-B8DA-C9F5-AF28-F6E20445CF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0550" y="6356348"/>
            <a:ext cx="7175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bg1">
                    <a:lumMod val="6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7615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3" userDrawn="1">
          <p15:clr>
            <a:srgbClr val="FBAE40"/>
          </p15:clr>
        </p15:guide>
        <p15:guide id="2" pos="3613" userDrawn="1">
          <p15:clr>
            <a:srgbClr val="FBAE40"/>
          </p15:clr>
        </p15:guide>
        <p15:guide id="3" orient="horz" pos="1548" userDrawn="1">
          <p15:clr>
            <a:srgbClr val="FBAE40"/>
          </p15:clr>
        </p15:guide>
        <p15:guide id="4" orient="horz" pos="1774" userDrawn="1">
          <p15:clr>
            <a:srgbClr val="FBAE40"/>
          </p15:clr>
        </p15:guide>
        <p15:guide id="10" orient="horz" pos="4156" userDrawn="1">
          <p15:clr>
            <a:srgbClr val="FBAE40"/>
          </p15:clr>
        </p15:guide>
        <p15:guide id="11" orient="horz" pos="4088" userDrawn="1">
          <p15:clr>
            <a:srgbClr val="FBAE40"/>
          </p15:clr>
        </p15:guide>
        <p15:guide id="13" pos="6063" userDrawn="1">
          <p15:clr>
            <a:srgbClr val="FBAE40"/>
          </p15:clr>
        </p15:guide>
        <p15:guide id="14" orient="horz" pos="300" userDrawn="1">
          <p15:clr>
            <a:srgbClr val="FBAE40"/>
          </p15:clr>
        </p15:guide>
        <p15:guide id="15" pos="3114" userDrawn="1">
          <p15:clr>
            <a:srgbClr val="FBAE40"/>
          </p15:clr>
        </p15:guide>
        <p15:guide id="16" orient="horz" pos="3407" userDrawn="1">
          <p15:clr>
            <a:srgbClr val="FBAE40"/>
          </p15:clr>
        </p15:guide>
        <p15:guide id="17" orient="horz" pos="436" userDrawn="1">
          <p15:clr>
            <a:srgbClr val="FBAE40"/>
          </p15:clr>
        </p15:guide>
        <p15:guide id="18" pos="565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line+Bullet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91435F-D0EF-A95A-E91D-AB966D38E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5083" y="441326"/>
            <a:ext cx="10609542" cy="1763568"/>
          </a:xfrm>
        </p:spPr>
        <p:txBody>
          <a:bodyPr anchor="t"/>
          <a:lstStyle>
            <a:lvl1pPr>
              <a:defRPr b="1" i="0" baseline="0"/>
            </a:lvl1pPr>
          </a:lstStyle>
          <a:p>
            <a:r>
              <a:rPr lang="de-DE"/>
              <a:t>CLICK TO ADD TITLE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CF0BA4-D894-12E1-B811-59A84E5665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95083" y="2544172"/>
            <a:ext cx="10609542" cy="3945528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371474" cy="447846"/>
          </a:xfrm>
          <a:prstGeom prst="rect">
            <a:avLst/>
          </a:prstGeom>
        </p:spPr>
      </p:pic>
      <p:pic>
        <p:nvPicPr>
          <p:cNvPr id="4" name="Grafik 3" descr="Ein Bild, das Symbol, Schrift, Grafiken, Design enthält.&#10;&#10;Automatisch generierte Beschreibung">
            <a:extLst>
              <a:ext uri="{FF2B5EF4-FFF2-40B4-BE49-F238E27FC236}">
                <a16:creationId xmlns:a16="http://schemas.microsoft.com/office/drawing/2014/main" id="{6D8112DA-A33E-520E-D2AE-9F1C4A9D26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02984" y="138407"/>
            <a:ext cx="1245100" cy="565905"/>
          </a:xfrm>
          <a:prstGeom prst="rect">
            <a:avLst/>
          </a:prstGeom>
        </p:spPr>
      </p:pic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00A64AF7-A3AA-9BFD-7818-0C62ED638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0550" y="6356348"/>
            <a:ext cx="7175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bg1">
                    <a:lumMod val="6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9708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5" orient="horz" pos="1389" userDrawn="1">
          <p15:clr>
            <a:srgbClr val="FBAE40"/>
          </p15:clr>
        </p15:guide>
        <p15:guide id="6" orient="horz" pos="1593" userDrawn="1">
          <p15:clr>
            <a:srgbClr val="FBAE40"/>
          </p15:clr>
        </p15:guide>
        <p15:guide id="7" pos="5654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lin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91435F-D0EF-A95A-E91D-AB966D38E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5083" y="441326"/>
            <a:ext cx="10609542" cy="525973"/>
          </a:xfrm>
        </p:spPr>
        <p:txBody>
          <a:bodyPr anchor="t"/>
          <a:lstStyle>
            <a:lvl1pPr>
              <a:defRPr b="1" i="0" baseline="0"/>
            </a:lvl1pPr>
          </a:lstStyle>
          <a:p>
            <a:r>
              <a:rPr lang="de-DE"/>
              <a:t>CLICK TO ADD TITLE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CF0BA4-D894-12E1-B811-59A84E5665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95083" y="1224238"/>
            <a:ext cx="10609542" cy="5265462"/>
          </a:xfrm>
        </p:spPr>
        <p:txBody>
          <a:bodyPr/>
          <a:lstStyle>
            <a:lvl1pPr marL="0" indent="0">
              <a:buClr>
                <a:schemeClr val="accent4"/>
              </a:buClr>
              <a:buNone/>
              <a:defRPr/>
            </a:lvl1pPr>
            <a:lvl2pPr marL="457200" indent="0">
              <a:buClr>
                <a:schemeClr val="accent4"/>
              </a:buClr>
              <a:buNone/>
              <a:defRPr/>
            </a:lvl2pPr>
            <a:lvl3pPr marL="914400" indent="0">
              <a:buClr>
                <a:schemeClr val="accent4"/>
              </a:buClr>
              <a:buNone/>
              <a:defRPr/>
            </a:lvl3pPr>
            <a:lvl4pPr marL="1371600" indent="0">
              <a:buClr>
                <a:schemeClr val="accent4"/>
              </a:buClr>
              <a:buNone/>
              <a:defRPr/>
            </a:lvl4pPr>
            <a:lvl5pPr marL="1828800" indent="0">
              <a:buClr>
                <a:schemeClr val="accent4"/>
              </a:buClr>
              <a:buNone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371474" cy="447846"/>
          </a:xfrm>
          <a:prstGeom prst="rect">
            <a:avLst/>
          </a:prstGeom>
        </p:spPr>
      </p:pic>
      <p:pic>
        <p:nvPicPr>
          <p:cNvPr id="5" name="Grafik 4" descr="Ein Bild, das Symbol, Schrift, Grafiken, Design enthält.&#10;&#10;Automatisch generierte Beschreibung">
            <a:extLst>
              <a:ext uri="{FF2B5EF4-FFF2-40B4-BE49-F238E27FC236}">
                <a16:creationId xmlns:a16="http://schemas.microsoft.com/office/drawing/2014/main" id="{E7EC1FEC-B087-CECB-6047-FCA84BCEEB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02984" y="138407"/>
            <a:ext cx="1245100" cy="565905"/>
          </a:xfrm>
          <a:prstGeom prst="rect">
            <a:avLst/>
          </a:prstGeom>
        </p:spPr>
      </p:pic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729220CD-CD02-A98D-2DE5-8569B370C2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0550" y="6356348"/>
            <a:ext cx="7175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bg1">
                    <a:lumMod val="6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0698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5" orient="horz" pos="1389" userDrawn="1">
          <p15:clr>
            <a:srgbClr val="FBAE40"/>
          </p15:clr>
        </p15:guide>
        <p15:guide id="6" orient="horz" pos="1593" userDrawn="1">
          <p15:clr>
            <a:srgbClr val="FBAE40"/>
          </p15:clr>
        </p15:guide>
        <p15:guide id="7" pos="565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+2 Spl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91435F-D0EF-A95A-E91D-AB966D38E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5083" y="441326"/>
            <a:ext cx="10609542" cy="1763568"/>
          </a:xfrm>
        </p:spPr>
        <p:txBody>
          <a:bodyPr anchor="t"/>
          <a:lstStyle>
            <a:lvl1pPr>
              <a:defRPr b="1" i="0" baseline="0"/>
            </a:lvl1pPr>
          </a:lstStyle>
          <a:p>
            <a:r>
              <a:rPr lang="de-DE"/>
              <a:t>CLICK TO ADD TITLE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CF0BA4-D894-12E1-B811-59A84E5665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95082" y="2544172"/>
            <a:ext cx="5100917" cy="3945528"/>
          </a:xfrm>
        </p:spPr>
        <p:txBody>
          <a:bodyPr/>
          <a:lstStyle>
            <a:lvl1pPr marL="0" indent="0">
              <a:buClr>
                <a:schemeClr val="accent4"/>
              </a:buClr>
              <a:buNone/>
              <a:defRPr/>
            </a:lvl1pPr>
            <a:lvl2pPr marL="457200" indent="0">
              <a:buClr>
                <a:schemeClr val="accent4"/>
              </a:buClr>
              <a:buNone/>
              <a:defRPr/>
            </a:lvl2pPr>
            <a:lvl3pPr marL="914400" indent="0">
              <a:buClr>
                <a:schemeClr val="accent4"/>
              </a:buClr>
              <a:buNone/>
              <a:defRPr/>
            </a:lvl3pPr>
            <a:lvl4pPr marL="1371600" indent="0">
              <a:buClr>
                <a:schemeClr val="accent4"/>
              </a:buClr>
              <a:buNone/>
              <a:defRPr/>
            </a:lvl4pPr>
            <a:lvl5pPr marL="1828800" indent="0">
              <a:buClr>
                <a:schemeClr val="accent4"/>
              </a:buClr>
              <a:buNone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371474" cy="447846"/>
          </a:xfrm>
          <a:prstGeom prst="rect">
            <a:avLst/>
          </a:prstGeom>
        </p:spPr>
      </p:pic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B85C59BD-FB6C-4B76-30A2-4D4D38AE92B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463862" y="2544172"/>
            <a:ext cx="5140763" cy="3945528"/>
          </a:xfrm>
        </p:spPr>
        <p:txBody>
          <a:bodyPr/>
          <a:lstStyle>
            <a:lvl1pPr marL="0" indent="0">
              <a:buClr>
                <a:schemeClr val="accent4"/>
              </a:buClr>
              <a:buNone/>
              <a:defRPr/>
            </a:lvl1pPr>
            <a:lvl2pPr marL="457200" indent="0">
              <a:buClr>
                <a:schemeClr val="accent4"/>
              </a:buClr>
              <a:buNone/>
              <a:defRPr/>
            </a:lvl2pPr>
            <a:lvl3pPr marL="914400" indent="0">
              <a:buClr>
                <a:schemeClr val="accent4"/>
              </a:buClr>
              <a:buNone/>
              <a:defRPr/>
            </a:lvl3pPr>
            <a:lvl4pPr marL="1371600" indent="0">
              <a:buClr>
                <a:schemeClr val="accent4"/>
              </a:buClr>
              <a:buNone/>
              <a:defRPr/>
            </a:lvl4pPr>
            <a:lvl5pPr marL="1828800" indent="0">
              <a:buClr>
                <a:schemeClr val="accent4"/>
              </a:buClr>
              <a:buNone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pic>
        <p:nvPicPr>
          <p:cNvPr id="4" name="Grafik 3" descr="Ein Bild, das Symbol, Schrift, Grafiken, Design enthält.&#10;&#10;Automatisch generierte Beschreibung">
            <a:extLst>
              <a:ext uri="{FF2B5EF4-FFF2-40B4-BE49-F238E27FC236}">
                <a16:creationId xmlns:a16="http://schemas.microsoft.com/office/drawing/2014/main" id="{0468E9D3-18EC-7942-B64A-1F54BAC510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02984" y="138407"/>
            <a:ext cx="1245100" cy="565905"/>
          </a:xfrm>
          <a:prstGeom prst="rect">
            <a:avLst/>
          </a:prstGeom>
        </p:spPr>
      </p:pic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39C89C46-25B4-438A-95D5-FCE9825E5C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0550" y="6356348"/>
            <a:ext cx="7175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bg1">
                    <a:lumMod val="6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41803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5" pos="3840" userDrawn="1">
          <p15:clr>
            <a:srgbClr val="FBAE40"/>
          </p15:clr>
        </p15:guide>
        <p15:guide id="6" pos="4067" userDrawn="1">
          <p15:clr>
            <a:srgbClr val="FBAE40"/>
          </p15:clr>
        </p15:guide>
        <p15:guide id="7" orient="horz" pos="1389" userDrawn="1">
          <p15:clr>
            <a:srgbClr val="FBAE40"/>
          </p15:clr>
        </p15:guide>
        <p15:guide id="8" orient="horz" pos="1593" userDrawn="1">
          <p15:clr>
            <a:srgbClr val="FBAE40"/>
          </p15:clr>
        </p15:guide>
        <p15:guide id="9" pos="565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CF0BA4-D894-12E1-B811-59A84E5665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95083" y="441325"/>
            <a:ext cx="10609542" cy="6048375"/>
          </a:xfrm>
        </p:spPr>
        <p:txBody>
          <a:bodyPr anchor="ctr"/>
          <a:lstStyle>
            <a:lvl1pPr marL="0" indent="0">
              <a:buClr>
                <a:schemeClr val="accent4"/>
              </a:buClr>
              <a:buNone/>
              <a:defRPr/>
            </a:lvl1pPr>
            <a:lvl2pPr marL="457200" indent="0">
              <a:buClr>
                <a:schemeClr val="accent4"/>
              </a:buClr>
              <a:buNone/>
              <a:defRPr/>
            </a:lvl2pPr>
            <a:lvl3pPr marL="914400" indent="0">
              <a:buClr>
                <a:schemeClr val="accent4"/>
              </a:buClr>
              <a:buNone/>
              <a:defRPr/>
            </a:lvl3pPr>
            <a:lvl4pPr marL="1371600" indent="0">
              <a:buClr>
                <a:schemeClr val="accent4"/>
              </a:buClr>
              <a:buNone/>
              <a:defRPr/>
            </a:lvl4pPr>
            <a:lvl5pPr marL="1828800" indent="0">
              <a:buClr>
                <a:schemeClr val="accent4"/>
              </a:buClr>
              <a:buNone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371474" cy="447846"/>
          </a:xfrm>
          <a:prstGeom prst="rect">
            <a:avLst/>
          </a:prstGeom>
        </p:spPr>
      </p:pic>
      <p:pic>
        <p:nvPicPr>
          <p:cNvPr id="2" name="Grafik 1" descr="Ein Bild, das Symbol, Schrift, Grafiken, Design enthält.&#10;&#10;Automatisch generierte Beschreibung">
            <a:extLst>
              <a:ext uri="{FF2B5EF4-FFF2-40B4-BE49-F238E27FC236}">
                <a16:creationId xmlns:a16="http://schemas.microsoft.com/office/drawing/2014/main" id="{8C3D63A9-2EEC-B2F8-CC95-4AAE4668003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02984" y="138407"/>
            <a:ext cx="1245100" cy="565905"/>
          </a:xfrm>
          <a:prstGeom prst="rect">
            <a:avLst/>
          </a:prstGeom>
        </p:spPr>
      </p:pic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E4391749-43FA-84E0-1985-A266F09EF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0550" y="6356348"/>
            <a:ext cx="7175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bg1">
                    <a:lumMod val="6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4134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5" pos="565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+Bullet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CF0BA4-D894-12E1-B811-59A84E5665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95083" y="441325"/>
            <a:ext cx="10609542" cy="6048375"/>
          </a:xfrm>
        </p:spPr>
        <p:txBody>
          <a:bodyPr anchor="ctr"/>
          <a:lstStyle>
            <a:lvl1pPr marL="342900" indent="-342900">
              <a:buClr>
                <a:schemeClr val="accent4"/>
              </a:buClr>
              <a:buFont typeface="Wingdings" panose="05000000000000000000" pitchFamily="2" charset="2"/>
              <a:buChar char="§"/>
              <a:defRPr/>
            </a:lvl1pPr>
            <a:lvl2pPr marL="800100" indent="-342900">
              <a:buClr>
                <a:schemeClr val="accent4"/>
              </a:buClr>
              <a:buFont typeface="Wingdings" panose="05000000000000000000" pitchFamily="2" charset="2"/>
              <a:buChar char="§"/>
              <a:defRPr/>
            </a:lvl2pPr>
            <a:lvl3pPr marL="1257300" indent="-342900">
              <a:buClr>
                <a:schemeClr val="accent4"/>
              </a:buClr>
              <a:buFont typeface="Wingdings" panose="05000000000000000000" pitchFamily="2" charset="2"/>
              <a:buChar char="§"/>
              <a:defRPr/>
            </a:lvl3pPr>
            <a:lvl4pPr marL="1657350" indent="-285750">
              <a:buClr>
                <a:schemeClr val="accent4"/>
              </a:buClr>
              <a:buFont typeface="Wingdings" panose="05000000000000000000" pitchFamily="2" charset="2"/>
              <a:buChar char="§"/>
              <a:defRPr/>
            </a:lvl4pPr>
            <a:lvl5pPr marL="2114550" indent="-285750">
              <a:buClr>
                <a:schemeClr val="accent4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371474" cy="447846"/>
          </a:xfrm>
          <a:prstGeom prst="rect">
            <a:avLst/>
          </a:prstGeom>
        </p:spPr>
      </p:pic>
      <p:pic>
        <p:nvPicPr>
          <p:cNvPr id="4" name="Grafik 3" descr="Ein Bild, das Symbol, Schrift, Grafiken, Design enthält.&#10;&#10;Automatisch generierte Beschreibung">
            <a:extLst>
              <a:ext uri="{FF2B5EF4-FFF2-40B4-BE49-F238E27FC236}">
                <a16:creationId xmlns:a16="http://schemas.microsoft.com/office/drawing/2014/main" id="{1F762759-DF80-700A-20A3-8AB618BE69D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02984" y="138407"/>
            <a:ext cx="1245100" cy="565905"/>
          </a:xfrm>
          <a:prstGeom prst="rect">
            <a:avLst/>
          </a:prstGeom>
        </p:spPr>
      </p:pic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C6122FEA-E9CF-C150-D480-4C8713F03D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0550" y="6356348"/>
            <a:ext cx="7175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bg1">
                    <a:lumMod val="6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4272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5" pos="5654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+Pictur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91435F-D0EF-A95A-E91D-AB966D38E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63861" y="441326"/>
            <a:ext cx="5140764" cy="1763568"/>
          </a:xfrm>
        </p:spPr>
        <p:txBody>
          <a:bodyPr anchor="t"/>
          <a:lstStyle>
            <a:lvl1pPr>
              <a:defRPr b="1" i="0" baseline="0"/>
            </a:lvl1pPr>
          </a:lstStyle>
          <a:p>
            <a:r>
              <a:rPr lang="de-DE"/>
              <a:t>CLICK TO ADD TITLE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371474" cy="447846"/>
          </a:xfrm>
          <a:prstGeom prst="rect">
            <a:avLst/>
          </a:prstGeom>
        </p:spPr>
      </p:pic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B85C59BD-FB6C-4B76-30A2-4D4D38AE92B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463862" y="2544172"/>
            <a:ext cx="5140763" cy="3945528"/>
          </a:xfrm>
        </p:spPr>
        <p:txBody>
          <a:bodyPr/>
          <a:lstStyle>
            <a:lvl1pPr marL="0" indent="0">
              <a:buClr>
                <a:schemeClr val="accent4"/>
              </a:buClr>
              <a:buNone/>
              <a:defRPr/>
            </a:lvl1pPr>
            <a:lvl2pPr marL="457200" indent="0">
              <a:buClr>
                <a:schemeClr val="accent4"/>
              </a:buClr>
              <a:buNone/>
              <a:defRPr/>
            </a:lvl2pPr>
            <a:lvl3pPr marL="914400" indent="0">
              <a:buClr>
                <a:schemeClr val="accent4"/>
              </a:buClr>
              <a:buNone/>
              <a:defRPr/>
            </a:lvl3pPr>
            <a:lvl4pPr marL="1371600" indent="0">
              <a:buClr>
                <a:schemeClr val="accent4"/>
              </a:buClr>
              <a:buNone/>
              <a:defRPr/>
            </a:lvl4pPr>
            <a:lvl5pPr marL="1828800" indent="0">
              <a:buClr>
                <a:schemeClr val="accent4"/>
              </a:buClr>
              <a:buNone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893074D1-FE95-C723-DD56-8DC01380DDF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82663" y="441325"/>
            <a:ext cx="5113337" cy="6048376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Click </a:t>
            </a:r>
            <a:r>
              <a:rPr lang="de-DE" err="1"/>
              <a:t>icon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endParaRPr lang="de-DE"/>
          </a:p>
        </p:txBody>
      </p:sp>
      <p:pic>
        <p:nvPicPr>
          <p:cNvPr id="3" name="Grafik 2" descr="Ein Bild, das Symbol, Schrift, Grafiken, Design enthält.&#10;&#10;Automatisch generierte Beschreibung">
            <a:extLst>
              <a:ext uri="{FF2B5EF4-FFF2-40B4-BE49-F238E27FC236}">
                <a16:creationId xmlns:a16="http://schemas.microsoft.com/office/drawing/2014/main" id="{5263C356-FF73-5B29-59DB-08031EC42F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02984" y="138407"/>
            <a:ext cx="1245100" cy="565905"/>
          </a:xfrm>
          <a:prstGeom prst="rect">
            <a:avLst/>
          </a:prstGeom>
        </p:spPr>
      </p:pic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9736C027-777B-A257-41F6-410E2B5BC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0550" y="6356348"/>
            <a:ext cx="7175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bg1">
                    <a:lumMod val="6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42480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5" pos="3840" userDrawn="1">
          <p15:clr>
            <a:srgbClr val="FBAE40"/>
          </p15:clr>
        </p15:guide>
        <p15:guide id="6" pos="4067" userDrawn="1">
          <p15:clr>
            <a:srgbClr val="FBAE40"/>
          </p15:clr>
        </p15:guide>
        <p15:guide id="7" orient="horz" pos="1389" userDrawn="1">
          <p15:clr>
            <a:srgbClr val="FBAE40"/>
          </p15:clr>
        </p15:guide>
        <p15:guide id="8" orient="horz" pos="1593" userDrawn="1">
          <p15:clr>
            <a:srgbClr val="FBAE40"/>
          </p15:clr>
        </p15:guide>
        <p15:guide id="9" pos="5654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371474" cy="447846"/>
          </a:xfrm>
          <a:prstGeom prst="rect">
            <a:avLst/>
          </a:prstGeom>
        </p:spPr>
      </p:pic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B85C59BD-FB6C-4B76-30A2-4D4D38AE92B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463862" y="441325"/>
            <a:ext cx="5140763" cy="6048375"/>
          </a:xfrm>
        </p:spPr>
        <p:txBody>
          <a:bodyPr anchor="ctr"/>
          <a:lstStyle>
            <a:lvl1pPr marL="0" indent="0">
              <a:buClr>
                <a:schemeClr val="accent4"/>
              </a:buClr>
              <a:buNone/>
              <a:defRPr/>
            </a:lvl1pPr>
            <a:lvl2pPr marL="457200" indent="0">
              <a:buClr>
                <a:schemeClr val="accent4"/>
              </a:buClr>
              <a:buNone/>
              <a:defRPr/>
            </a:lvl2pPr>
            <a:lvl3pPr marL="914400" indent="0">
              <a:buClr>
                <a:schemeClr val="accent4"/>
              </a:buClr>
              <a:buNone/>
              <a:defRPr/>
            </a:lvl3pPr>
            <a:lvl4pPr marL="1371600" indent="0">
              <a:buClr>
                <a:schemeClr val="accent4"/>
              </a:buClr>
              <a:buNone/>
              <a:defRPr/>
            </a:lvl4pPr>
            <a:lvl5pPr marL="1828800" indent="0">
              <a:buClr>
                <a:schemeClr val="accent4"/>
              </a:buClr>
              <a:buNone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893074D1-FE95-C723-DD56-8DC01380DDF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82663" y="441325"/>
            <a:ext cx="5113337" cy="6048376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Click </a:t>
            </a:r>
            <a:r>
              <a:rPr lang="de-DE" err="1"/>
              <a:t>icon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endParaRPr lang="de-DE"/>
          </a:p>
        </p:txBody>
      </p:sp>
      <p:pic>
        <p:nvPicPr>
          <p:cNvPr id="2" name="Grafik 1" descr="Ein Bild, das Symbol, Schrift, Grafiken, Design enthält.&#10;&#10;Automatisch generierte Beschreibung">
            <a:extLst>
              <a:ext uri="{FF2B5EF4-FFF2-40B4-BE49-F238E27FC236}">
                <a16:creationId xmlns:a16="http://schemas.microsoft.com/office/drawing/2014/main" id="{9674A19F-3F03-03AF-F538-441FFE67E7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02984" y="138407"/>
            <a:ext cx="1245100" cy="565905"/>
          </a:xfrm>
          <a:prstGeom prst="rect">
            <a:avLst/>
          </a:prstGeom>
        </p:spPr>
      </p:pic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DE7E35CD-CDB0-3BD4-2238-3D34F38460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0550" y="6356348"/>
            <a:ext cx="7175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bg1">
                    <a:lumMod val="6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82994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5" pos="3840" userDrawn="1">
          <p15:clr>
            <a:srgbClr val="FBAE40"/>
          </p15:clr>
        </p15:guide>
        <p15:guide id="6" pos="4067" userDrawn="1">
          <p15:clr>
            <a:srgbClr val="FBAE40"/>
          </p15:clr>
        </p15:guide>
        <p15:guide id="7" pos="565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371474" cy="447846"/>
          </a:xfrm>
          <a:prstGeom prst="rect">
            <a:avLst/>
          </a:prstGeom>
        </p:spPr>
      </p:pic>
      <p:sp>
        <p:nvSpPr>
          <p:cNvPr id="7" name="Bildplatzhalter 5">
            <a:extLst>
              <a:ext uri="{FF2B5EF4-FFF2-40B4-BE49-F238E27FC236}">
                <a16:creationId xmlns:a16="http://schemas.microsoft.com/office/drawing/2014/main" id="{893074D1-FE95-C723-DD56-8DC01380DDF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82663" y="441325"/>
            <a:ext cx="10621962" cy="6048376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Click </a:t>
            </a:r>
            <a:r>
              <a:rPr lang="de-DE" err="1"/>
              <a:t>icon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endParaRPr lang="de-DE"/>
          </a:p>
        </p:txBody>
      </p:sp>
      <p:pic>
        <p:nvPicPr>
          <p:cNvPr id="3" name="Grafik 2" descr="Ein Bild, das Symbol, Schrift, Grafiken, Design enthält.&#10;&#10;Automatisch generierte Beschreibung">
            <a:extLst>
              <a:ext uri="{FF2B5EF4-FFF2-40B4-BE49-F238E27FC236}">
                <a16:creationId xmlns:a16="http://schemas.microsoft.com/office/drawing/2014/main" id="{13192550-B1FD-71C2-5ACF-0E76D3387EC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02984" y="138407"/>
            <a:ext cx="1245100" cy="565905"/>
          </a:xfrm>
          <a:prstGeom prst="rect">
            <a:avLst/>
          </a:prstGeom>
        </p:spPr>
      </p:pic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4CFC9643-4931-9125-F453-A4E33B78E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0550" y="6356348"/>
            <a:ext cx="7175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bg1">
                    <a:lumMod val="6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3629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5" pos="5654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91435F-D0EF-A95A-E91D-AB966D38E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2663" y="441326"/>
            <a:ext cx="10621962" cy="1763568"/>
          </a:xfrm>
        </p:spPr>
        <p:txBody>
          <a:bodyPr anchor="t"/>
          <a:lstStyle>
            <a:lvl1pPr>
              <a:defRPr b="1" i="0" baseline="0"/>
            </a:lvl1pPr>
          </a:lstStyle>
          <a:p>
            <a:r>
              <a:rPr lang="de-DE"/>
              <a:t>CLICK TO ADD TITLE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371474" cy="447846"/>
          </a:xfrm>
          <a:prstGeom prst="rect">
            <a:avLst/>
          </a:prstGeom>
        </p:spPr>
      </p:pic>
      <p:pic>
        <p:nvPicPr>
          <p:cNvPr id="4" name="Grafik 3" descr="Ein Bild, das Symbol, Schrift, Grafiken, Design enthält.&#10;&#10;Automatisch generierte Beschreibung">
            <a:extLst>
              <a:ext uri="{FF2B5EF4-FFF2-40B4-BE49-F238E27FC236}">
                <a16:creationId xmlns:a16="http://schemas.microsoft.com/office/drawing/2014/main" id="{40128794-6882-6831-F46B-D0132D98320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02984" y="138407"/>
            <a:ext cx="1245100" cy="565905"/>
          </a:xfrm>
          <a:prstGeom prst="rect">
            <a:avLst/>
          </a:prstGeom>
        </p:spPr>
      </p:pic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D09ACC6D-B1F6-3E06-3AF1-12A7B0DC79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0550" y="6356348"/>
            <a:ext cx="7175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bg1">
                    <a:lumMod val="6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84201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7" orient="horz" pos="1389" userDrawn="1">
          <p15:clr>
            <a:srgbClr val="FBAE40"/>
          </p15:clr>
        </p15:guide>
        <p15:guide id="8" pos="5654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+Name+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91435F-D0EF-A95A-E91D-AB966D38E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14637" y="3795551"/>
            <a:ext cx="4710375" cy="1182342"/>
          </a:xfrm>
        </p:spPr>
        <p:txBody>
          <a:bodyPr anchor="ctr"/>
          <a:lstStyle>
            <a:lvl1pPr algn="ctr">
              <a:defRPr b="1" i="0" baseline="0"/>
            </a:lvl1pPr>
          </a:lstStyle>
          <a:p>
            <a:r>
              <a:rPr lang="de-DE"/>
              <a:t>THANK YOU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371474" cy="447846"/>
          </a:xfrm>
          <a:prstGeom prst="rect">
            <a:avLst/>
          </a:prstGeom>
        </p:spPr>
      </p:pic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B85C59BD-FB6C-4B76-30A2-4D4D38AE92B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14637" y="1412874"/>
            <a:ext cx="6689987" cy="1891577"/>
          </a:xfrm>
        </p:spPr>
        <p:txBody>
          <a:bodyPr/>
          <a:lstStyle>
            <a:lvl1pPr marL="0" indent="0">
              <a:buClr>
                <a:schemeClr val="accent4"/>
              </a:buClr>
              <a:buNone/>
              <a:defRPr/>
            </a:lvl1pPr>
            <a:lvl2pPr marL="457200" indent="0">
              <a:buClr>
                <a:schemeClr val="accent4"/>
              </a:buClr>
              <a:buNone/>
              <a:defRPr/>
            </a:lvl2pPr>
            <a:lvl3pPr marL="914400" indent="0">
              <a:buClr>
                <a:schemeClr val="accent4"/>
              </a:buClr>
              <a:buNone/>
              <a:defRPr/>
            </a:lvl3pPr>
            <a:lvl4pPr marL="1371600" indent="0">
              <a:buClr>
                <a:schemeClr val="accent4"/>
              </a:buClr>
              <a:buNone/>
              <a:defRPr/>
            </a:lvl4pPr>
            <a:lvl5pPr marL="1828800" indent="0">
              <a:buClr>
                <a:schemeClr val="accent4"/>
              </a:buClr>
              <a:buNone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Name</a:t>
            </a:r>
          </a:p>
          <a:p>
            <a:pPr lvl="1"/>
            <a:r>
              <a:rPr lang="de-DE"/>
              <a:t>and Contact</a:t>
            </a:r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893074D1-FE95-C723-DD56-8DC01380DDF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82663" y="1412875"/>
            <a:ext cx="3318170" cy="3563938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Click </a:t>
            </a:r>
            <a:r>
              <a:rPr lang="de-DE" err="1"/>
              <a:t>icon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0964B48-1CF7-AB2F-B9E3-BD01B17095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8395" y="4977892"/>
            <a:ext cx="2228850" cy="165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102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5" pos="6063" userDrawn="1">
          <p15:clr>
            <a:srgbClr val="FBAE40"/>
          </p15:clr>
        </p15:guide>
        <p15:guide id="6" orient="horz" pos="3135" userDrawn="1">
          <p15:clr>
            <a:srgbClr val="FBAE40"/>
          </p15:clr>
        </p15:guide>
        <p15:guide id="7" orient="horz" pos="890" userDrawn="1">
          <p15:clr>
            <a:srgbClr val="FBAE40"/>
          </p15:clr>
        </p15:guide>
        <p15:guide id="8" pos="3092" userDrawn="1">
          <p15:clr>
            <a:srgbClr val="FBAE40"/>
          </p15:clr>
        </p15:guide>
        <p15:guide id="9" pos="2706" userDrawn="1">
          <p15:clr>
            <a:srgbClr val="FBAE40"/>
          </p15:clr>
        </p15:guide>
        <p15:guide id="10" pos="5654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0BB17B9D-8C7F-837B-8397-CFBDB1B135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700713" cy="570071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49057E8-478C-6801-5E4A-C3284ADCDA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477002" y="1716396"/>
            <a:ext cx="3714750" cy="2754630"/>
          </a:xfrm>
          <a:prstGeom prst="rect">
            <a:avLst/>
          </a:prstGeom>
        </p:spPr>
      </p:pic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AFAC56EB-6F02-D1C5-535D-37891A82F242}"/>
              </a:ext>
            </a:extLst>
          </p:cNvPr>
          <p:cNvGrpSpPr/>
          <p:nvPr userDrawn="1"/>
        </p:nvGrpSpPr>
        <p:grpSpPr>
          <a:xfrm>
            <a:off x="10783854" y="6391498"/>
            <a:ext cx="1422000" cy="284400"/>
            <a:chOff x="10770000" y="6171214"/>
            <a:chExt cx="1422000" cy="284400"/>
          </a:xfrm>
        </p:grpSpPr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52CC0DF0-F924-0CD0-46B5-0199F916352D}"/>
                </a:ext>
              </a:extLst>
            </p:cNvPr>
            <p:cNvSpPr/>
            <p:nvPr userDrawn="1"/>
          </p:nvSpPr>
          <p:spPr>
            <a:xfrm>
              <a:off x="10770000" y="6171214"/>
              <a:ext cx="1422000" cy="28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/>
                </a:solidFill>
              </a:endParaRPr>
            </a:p>
          </p:txBody>
        </p:sp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AE7230AB-7A83-5D7D-5341-D68E147075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0917126" y="6201145"/>
              <a:ext cx="764540" cy="1955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92703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067" userDrawn="1">
          <p15:clr>
            <a:srgbClr val="FBAE40"/>
          </p15:clr>
        </p15:guide>
        <p15:guide id="3" pos="6425" userDrawn="1">
          <p15:clr>
            <a:srgbClr val="FBAE40"/>
          </p15:clr>
        </p15:guide>
        <p15:guide id="4" pos="6788" userDrawn="1">
          <p15:clr>
            <a:srgbClr val="FBAE40"/>
          </p15:clr>
        </p15:guide>
        <p15:guide id="5" orient="horz" pos="4020" userDrawn="1">
          <p15:clr>
            <a:srgbClr val="FBAE40"/>
          </p15:clr>
        </p15:guide>
        <p15:guide id="6" orient="horz" pos="4201" userDrawn="1">
          <p15:clr>
            <a:srgbClr val="FBAE40"/>
          </p15:clr>
        </p15:guide>
        <p15:guide id="11" orient="horz" pos="2795" userDrawn="1">
          <p15:clr>
            <a:srgbClr val="FBAE40"/>
          </p15:clr>
        </p15:guide>
        <p15:guide id="12" pos="3591" userDrawn="1">
          <p15:clr>
            <a:srgbClr val="FBAE40"/>
          </p15:clr>
        </p15:guide>
        <p15:guide id="13" orient="horz" pos="3589" userDrawn="1">
          <p15:clr>
            <a:srgbClr val="FBAE40"/>
          </p15:clr>
        </p15:guide>
        <p15:guide id="14" orient="horz" pos="1071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+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F52236E9-1C32-1999-D1CA-8F78124732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1600"/>
            <a:ext cx="4953000" cy="4953000"/>
          </a:xfrm>
          <a:prstGeom prst="rect">
            <a:avLst/>
          </a:prstGeom>
        </p:spPr>
      </p:pic>
      <p:sp>
        <p:nvSpPr>
          <p:cNvPr id="2" name="Titel 6">
            <a:extLst>
              <a:ext uri="{FF2B5EF4-FFF2-40B4-BE49-F238E27FC236}">
                <a16:creationId xmlns:a16="http://schemas.microsoft.com/office/drawing/2014/main" id="{B8B57418-4493-200A-46F2-44CB919B98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35639" y="1455441"/>
            <a:ext cx="5868986" cy="1002010"/>
          </a:xfrm>
        </p:spPr>
        <p:txBody>
          <a:bodyPr lIns="0" tIns="0" rIns="0" bIns="0" anchor="b" anchorCtr="0">
            <a:noAutofit/>
          </a:bodyPr>
          <a:lstStyle>
            <a:lvl1pPr>
              <a:defRPr cap="all" baseline="0"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title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0388D14-5790-9B23-0E8F-095638CB66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628188" y="4976813"/>
            <a:ext cx="2228850" cy="165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542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613" userDrawn="1">
          <p15:clr>
            <a:srgbClr val="FBAE40"/>
          </p15:clr>
        </p15:guide>
        <p15:guide id="3" orient="horz" pos="913" userDrawn="1">
          <p15:clr>
            <a:srgbClr val="FBAE40"/>
          </p15:clr>
        </p15:guide>
        <p15:guide id="4" orient="horz" pos="1548" userDrawn="1">
          <p15:clr>
            <a:srgbClr val="FBAE40"/>
          </p15:clr>
        </p15:guide>
        <p15:guide id="5" pos="6063" userDrawn="1">
          <p15:clr>
            <a:srgbClr val="FBAE40"/>
          </p15:clr>
        </p15:guide>
        <p15:guide id="6" orient="horz" pos="3135" userDrawn="1">
          <p15:clr>
            <a:srgbClr val="FBAE40"/>
          </p15:clr>
        </p15:guide>
        <p15:guide id="7" pos="3114" userDrawn="1">
          <p15:clr>
            <a:srgbClr val="FBAE40"/>
          </p15:clr>
        </p15:guide>
        <p15:guide id="8" orient="horz" pos="3407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+Headline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F52236E9-1C32-1999-D1CA-8F78124732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1600"/>
            <a:ext cx="4953000" cy="4953000"/>
          </a:xfrm>
          <a:prstGeom prst="rect">
            <a:avLst/>
          </a:prstGeom>
        </p:spPr>
      </p:pic>
      <p:sp>
        <p:nvSpPr>
          <p:cNvPr id="2" name="Titel 6">
            <a:extLst>
              <a:ext uri="{FF2B5EF4-FFF2-40B4-BE49-F238E27FC236}">
                <a16:creationId xmlns:a16="http://schemas.microsoft.com/office/drawing/2014/main" id="{B8B57418-4493-200A-46F2-44CB919B98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35639" y="1455441"/>
            <a:ext cx="5868986" cy="1002010"/>
          </a:xfrm>
        </p:spPr>
        <p:txBody>
          <a:bodyPr lIns="0" tIns="0" rIns="0" bIns="0" anchor="b" anchorCtr="0">
            <a:noAutofit/>
          </a:bodyPr>
          <a:lstStyle>
            <a:lvl1pPr>
              <a:defRPr cap="all" baseline="0"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title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76DFFC2-2051-3448-15D9-F3104395077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35638" y="2816225"/>
            <a:ext cx="5868987" cy="2160589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subtitle</a:t>
            </a:r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9603620-EFA5-C30E-9369-5084F6B31B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628188" y="4976813"/>
            <a:ext cx="2228850" cy="165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916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613" userDrawn="1">
          <p15:clr>
            <a:srgbClr val="FBAE40"/>
          </p15:clr>
        </p15:guide>
        <p15:guide id="3" orient="horz" pos="913" userDrawn="1">
          <p15:clr>
            <a:srgbClr val="FBAE40"/>
          </p15:clr>
        </p15:guide>
        <p15:guide id="4" orient="horz" pos="1548" userDrawn="1">
          <p15:clr>
            <a:srgbClr val="FBAE40"/>
          </p15:clr>
        </p15:guide>
        <p15:guide id="5" pos="6063" userDrawn="1">
          <p15:clr>
            <a:srgbClr val="FBAE40"/>
          </p15:clr>
        </p15:guide>
        <p15:guide id="6" orient="horz" pos="3135" userDrawn="1">
          <p15:clr>
            <a:srgbClr val="FBAE40"/>
          </p15:clr>
        </p15:guide>
        <p15:guide id="7" pos="3114" userDrawn="1">
          <p15:clr>
            <a:srgbClr val="FBAE40"/>
          </p15:clr>
        </p15:guide>
        <p15:guide id="8" orient="horz" pos="3407" userDrawn="1">
          <p15:clr>
            <a:srgbClr val="FBAE40"/>
          </p15:clr>
        </p15:guide>
        <p15:guide id="9" orient="horz" pos="1774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+Headlin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1B084534-1EF6-37AC-E7EE-F1C8A5ACB5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35638" y="1455441"/>
            <a:ext cx="5868987" cy="1002010"/>
          </a:xfrm>
        </p:spPr>
        <p:txBody>
          <a:bodyPr lIns="0" tIns="0" rIns="0" bIns="0" anchor="b" anchorCtr="0">
            <a:noAutofit/>
          </a:bodyPr>
          <a:lstStyle>
            <a:lvl1pPr>
              <a:defRPr cap="all" baseline="0"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title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C398BAD1-C5FA-DD02-B31C-2AAD3CB18D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1600"/>
            <a:ext cx="4953000" cy="4953000"/>
          </a:xfrm>
          <a:prstGeom prst="rect">
            <a:avLst/>
          </a:prstGeom>
        </p:spPr>
      </p:pic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AD6F4836-CC8E-813C-7E81-47D264E39C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35638" y="2816224"/>
            <a:ext cx="5868986" cy="3673475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</p:txBody>
      </p:sp>
      <p:pic>
        <p:nvPicPr>
          <p:cNvPr id="10" name="Grafik 9" descr="Ein Bild, das Symbol enthält.&#10;&#10;Automatisch generierte Beschreibung">
            <a:extLst>
              <a:ext uri="{FF2B5EF4-FFF2-40B4-BE49-F238E27FC236}">
                <a16:creationId xmlns:a16="http://schemas.microsoft.com/office/drawing/2014/main" id="{089FAE90-E459-3EC1-9833-6D000E3E8C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08898" y="35476"/>
            <a:ext cx="1311213" cy="596110"/>
          </a:xfrm>
          <a:prstGeom prst="rect">
            <a:avLst/>
          </a:prstGeom>
        </p:spPr>
      </p:pic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5E35FCF8-20D8-B9A9-EECE-6E960DDECD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0654" y="6356348"/>
            <a:ext cx="7074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5994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3" userDrawn="1">
          <p15:clr>
            <a:srgbClr val="FBAE40"/>
          </p15:clr>
        </p15:guide>
        <p15:guide id="2" pos="3613" userDrawn="1">
          <p15:clr>
            <a:srgbClr val="FBAE40"/>
          </p15:clr>
        </p15:guide>
        <p15:guide id="3" orient="horz" pos="1548" userDrawn="1">
          <p15:clr>
            <a:srgbClr val="FBAE40"/>
          </p15:clr>
        </p15:guide>
        <p15:guide id="4" orient="horz" pos="1774" userDrawn="1">
          <p15:clr>
            <a:srgbClr val="FBAE40"/>
          </p15:clr>
        </p15:guide>
        <p15:guide id="10" orient="horz" pos="4156" userDrawn="1">
          <p15:clr>
            <a:srgbClr val="FBAE40"/>
          </p15:clr>
        </p15:guide>
        <p15:guide id="11" orient="horz" pos="4088" userDrawn="1">
          <p15:clr>
            <a:srgbClr val="FBAE40"/>
          </p15:clr>
        </p15:guide>
        <p15:guide id="13" pos="6063" userDrawn="1">
          <p15:clr>
            <a:srgbClr val="FBAE40"/>
          </p15:clr>
        </p15:guide>
        <p15:guide id="14" orient="horz" pos="300" userDrawn="1">
          <p15:clr>
            <a:srgbClr val="FBAE40"/>
          </p15:clr>
        </p15:guide>
        <p15:guide id="15" pos="3114" userDrawn="1">
          <p15:clr>
            <a:srgbClr val="FBAE40"/>
          </p15:clr>
        </p15:guide>
        <p15:guide id="16" orient="horz" pos="3407" userDrawn="1">
          <p15:clr>
            <a:srgbClr val="FBAE40"/>
          </p15:clr>
        </p15:guide>
        <p15:guide id="17" orient="horz" pos="436" userDrawn="1">
          <p15:clr>
            <a:srgbClr val="FBAE40"/>
          </p15:clr>
        </p15:guide>
        <p15:guide id="18" pos="5632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line+Bullet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91435F-D0EF-A95A-E91D-AB966D38E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5083" y="692150"/>
            <a:ext cx="10609542" cy="1512743"/>
          </a:xfrm>
        </p:spPr>
        <p:txBody>
          <a:bodyPr/>
          <a:lstStyle>
            <a:lvl1pPr>
              <a:defRPr b="1" i="0" baseline="0"/>
            </a:lvl1pPr>
          </a:lstStyle>
          <a:p>
            <a:r>
              <a:rPr lang="de-DE"/>
              <a:t>CLICK TO ADD TITLE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CF0BA4-D894-12E1-B811-59A84E5665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95083" y="2544172"/>
            <a:ext cx="10609542" cy="3945528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982662" cy="447846"/>
          </a:xfrm>
          <a:prstGeom prst="rect">
            <a:avLst/>
          </a:prstGeom>
        </p:spPr>
      </p:pic>
      <p:pic>
        <p:nvPicPr>
          <p:cNvPr id="4" name="Grafik 3" descr="Ein Bild, das Symbol enthält.&#10;&#10;Automatisch generierte Beschreibung">
            <a:extLst>
              <a:ext uri="{FF2B5EF4-FFF2-40B4-BE49-F238E27FC236}">
                <a16:creationId xmlns:a16="http://schemas.microsoft.com/office/drawing/2014/main" id="{FF699C6D-7C8D-31D5-9973-4A973DAEF72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08898" y="35476"/>
            <a:ext cx="1311213" cy="596110"/>
          </a:xfrm>
          <a:prstGeom prst="rect">
            <a:avLst/>
          </a:prstGeom>
        </p:spPr>
      </p:pic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4AB99CC-854B-C1F7-B182-C0026FB4B6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0654" y="6356348"/>
            <a:ext cx="7074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9025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5" orient="horz" pos="1389" userDrawn="1">
          <p15:clr>
            <a:srgbClr val="FBAE40"/>
          </p15:clr>
        </p15:guide>
        <p15:guide id="6" orient="horz" pos="1593" userDrawn="1">
          <p15:clr>
            <a:srgbClr val="FBAE40"/>
          </p15:clr>
        </p15:guide>
        <p15:guide id="7" pos="5632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lin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91435F-D0EF-A95A-E91D-AB966D38E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5083" y="692151"/>
            <a:ext cx="10609542" cy="732380"/>
          </a:xfrm>
        </p:spPr>
        <p:txBody>
          <a:bodyPr/>
          <a:lstStyle>
            <a:lvl1pPr>
              <a:defRPr b="1" i="0" baseline="0"/>
            </a:lvl1pPr>
          </a:lstStyle>
          <a:p>
            <a:r>
              <a:rPr lang="de-DE"/>
              <a:t>CLICK TO ADD TITLE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CF0BA4-D894-12E1-B811-59A84E5665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95083" y="1670102"/>
            <a:ext cx="10609542" cy="4819598"/>
          </a:xfrm>
        </p:spPr>
        <p:txBody>
          <a:bodyPr/>
          <a:lstStyle>
            <a:lvl1pPr marL="0" indent="0">
              <a:buClr>
                <a:schemeClr val="accent4"/>
              </a:buClr>
              <a:buNone/>
              <a:defRPr/>
            </a:lvl1pPr>
            <a:lvl2pPr marL="457200" indent="0">
              <a:buClr>
                <a:schemeClr val="accent4"/>
              </a:buClr>
              <a:buNone/>
              <a:defRPr/>
            </a:lvl2pPr>
            <a:lvl3pPr marL="914400" indent="0">
              <a:buClr>
                <a:schemeClr val="accent4"/>
              </a:buClr>
              <a:buNone/>
              <a:defRPr/>
            </a:lvl3pPr>
            <a:lvl4pPr marL="1371600" indent="0">
              <a:buClr>
                <a:schemeClr val="accent4"/>
              </a:buClr>
              <a:buNone/>
              <a:defRPr/>
            </a:lvl4pPr>
            <a:lvl5pPr marL="1828800" indent="0">
              <a:buClr>
                <a:schemeClr val="accent4"/>
              </a:buClr>
              <a:buNone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982662" cy="447846"/>
          </a:xfrm>
          <a:prstGeom prst="rect">
            <a:avLst/>
          </a:prstGeom>
        </p:spPr>
      </p:pic>
      <p:pic>
        <p:nvPicPr>
          <p:cNvPr id="4" name="Grafik 3" descr="Ein Bild, das Symbol enthält.&#10;&#10;Automatisch generierte Beschreibung">
            <a:extLst>
              <a:ext uri="{FF2B5EF4-FFF2-40B4-BE49-F238E27FC236}">
                <a16:creationId xmlns:a16="http://schemas.microsoft.com/office/drawing/2014/main" id="{D8D6F579-318F-FC36-0C6F-6E004BCB773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08898" y="35476"/>
            <a:ext cx="1311213" cy="596110"/>
          </a:xfrm>
          <a:prstGeom prst="rect">
            <a:avLst/>
          </a:prstGeom>
        </p:spPr>
      </p:pic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3152DDA-7E4B-2DD2-EE6C-25E6EE5D89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0654" y="6356348"/>
            <a:ext cx="7074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2890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5" orient="horz" pos="1389" userDrawn="1">
          <p15:clr>
            <a:srgbClr val="FBAE40"/>
          </p15:clr>
        </p15:guide>
        <p15:guide id="6" orient="horz" pos="1593" userDrawn="1">
          <p15:clr>
            <a:srgbClr val="FBAE40"/>
          </p15:clr>
        </p15:guide>
        <p15:guide id="7" pos="5632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+2 Spl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91435F-D0EF-A95A-E91D-AB966D38E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5083" y="692150"/>
            <a:ext cx="10609542" cy="1512743"/>
          </a:xfrm>
        </p:spPr>
        <p:txBody>
          <a:bodyPr/>
          <a:lstStyle>
            <a:lvl1pPr>
              <a:defRPr b="1" i="0" baseline="0"/>
            </a:lvl1pPr>
          </a:lstStyle>
          <a:p>
            <a:r>
              <a:rPr lang="de-DE"/>
              <a:t>CLICK TO ADD TITLE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CF0BA4-D894-12E1-B811-59A84E5665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95082" y="2544172"/>
            <a:ext cx="5100917" cy="3945528"/>
          </a:xfrm>
        </p:spPr>
        <p:txBody>
          <a:bodyPr/>
          <a:lstStyle>
            <a:lvl1pPr marL="0" indent="0">
              <a:buClr>
                <a:schemeClr val="accent4"/>
              </a:buClr>
              <a:buNone/>
              <a:defRPr/>
            </a:lvl1pPr>
            <a:lvl2pPr marL="457200" indent="0">
              <a:buClr>
                <a:schemeClr val="accent4"/>
              </a:buClr>
              <a:buNone/>
              <a:defRPr/>
            </a:lvl2pPr>
            <a:lvl3pPr marL="914400" indent="0">
              <a:buClr>
                <a:schemeClr val="accent4"/>
              </a:buClr>
              <a:buNone/>
              <a:defRPr/>
            </a:lvl3pPr>
            <a:lvl4pPr marL="1371600" indent="0">
              <a:buClr>
                <a:schemeClr val="accent4"/>
              </a:buClr>
              <a:buNone/>
              <a:defRPr/>
            </a:lvl4pPr>
            <a:lvl5pPr marL="1828800" indent="0">
              <a:buClr>
                <a:schemeClr val="accent4"/>
              </a:buClr>
              <a:buNone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982662" cy="447846"/>
          </a:xfrm>
          <a:prstGeom prst="rect">
            <a:avLst/>
          </a:prstGeom>
        </p:spPr>
      </p:pic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B85C59BD-FB6C-4B76-30A2-4D4D38AE92B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463862" y="2544172"/>
            <a:ext cx="5140763" cy="3945528"/>
          </a:xfrm>
        </p:spPr>
        <p:txBody>
          <a:bodyPr/>
          <a:lstStyle>
            <a:lvl1pPr marL="0" indent="0">
              <a:buClr>
                <a:schemeClr val="accent4"/>
              </a:buClr>
              <a:buNone/>
              <a:defRPr/>
            </a:lvl1pPr>
            <a:lvl2pPr marL="457200" indent="0">
              <a:buClr>
                <a:schemeClr val="accent4"/>
              </a:buClr>
              <a:buNone/>
              <a:defRPr/>
            </a:lvl2pPr>
            <a:lvl3pPr marL="914400" indent="0">
              <a:buClr>
                <a:schemeClr val="accent4"/>
              </a:buClr>
              <a:buNone/>
              <a:defRPr/>
            </a:lvl3pPr>
            <a:lvl4pPr marL="1371600" indent="0">
              <a:buClr>
                <a:schemeClr val="accent4"/>
              </a:buClr>
              <a:buNone/>
              <a:defRPr/>
            </a:lvl4pPr>
            <a:lvl5pPr marL="1828800" indent="0">
              <a:buClr>
                <a:schemeClr val="accent4"/>
              </a:buClr>
              <a:buNone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pic>
        <p:nvPicPr>
          <p:cNvPr id="4" name="Grafik 3" descr="Ein Bild, das Symbol enthält.&#10;&#10;Automatisch generierte Beschreibung">
            <a:extLst>
              <a:ext uri="{FF2B5EF4-FFF2-40B4-BE49-F238E27FC236}">
                <a16:creationId xmlns:a16="http://schemas.microsoft.com/office/drawing/2014/main" id="{F6505576-957A-BCD6-3A97-6EFFF527CCD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08898" y="35476"/>
            <a:ext cx="1311213" cy="596110"/>
          </a:xfrm>
          <a:prstGeom prst="rect">
            <a:avLst/>
          </a:prstGeom>
        </p:spPr>
      </p:pic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530CC3AA-F299-57DD-35E2-5072D9566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0654" y="6356348"/>
            <a:ext cx="7074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0904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5" pos="3840" userDrawn="1">
          <p15:clr>
            <a:srgbClr val="FBAE40"/>
          </p15:clr>
        </p15:guide>
        <p15:guide id="6" pos="4067" userDrawn="1">
          <p15:clr>
            <a:srgbClr val="FBAE40"/>
          </p15:clr>
        </p15:guide>
        <p15:guide id="7" orient="horz" pos="1389" userDrawn="1">
          <p15:clr>
            <a:srgbClr val="FBAE40"/>
          </p15:clr>
        </p15:guide>
        <p15:guide id="8" orient="horz" pos="1593" userDrawn="1">
          <p15:clr>
            <a:srgbClr val="FBAE40"/>
          </p15:clr>
        </p15:guide>
        <p15:guide id="9" pos="5632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+2 Spl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91435F-D0EF-A95A-E91D-AB966D38E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5083" y="692151"/>
            <a:ext cx="10609542" cy="732380"/>
          </a:xfrm>
        </p:spPr>
        <p:txBody>
          <a:bodyPr/>
          <a:lstStyle>
            <a:lvl1pPr>
              <a:defRPr b="1" i="0" baseline="0"/>
            </a:lvl1pPr>
          </a:lstStyle>
          <a:p>
            <a:r>
              <a:rPr lang="de-DE"/>
              <a:t>CLICK TO ADD TITLE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CF0BA4-D894-12E1-B811-59A84E5665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95082" y="1662545"/>
            <a:ext cx="5100917" cy="4827155"/>
          </a:xfrm>
        </p:spPr>
        <p:txBody>
          <a:bodyPr/>
          <a:lstStyle>
            <a:lvl1pPr marL="0" indent="0">
              <a:buClr>
                <a:schemeClr val="accent4"/>
              </a:buClr>
              <a:buNone/>
              <a:defRPr/>
            </a:lvl1pPr>
            <a:lvl2pPr marL="457200" indent="0">
              <a:buClr>
                <a:schemeClr val="accent4"/>
              </a:buClr>
              <a:buNone/>
              <a:defRPr/>
            </a:lvl2pPr>
            <a:lvl3pPr marL="914400" indent="0">
              <a:buClr>
                <a:schemeClr val="accent4"/>
              </a:buClr>
              <a:buNone/>
              <a:defRPr/>
            </a:lvl3pPr>
            <a:lvl4pPr marL="1371600" indent="0">
              <a:buClr>
                <a:schemeClr val="accent4"/>
              </a:buClr>
              <a:buNone/>
              <a:defRPr/>
            </a:lvl4pPr>
            <a:lvl5pPr marL="1828800" indent="0">
              <a:buClr>
                <a:schemeClr val="accent4"/>
              </a:buClr>
              <a:buNone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982662" cy="447846"/>
          </a:xfrm>
          <a:prstGeom prst="rect">
            <a:avLst/>
          </a:prstGeom>
        </p:spPr>
      </p:pic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B85C59BD-FB6C-4B76-30A2-4D4D38AE92B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463862" y="1662545"/>
            <a:ext cx="5140763" cy="4827155"/>
          </a:xfrm>
        </p:spPr>
        <p:txBody>
          <a:bodyPr/>
          <a:lstStyle>
            <a:lvl1pPr marL="0" indent="0">
              <a:buClr>
                <a:schemeClr val="accent4"/>
              </a:buClr>
              <a:buNone/>
              <a:defRPr/>
            </a:lvl1pPr>
            <a:lvl2pPr marL="457200" indent="0">
              <a:buClr>
                <a:schemeClr val="accent4"/>
              </a:buClr>
              <a:buNone/>
              <a:defRPr/>
            </a:lvl2pPr>
            <a:lvl3pPr marL="914400" indent="0">
              <a:buClr>
                <a:schemeClr val="accent4"/>
              </a:buClr>
              <a:buNone/>
              <a:defRPr/>
            </a:lvl3pPr>
            <a:lvl4pPr marL="1371600" indent="0">
              <a:buClr>
                <a:schemeClr val="accent4"/>
              </a:buClr>
              <a:buNone/>
              <a:defRPr/>
            </a:lvl4pPr>
            <a:lvl5pPr marL="1828800" indent="0">
              <a:buClr>
                <a:schemeClr val="accent4"/>
              </a:buClr>
              <a:buNone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pic>
        <p:nvPicPr>
          <p:cNvPr id="4" name="Grafik 3" descr="Ein Bild, das Symbol enthält.&#10;&#10;Automatisch generierte Beschreibung">
            <a:extLst>
              <a:ext uri="{FF2B5EF4-FFF2-40B4-BE49-F238E27FC236}">
                <a16:creationId xmlns:a16="http://schemas.microsoft.com/office/drawing/2014/main" id="{DAB0DF1B-EE72-2DAF-D686-714D64B1C9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08898" y="35476"/>
            <a:ext cx="1311213" cy="596110"/>
          </a:xfrm>
          <a:prstGeom prst="rect">
            <a:avLst/>
          </a:prstGeom>
        </p:spPr>
      </p:pic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46CDAB71-AA44-06A9-4850-DE5183B395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0654" y="6356348"/>
            <a:ext cx="7074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9239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>
          <p15:clr>
            <a:srgbClr val="FBAE40"/>
          </p15:clr>
        </p15:guide>
        <p15:guide id="3" orient="horz" pos="278">
          <p15:clr>
            <a:srgbClr val="FBAE40"/>
          </p15:clr>
        </p15:guide>
        <p15:guide id="4" pos="619">
          <p15:clr>
            <a:srgbClr val="FBAE40"/>
          </p15:clr>
        </p15:guide>
        <p15:guide id="5" pos="3840">
          <p15:clr>
            <a:srgbClr val="FBAE40"/>
          </p15:clr>
        </p15:guide>
        <p15:guide id="6" pos="4067">
          <p15:clr>
            <a:srgbClr val="FBAE40"/>
          </p15:clr>
        </p15:guide>
        <p15:guide id="7" orient="horz" pos="1389">
          <p15:clr>
            <a:srgbClr val="FBAE40"/>
          </p15:clr>
        </p15:guide>
        <p15:guide id="8" orient="horz" pos="1593">
          <p15:clr>
            <a:srgbClr val="FBAE40"/>
          </p15:clr>
        </p15:guide>
        <p15:guide id="9" pos="5632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CF0BA4-D894-12E1-B811-59A84E5665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95083" y="692150"/>
            <a:ext cx="10609542" cy="5797550"/>
          </a:xfrm>
        </p:spPr>
        <p:txBody>
          <a:bodyPr anchor="ctr"/>
          <a:lstStyle>
            <a:lvl1pPr marL="0" indent="0">
              <a:buClr>
                <a:schemeClr val="accent4"/>
              </a:buClr>
              <a:buNone/>
              <a:defRPr/>
            </a:lvl1pPr>
            <a:lvl2pPr marL="457200" indent="0">
              <a:buClr>
                <a:schemeClr val="accent4"/>
              </a:buClr>
              <a:buNone/>
              <a:defRPr/>
            </a:lvl2pPr>
            <a:lvl3pPr marL="914400" indent="0">
              <a:buClr>
                <a:schemeClr val="accent4"/>
              </a:buClr>
              <a:buNone/>
              <a:defRPr/>
            </a:lvl3pPr>
            <a:lvl4pPr marL="1371600" indent="0">
              <a:buClr>
                <a:schemeClr val="accent4"/>
              </a:buClr>
              <a:buNone/>
              <a:defRPr/>
            </a:lvl4pPr>
            <a:lvl5pPr marL="1828800" indent="0">
              <a:buClr>
                <a:schemeClr val="accent4"/>
              </a:buClr>
              <a:buNone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982662" cy="447846"/>
          </a:xfrm>
          <a:prstGeom prst="rect">
            <a:avLst/>
          </a:prstGeom>
        </p:spPr>
      </p:pic>
      <p:pic>
        <p:nvPicPr>
          <p:cNvPr id="2" name="Grafik 1" descr="Ein Bild, das Symbol enthält.&#10;&#10;Automatisch generierte Beschreibung">
            <a:extLst>
              <a:ext uri="{FF2B5EF4-FFF2-40B4-BE49-F238E27FC236}">
                <a16:creationId xmlns:a16="http://schemas.microsoft.com/office/drawing/2014/main" id="{F7067FB3-F495-4BB0-2CB8-E5AF3B021A5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08898" y="35476"/>
            <a:ext cx="1311213" cy="596110"/>
          </a:xfrm>
          <a:prstGeom prst="rect">
            <a:avLst/>
          </a:prstGeom>
        </p:spPr>
      </p:pic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584C6BE5-3B5C-A503-52FF-8C7703E4C7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0654" y="6356348"/>
            <a:ext cx="7074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252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5" pos="5632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+Bullet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CF0BA4-D894-12E1-B811-59A84E5665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95083" y="692150"/>
            <a:ext cx="10609542" cy="5797550"/>
          </a:xfrm>
        </p:spPr>
        <p:txBody>
          <a:bodyPr anchor="ctr"/>
          <a:lstStyle>
            <a:lvl1pPr marL="342900" indent="-342900">
              <a:buClr>
                <a:schemeClr val="accent4"/>
              </a:buClr>
              <a:buFont typeface="Wingdings" panose="05000000000000000000" pitchFamily="2" charset="2"/>
              <a:buChar char="§"/>
              <a:defRPr/>
            </a:lvl1pPr>
            <a:lvl2pPr marL="800100" indent="-342900">
              <a:buClr>
                <a:schemeClr val="accent4"/>
              </a:buClr>
              <a:buFont typeface="Wingdings" panose="05000000000000000000" pitchFamily="2" charset="2"/>
              <a:buChar char="§"/>
              <a:defRPr/>
            </a:lvl2pPr>
            <a:lvl3pPr marL="1257300" indent="-342900">
              <a:buClr>
                <a:schemeClr val="accent4"/>
              </a:buClr>
              <a:buFont typeface="Wingdings" panose="05000000000000000000" pitchFamily="2" charset="2"/>
              <a:buChar char="§"/>
              <a:defRPr/>
            </a:lvl3pPr>
            <a:lvl4pPr marL="1657350" indent="-285750">
              <a:buClr>
                <a:schemeClr val="accent4"/>
              </a:buClr>
              <a:buFont typeface="Wingdings" panose="05000000000000000000" pitchFamily="2" charset="2"/>
              <a:buChar char="§"/>
              <a:defRPr/>
            </a:lvl4pPr>
            <a:lvl5pPr marL="2114550" indent="-285750">
              <a:buClr>
                <a:schemeClr val="accent4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982662" cy="447846"/>
          </a:xfrm>
          <a:prstGeom prst="rect">
            <a:avLst/>
          </a:prstGeom>
        </p:spPr>
      </p:pic>
      <p:pic>
        <p:nvPicPr>
          <p:cNvPr id="4" name="Grafik 3" descr="Ein Bild, das Symbol enthält.&#10;&#10;Automatisch generierte Beschreibung">
            <a:extLst>
              <a:ext uri="{FF2B5EF4-FFF2-40B4-BE49-F238E27FC236}">
                <a16:creationId xmlns:a16="http://schemas.microsoft.com/office/drawing/2014/main" id="{A27E3986-4DB8-9A67-F597-1BDE35116B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08898" y="35476"/>
            <a:ext cx="1311213" cy="596110"/>
          </a:xfrm>
          <a:prstGeom prst="rect">
            <a:avLst/>
          </a:prstGeom>
        </p:spPr>
      </p:pic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75280C09-321B-CA49-8B7D-86D58ADC7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0654" y="6356348"/>
            <a:ext cx="7074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1828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5" pos="5632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+Pictur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91435F-D0EF-A95A-E91D-AB966D38E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63861" y="692150"/>
            <a:ext cx="5140764" cy="1512743"/>
          </a:xfrm>
        </p:spPr>
        <p:txBody>
          <a:bodyPr/>
          <a:lstStyle>
            <a:lvl1pPr>
              <a:defRPr b="1" i="0" baseline="0"/>
            </a:lvl1pPr>
          </a:lstStyle>
          <a:p>
            <a:r>
              <a:rPr lang="de-DE"/>
              <a:t>CLICK TO ADD TITLE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982662" cy="447846"/>
          </a:xfrm>
          <a:prstGeom prst="rect">
            <a:avLst/>
          </a:prstGeom>
        </p:spPr>
      </p:pic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B85C59BD-FB6C-4B76-30A2-4D4D38AE92B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463862" y="2544172"/>
            <a:ext cx="5140763" cy="3945528"/>
          </a:xfrm>
        </p:spPr>
        <p:txBody>
          <a:bodyPr/>
          <a:lstStyle>
            <a:lvl1pPr marL="0" indent="0">
              <a:buClr>
                <a:schemeClr val="accent4"/>
              </a:buClr>
              <a:buNone/>
              <a:defRPr/>
            </a:lvl1pPr>
            <a:lvl2pPr marL="457200" indent="0">
              <a:buClr>
                <a:schemeClr val="accent4"/>
              </a:buClr>
              <a:buNone/>
              <a:defRPr/>
            </a:lvl2pPr>
            <a:lvl3pPr marL="914400" indent="0">
              <a:buClr>
                <a:schemeClr val="accent4"/>
              </a:buClr>
              <a:buNone/>
              <a:defRPr/>
            </a:lvl3pPr>
            <a:lvl4pPr marL="1371600" indent="0">
              <a:buClr>
                <a:schemeClr val="accent4"/>
              </a:buClr>
              <a:buNone/>
              <a:defRPr/>
            </a:lvl4pPr>
            <a:lvl5pPr marL="1828800" indent="0">
              <a:buClr>
                <a:schemeClr val="accent4"/>
              </a:buClr>
              <a:buNone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893074D1-FE95-C723-DD56-8DC01380DDF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82663" y="692151"/>
            <a:ext cx="5113337" cy="579755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Click </a:t>
            </a:r>
            <a:r>
              <a:rPr lang="de-DE" err="1"/>
              <a:t>icon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endParaRPr lang="de-DE"/>
          </a:p>
        </p:txBody>
      </p:sp>
      <p:pic>
        <p:nvPicPr>
          <p:cNvPr id="3" name="Grafik 2" descr="Ein Bild, das Symbol enthält.&#10;&#10;Automatisch generierte Beschreibung">
            <a:extLst>
              <a:ext uri="{FF2B5EF4-FFF2-40B4-BE49-F238E27FC236}">
                <a16:creationId xmlns:a16="http://schemas.microsoft.com/office/drawing/2014/main" id="{F3921F3F-C5CF-ABBA-79D4-209F49D97B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08898" y="35476"/>
            <a:ext cx="1311213" cy="596110"/>
          </a:xfrm>
          <a:prstGeom prst="rect">
            <a:avLst/>
          </a:prstGeom>
        </p:spPr>
      </p:pic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27A7FE12-C8C2-B299-7F8A-8E59B55BB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0654" y="6356348"/>
            <a:ext cx="7074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6672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5" pos="3840" userDrawn="1">
          <p15:clr>
            <a:srgbClr val="FBAE40"/>
          </p15:clr>
        </p15:guide>
        <p15:guide id="6" pos="4067" userDrawn="1">
          <p15:clr>
            <a:srgbClr val="FBAE40"/>
          </p15:clr>
        </p15:guide>
        <p15:guide id="7" orient="horz" pos="1389" userDrawn="1">
          <p15:clr>
            <a:srgbClr val="FBAE40"/>
          </p15:clr>
        </p15:guide>
        <p15:guide id="8" orient="horz" pos="1593" userDrawn="1">
          <p15:clr>
            <a:srgbClr val="FBAE40"/>
          </p15:clr>
        </p15:guide>
        <p15:guide id="9" pos="5632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982662" cy="447846"/>
          </a:xfrm>
          <a:prstGeom prst="rect">
            <a:avLst/>
          </a:prstGeom>
        </p:spPr>
      </p:pic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B85C59BD-FB6C-4B76-30A2-4D4D38AE92B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463862" y="692150"/>
            <a:ext cx="5140763" cy="5797550"/>
          </a:xfrm>
        </p:spPr>
        <p:txBody>
          <a:bodyPr anchor="ctr"/>
          <a:lstStyle>
            <a:lvl1pPr marL="0" indent="0">
              <a:buClr>
                <a:schemeClr val="accent4"/>
              </a:buClr>
              <a:buNone/>
              <a:defRPr/>
            </a:lvl1pPr>
            <a:lvl2pPr marL="457200" indent="0">
              <a:buClr>
                <a:schemeClr val="accent4"/>
              </a:buClr>
              <a:buNone/>
              <a:defRPr/>
            </a:lvl2pPr>
            <a:lvl3pPr marL="914400" indent="0">
              <a:buClr>
                <a:schemeClr val="accent4"/>
              </a:buClr>
              <a:buNone/>
              <a:defRPr/>
            </a:lvl3pPr>
            <a:lvl4pPr marL="1371600" indent="0">
              <a:buClr>
                <a:schemeClr val="accent4"/>
              </a:buClr>
              <a:buNone/>
              <a:defRPr/>
            </a:lvl4pPr>
            <a:lvl5pPr marL="1828800" indent="0">
              <a:buClr>
                <a:schemeClr val="accent4"/>
              </a:buClr>
              <a:buNone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893074D1-FE95-C723-DD56-8DC01380DDF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82663" y="692151"/>
            <a:ext cx="5113337" cy="579755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Click </a:t>
            </a:r>
            <a:r>
              <a:rPr lang="de-DE" err="1"/>
              <a:t>icon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endParaRPr lang="de-DE"/>
          </a:p>
        </p:txBody>
      </p:sp>
      <p:pic>
        <p:nvPicPr>
          <p:cNvPr id="2" name="Grafik 1" descr="Ein Bild, das Symbol enthält.&#10;&#10;Automatisch generierte Beschreibung">
            <a:extLst>
              <a:ext uri="{FF2B5EF4-FFF2-40B4-BE49-F238E27FC236}">
                <a16:creationId xmlns:a16="http://schemas.microsoft.com/office/drawing/2014/main" id="{BFEA0B81-2222-DB78-F20B-C77B5BBBD5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08898" y="35476"/>
            <a:ext cx="1311213" cy="596110"/>
          </a:xfrm>
          <a:prstGeom prst="rect">
            <a:avLst/>
          </a:prstGeom>
        </p:spPr>
      </p:pic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7C30EE76-184A-D131-23F0-01D711DD5C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0654" y="6356348"/>
            <a:ext cx="7074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42830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5" pos="3840" userDrawn="1">
          <p15:clr>
            <a:srgbClr val="FBAE40"/>
          </p15:clr>
        </p15:guide>
        <p15:guide id="6" pos="4067" userDrawn="1">
          <p15:clr>
            <a:srgbClr val="FBAE40"/>
          </p15:clr>
        </p15:guide>
        <p15:guide id="7" pos="5632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982662" cy="447846"/>
          </a:xfrm>
          <a:prstGeom prst="rect">
            <a:avLst/>
          </a:prstGeom>
        </p:spPr>
      </p:pic>
      <p:sp>
        <p:nvSpPr>
          <p:cNvPr id="7" name="Bildplatzhalter 5">
            <a:extLst>
              <a:ext uri="{FF2B5EF4-FFF2-40B4-BE49-F238E27FC236}">
                <a16:creationId xmlns:a16="http://schemas.microsoft.com/office/drawing/2014/main" id="{893074D1-FE95-C723-DD56-8DC01380DDF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82663" y="692151"/>
            <a:ext cx="10621962" cy="579755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Click </a:t>
            </a:r>
            <a:r>
              <a:rPr lang="de-DE" err="1"/>
              <a:t>icon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endParaRPr lang="de-DE"/>
          </a:p>
        </p:txBody>
      </p:sp>
      <p:pic>
        <p:nvPicPr>
          <p:cNvPr id="3" name="Grafik 2" descr="Ein Bild, das Symbol enthält.&#10;&#10;Automatisch generierte Beschreibung">
            <a:extLst>
              <a:ext uri="{FF2B5EF4-FFF2-40B4-BE49-F238E27FC236}">
                <a16:creationId xmlns:a16="http://schemas.microsoft.com/office/drawing/2014/main" id="{A97F97A9-4126-1709-5195-3AB789D16C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08898" y="35476"/>
            <a:ext cx="1311213" cy="596110"/>
          </a:xfrm>
          <a:prstGeom prst="rect">
            <a:avLst/>
          </a:prstGeom>
        </p:spPr>
      </p:pic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D19F7149-0FC3-5C78-6A7A-916707113F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0654" y="6356348"/>
            <a:ext cx="7074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430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5" pos="5632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91435F-D0EF-A95A-E91D-AB966D38E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2663" y="692150"/>
            <a:ext cx="10621962" cy="1512743"/>
          </a:xfrm>
        </p:spPr>
        <p:txBody>
          <a:bodyPr/>
          <a:lstStyle>
            <a:lvl1pPr>
              <a:defRPr b="1" i="0" baseline="0"/>
            </a:lvl1pPr>
          </a:lstStyle>
          <a:p>
            <a:r>
              <a:rPr lang="de-DE"/>
              <a:t>CLICK TO ADD TITLE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982662" cy="447846"/>
          </a:xfrm>
          <a:prstGeom prst="rect">
            <a:avLst/>
          </a:prstGeom>
        </p:spPr>
      </p:pic>
      <p:pic>
        <p:nvPicPr>
          <p:cNvPr id="4" name="Grafik 3" descr="Ein Bild, das Symbol enthält.&#10;&#10;Automatisch generierte Beschreibung">
            <a:extLst>
              <a:ext uri="{FF2B5EF4-FFF2-40B4-BE49-F238E27FC236}">
                <a16:creationId xmlns:a16="http://schemas.microsoft.com/office/drawing/2014/main" id="{AADAA75B-796F-3252-6328-3C92CC434B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08898" y="35476"/>
            <a:ext cx="1311213" cy="596110"/>
          </a:xfrm>
          <a:prstGeom prst="rect">
            <a:avLst/>
          </a:prstGeom>
        </p:spPr>
      </p:pic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3642B22E-4A0D-6D7F-C293-BD9EEEDBF0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0654" y="6356348"/>
            <a:ext cx="7074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759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7" orient="horz" pos="1389" userDrawn="1">
          <p15:clr>
            <a:srgbClr val="FBAE40"/>
          </p15:clr>
        </p15:guide>
        <p15:guide id="8" pos="5632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+Name+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91435F-D0EF-A95A-E91D-AB966D38E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14637" y="3795551"/>
            <a:ext cx="4710375" cy="1182342"/>
          </a:xfrm>
        </p:spPr>
        <p:txBody>
          <a:bodyPr anchor="ctr"/>
          <a:lstStyle>
            <a:lvl1pPr algn="ctr">
              <a:defRPr b="1" i="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THANK YOU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982662" cy="447846"/>
          </a:xfrm>
          <a:prstGeom prst="rect">
            <a:avLst/>
          </a:prstGeom>
        </p:spPr>
      </p:pic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B85C59BD-FB6C-4B76-30A2-4D4D38AE92B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14637" y="1412874"/>
            <a:ext cx="6689987" cy="1891577"/>
          </a:xfrm>
        </p:spPr>
        <p:txBody>
          <a:bodyPr/>
          <a:lstStyle>
            <a:lvl1pPr marL="0" indent="0">
              <a:buClr>
                <a:schemeClr val="accent4"/>
              </a:buClr>
              <a:buNone/>
              <a:defRPr>
                <a:solidFill>
                  <a:schemeClr val="tx1"/>
                </a:solidFill>
              </a:defRPr>
            </a:lvl1pPr>
            <a:lvl2pPr marL="457200" indent="0">
              <a:buClr>
                <a:schemeClr val="accent4"/>
              </a:buClr>
              <a:buNone/>
              <a:defRPr>
                <a:solidFill>
                  <a:schemeClr val="tx1"/>
                </a:solidFill>
              </a:defRPr>
            </a:lvl2pPr>
            <a:lvl3pPr marL="914400" indent="0">
              <a:buClr>
                <a:schemeClr val="accent4"/>
              </a:buClr>
              <a:buNone/>
              <a:defRPr/>
            </a:lvl3pPr>
            <a:lvl4pPr marL="1371600" indent="0">
              <a:buClr>
                <a:schemeClr val="accent4"/>
              </a:buClr>
              <a:buNone/>
              <a:defRPr/>
            </a:lvl4pPr>
            <a:lvl5pPr marL="1828800" indent="0">
              <a:buClr>
                <a:schemeClr val="accent4"/>
              </a:buClr>
              <a:buNone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Name</a:t>
            </a:r>
          </a:p>
          <a:p>
            <a:pPr lvl="1"/>
            <a:r>
              <a:rPr lang="de-DE"/>
              <a:t>and Contact</a:t>
            </a:r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893074D1-FE95-C723-DD56-8DC01380DDF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82663" y="1412875"/>
            <a:ext cx="3318170" cy="3563938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Click </a:t>
            </a:r>
            <a:r>
              <a:rPr lang="de-DE" err="1"/>
              <a:t>icon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A00F213-E340-D6A6-7E37-AA78D94593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628188" y="4976813"/>
            <a:ext cx="2228850" cy="165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960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5" pos="6063" userDrawn="1">
          <p15:clr>
            <a:srgbClr val="FBAE40"/>
          </p15:clr>
        </p15:guide>
        <p15:guide id="6" orient="horz" pos="3135" userDrawn="1">
          <p15:clr>
            <a:srgbClr val="FBAE40"/>
          </p15:clr>
        </p15:guide>
        <p15:guide id="7" orient="horz" pos="890" userDrawn="1">
          <p15:clr>
            <a:srgbClr val="FBAE40"/>
          </p15:clr>
        </p15:guide>
        <p15:guide id="8" pos="3092" userDrawn="1">
          <p15:clr>
            <a:srgbClr val="FBAE40"/>
          </p15:clr>
        </p15:guide>
        <p15:guide id="9" pos="2706" userDrawn="1">
          <p15:clr>
            <a:srgbClr val="FBAE40"/>
          </p15:clr>
        </p15:guide>
        <p15:guide id="10" pos="5632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0BB17B9D-8C7F-837B-8397-CFBDB1B135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700713" cy="570071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49057E8-478C-6801-5E4A-C3284ADCDA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477002" y="1716396"/>
            <a:ext cx="3714750" cy="2754630"/>
          </a:xfrm>
          <a:prstGeom prst="rect">
            <a:avLst/>
          </a:prstGeom>
        </p:spPr>
      </p:pic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AFAC56EB-6F02-D1C5-535D-37891A82F242}"/>
              </a:ext>
            </a:extLst>
          </p:cNvPr>
          <p:cNvGrpSpPr/>
          <p:nvPr userDrawn="1"/>
        </p:nvGrpSpPr>
        <p:grpSpPr>
          <a:xfrm>
            <a:off x="10783854" y="6391498"/>
            <a:ext cx="1422000" cy="284400"/>
            <a:chOff x="10770000" y="6171214"/>
            <a:chExt cx="1422000" cy="284400"/>
          </a:xfrm>
        </p:grpSpPr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52CC0DF0-F924-0CD0-46B5-0199F916352D}"/>
                </a:ext>
              </a:extLst>
            </p:cNvPr>
            <p:cNvSpPr/>
            <p:nvPr userDrawn="1"/>
          </p:nvSpPr>
          <p:spPr>
            <a:xfrm>
              <a:off x="10770000" y="6171214"/>
              <a:ext cx="1422000" cy="28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bg1"/>
                </a:solidFill>
              </a:endParaRPr>
            </a:p>
          </p:txBody>
        </p:sp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AE7230AB-7A83-5D7D-5341-D68E147075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0917126" y="6201145"/>
              <a:ext cx="764540" cy="1955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224042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067" userDrawn="1">
          <p15:clr>
            <a:srgbClr val="FBAE40"/>
          </p15:clr>
        </p15:guide>
        <p15:guide id="3" pos="6425" userDrawn="1">
          <p15:clr>
            <a:srgbClr val="FBAE40"/>
          </p15:clr>
        </p15:guide>
        <p15:guide id="4" pos="6788" userDrawn="1">
          <p15:clr>
            <a:srgbClr val="FBAE40"/>
          </p15:clr>
        </p15:guide>
        <p15:guide id="5" orient="horz" pos="4020" userDrawn="1">
          <p15:clr>
            <a:srgbClr val="FBAE40"/>
          </p15:clr>
        </p15:guide>
        <p15:guide id="6" orient="horz" pos="4201" userDrawn="1">
          <p15:clr>
            <a:srgbClr val="FBAE40"/>
          </p15:clr>
        </p15:guide>
        <p15:guide id="11" orient="horz" pos="2795" userDrawn="1">
          <p15:clr>
            <a:srgbClr val="FBAE40"/>
          </p15:clr>
        </p15:guide>
        <p15:guide id="12" pos="3591" userDrawn="1">
          <p15:clr>
            <a:srgbClr val="FBAE40"/>
          </p15:clr>
        </p15:guide>
        <p15:guide id="13" orient="horz" pos="3589" userDrawn="1">
          <p15:clr>
            <a:srgbClr val="FBAE40"/>
          </p15:clr>
        </p15:guide>
        <p15:guide id="14" orient="horz" pos="1071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+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F52236E9-1C32-1999-D1CA-8F78124732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1600"/>
            <a:ext cx="4953000" cy="4953000"/>
          </a:xfrm>
          <a:prstGeom prst="rect">
            <a:avLst/>
          </a:prstGeom>
        </p:spPr>
      </p:pic>
      <p:sp>
        <p:nvSpPr>
          <p:cNvPr id="2" name="Titel 6">
            <a:extLst>
              <a:ext uri="{FF2B5EF4-FFF2-40B4-BE49-F238E27FC236}">
                <a16:creationId xmlns:a16="http://schemas.microsoft.com/office/drawing/2014/main" id="{B8B57418-4493-200A-46F2-44CB919B98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35639" y="1455441"/>
            <a:ext cx="5868986" cy="1002010"/>
          </a:xfrm>
        </p:spPr>
        <p:txBody>
          <a:bodyPr lIns="0" tIns="0" rIns="0" bIns="0" anchor="b" anchorCtr="0">
            <a:noAutofit/>
          </a:bodyPr>
          <a:lstStyle>
            <a:lvl1pPr>
              <a:defRPr cap="all" baseline="0"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title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0388D14-5790-9B23-0E8F-095638CB66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628188" y="4976813"/>
            <a:ext cx="2228850" cy="165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970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613" userDrawn="1">
          <p15:clr>
            <a:srgbClr val="FBAE40"/>
          </p15:clr>
        </p15:guide>
        <p15:guide id="3" orient="horz" pos="913" userDrawn="1">
          <p15:clr>
            <a:srgbClr val="FBAE40"/>
          </p15:clr>
        </p15:guide>
        <p15:guide id="4" orient="horz" pos="1548" userDrawn="1">
          <p15:clr>
            <a:srgbClr val="FBAE40"/>
          </p15:clr>
        </p15:guide>
        <p15:guide id="5" pos="6063" userDrawn="1">
          <p15:clr>
            <a:srgbClr val="FBAE40"/>
          </p15:clr>
        </p15:guide>
        <p15:guide id="6" orient="horz" pos="3135" userDrawn="1">
          <p15:clr>
            <a:srgbClr val="FBAE40"/>
          </p15:clr>
        </p15:guide>
        <p15:guide id="7" pos="3114" userDrawn="1">
          <p15:clr>
            <a:srgbClr val="FBAE40"/>
          </p15:clr>
        </p15:guide>
        <p15:guide id="8" orient="horz" pos="3407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+Headline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F52236E9-1C32-1999-D1CA-8F78124732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1600"/>
            <a:ext cx="4953000" cy="4953000"/>
          </a:xfrm>
          <a:prstGeom prst="rect">
            <a:avLst/>
          </a:prstGeom>
        </p:spPr>
      </p:pic>
      <p:sp>
        <p:nvSpPr>
          <p:cNvPr id="2" name="Titel 6">
            <a:extLst>
              <a:ext uri="{FF2B5EF4-FFF2-40B4-BE49-F238E27FC236}">
                <a16:creationId xmlns:a16="http://schemas.microsoft.com/office/drawing/2014/main" id="{B8B57418-4493-200A-46F2-44CB919B98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35639" y="1455441"/>
            <a:ext cx="5868986" cy="1002010"/>
          </a:xfrm>
        </p:spPr>
        <p:txBody>
          <a:bodyPr lIns="0" tIns="0" rIns="0" bIns="0" anchor="b" anchorCtr="0">
            <a:noAutofit/>
          </a:bodyPr>
          <a:lstStyle>
            <a:lvl1pPr>
              <a:defRPr cap="all" baseline="0"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title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76DFFC2-2051-3448-15D9-F3104395077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35638" y="2816225"/>
            <a:ext cx="5868987" cy="2160589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subtitle</a:t>
            </a:r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9603620-EFA5-C30E-9369-5084F6B31B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628188" y="4976813"/>
            <a:ext cx="2228850" cy="165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732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613" userDrawn="1">
          <p15:clr>
            <a:srgbClr val="FBAE40"/>
          </p15:clr>
        </p15:guide>
        <p15:guide id="3" orient="horz" pos="913" userDrawn="1">
          <p15:clr>
            <a:srgbClr val="FBAE40"/>
          </p15:clr>
        </p15:guide>
        <p15:guide id="4" orient="horz" pos="1548" userDrawn="1">
          <p15:clr>
            <a:srgbClr val="FBAE40"/>
          </p15:clr>
        </p15:guide>
        <p15:guide id="5" pos="6063" userDrawn="1">
          <p15:clr>
            <a:srgbClr val="FBAE40"/>
          </p15:clr>
        </p15:guide>
        <p15:guide id="6" orient="horz" pos="3135" userDrawn="1">
          <p15:clr>
            <a:srgbClr val="FBAE40"/>
          </p15:clr>
        </p15:guide>
        <p15:guide id="7" pos="3114" userDrawn="1">
          <p15:clr>
            <a:srgbClr val="FBAE40"/>
          </p15:clr>
        </p15:guide>
        <p15:guide id="8" orient="horz" pos="3407" userDrawn="1">
          <p15:clr>
            <a:srgbClr val="FBAE40"/>
          </p15:clr>
        </p15:guide>
        <p15:guide id="9" orient="horz" pos="1774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+Headlin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1B084534-1EF6-37AC-E7EE-F1C8A5ACB5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35638" y="1455441"/>
            <a:ext cx="5868987" cy="1002010"/>
          </a:xfrm>
        </p:spPr>
        <p:txBody>
          <a:bodyPr lIns="0" tIns="0" rIns="0" bIns="0" anchor="b" anchorCtr="0">
            <a:noAutofit/>
          </a:bodyPr>
          <a:lstStyle>
            <a:lvl1pPr>
              <a:defRPr cap="all" baseline="0"/>
            </a:lvl1pPr>
          </a:lstStyle>
          <a:p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title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C398BAD1-C5FA-DD02-B31C-2AAD3CB18D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1600"/>
            <a:ext cx="4953000" cy="4953000"/>
          </a:xfrm>
          <a:prstGeom prst="rect">
            <a:avLst/>
          </a:prstGeom>
        </p:spPr>
      </p:pic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AD6F4836-CC8E-813C-7E81-47D264E39C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35638" y="2816224"/>
            <a:ext cx="5868986" cy="3673475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B36624B2-1E67-810C-3A1F-82B9915D7E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764" y="6356348"/>
            <a:ext cx="7813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0652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3" userDrawn="1">
          <p15:clr>
            <a:srgbClr val="FBAE40"/>
          </p15:clr>
        </p15:guide>
        <p15:guide id="2" pos="3613" userDrawn="1">
          <p15:clr>
            <a:srgbClr val="FBAE40"/>
          </p15:clr>
        </p15:guide>
        <p15:guide id="3" orient="horz" pos="1548" userDrawn="1">
          <p15:clr>
            <a:srgbClr val="FBAE40"/>
          </p15:clr>
        </p15:guide>
        <p15:guide id="4" orient="horz" pos="1774" userDrawn="1">
          <p15:clr>
            <a:srgbClr val="FBAE40"/>
          </p15:clr>
        </p15:guide>
        <p15:guide id="10" orient="horz" pos="4156" userDrawn="1">
          <p15:clr>
            <a:srgbClr val="FBAE40"/>
          </p15:clr>
        </p15:guide>
        <p15:guide id="11" orient="horz" pos="4088" userDrawn="1">
          <p15:clr>
            <a:srgbClr val="FBAE40"/>
          </p15:clr>
        </p15:guide>
        <p15:guide id="13" pos="6063" userDrawn="1">
          <p15:clr>
            <a:srgbClr val="FBAE40"/>
          </p15:clr>
        </p15:guide>
        <p15:guide id="14" orient="horz" pos="300" userDrawn="1">
          <p15:clr>
            <a:srgbClr val="FBAE40"/>
          </p15:clr>
        </p15:guide>
        <p15:guide id="15" pos="3114" userDrawn="1">
          <p15:clr>
            <a:srgbClr val="FBAE40"/>
          </p15:clr>
        </p15:guide>
        <p15:guide id="16" orient="horz" pos="3407" userDrawn="1">
          <p15:clr>
            <a:srgbClr val="FBAE40"/>
          </p15:clr>
        </p15:guide>
        <p15:guide id="17" orient="horz" pos="436" userDrawn="1">
          <p15:clr>
            <a:srgbClr val="FBAE40"/>
          </p15:clr>
        </p15:guide>
        <p15:guide id="18" pos="5632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line+Bullet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91435F-D0EF-A95A-E91D-AB966D38E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5083" y="441326"/>
            <a:ext cx="10609542" cy="1763568"/>
          </a:xfrm>
        </p:spPr>
        <p:txBody>
          <a:bodyPr anchor="t"/>
          <a:lstStyle>
            <a:lvl1pPr>
              <a:defRPr b="1" i="0" baseline="0"/>
            </a:lvl1pPr>
          </a:lstStyle>
          <a:p>
            <a:r>
              <a:rPr lang="de-DE"/>
              <a:t>CLICK TO ADD TITLE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CF0BA4-D894-12E1-B811-59A84E5665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95083" y="2544172"/>
            <a:ext cx="10609542" cy="3945528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371474" cy="447846"/>
          </a:xfrm>
          <a:prstGeom prst="rect">
            <a:avLst/>
          </a:prstGeom>
        </p:spPr>
      </p:pic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763FE5CD-71DE-BC6A-F846-C89B8AA3FF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764" y="6356348"/>
            <a:ext cx="7813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3354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5" orient="horz" pos="1389" userDrawn="1">
          <p15:clr>
            <a:srgbClr val="FBAE40"/>
          </p15:clr>
        </p15:guide>
        <p15:guide id="6" orient="horz" pos="1593" userDrawn="1">
          <p15:clr>
            <a:srgbClr val="FBAE40"/>
          </p15:clr>
        </p15:guide>
        <p15:guide id="7" pos="5632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lin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91435F-D0EF-A95A-E91D-AB966D38E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5083" y="441326"/>
            <a:ext cx="10609542" cy="616657"/>
          </a:xfrm>
        </p:spPr>
        <p:txBody>
          <a:bodyPr anchor="t"/>
          <a:lstStyle>
            <a:lvl1pPr>
              <a:defRPr b="1" i="0" baseline="0"/>
            </a:lvl1pPr>
          </a:lstStyle>
          <a:p>
            <a:r>
              <a:rPr lang="de-DE"/>
              <a:t>CLICK TO ADD TITLE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CF0BA4-D894-12E1-B811-59A84E5665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95083" y="1345150"/>
            <a:ext cx="10609542" cy="5144550"/>
          </a:xfrm>
        </p:spPr>
        <p:txBody>
          <a:bodyPr/>
          <a:lstStyle>
            <a:lvl1pPr marL="0" indent="0">
              <a:buClr>
                <a:schemeClr val="accent4"/>
              </a:buClr>
              <a:buNone/>
              <a:defRPr/>
            </a:lvl1pPr>
            <a:lvl2pPr marL="457200" indent="0">
              <a:buClr>
                <a:schemeClr val="accent4"/>
              </a:buClr>
              <a:buNone/>
              <a:defRPr/>
            </a:lvl2pPr>
            <a:lvl3pPr marL="914400" indent="0">
              <a:buClr>
                <a:schemeClr val="accent4"/>
              </a:buClr>
              <a:buNone/>
              <a:defRPr/>
            </a:lvl3pPr>
            <a:lvl4pPr marL="1371600" indent="0">
              <a:buClr>
                <a:schemeClr val="accent4"/>
              </a:buClr>
              <a:buNone/>
              <a:defRPr/>
            </a:lvl4pPr>
            <a:lvl5pPr marL="1828800" indent="0">
              <a:buClr>
                <a:schemeClr val="accent4"/>
              </a:buClr>
              <a:buNone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371474" cy="447846"/>
          </a:xfrm>
          <a:prstGeom prst="rect">
            <a:avLst/>
          </a:prstGeom>
        </p:spPr>
      </p:pic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A556D4F5-9EBF-4F27-1478-FE90254A2B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764" y="6356348"/>
            <a:ext cx="7813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36896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5" orient="horz" pos="1389" userDrawn="1">
          <p15:clr>
            <a:srgbClr val="FBAE40"/>
          </p15:clr>
        </p15:guide>
        <p15:guide id="6" orient="horz" pos="1593" userDrawn="1">
          <p15:clr>
            <a:srgbClr val="FBAE40"/>
          </p15:clr>
        </p15:guide>
        <p15:guide id="7" pos="5632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+2 Spl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91435F-D0EF-A95A-E91D-AB966D38E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5083" y="441326"/>
            <a:ext cx="10609542" cy="1763568"/>
          </a:xfrm>
        </p:spPr>
        <p:txBody>
          <a:bodyPr anchor="t"/>
          <a:lstStyle>
            <a:lvl1pPr>
              <a:defRPr b="1" i="0" baseline="0"/>
            </a:lvl1pPr>
          </a:lstStyle>
          <a:p>
            <a:r>
              <a:rPr lang="de-DE"/>
              <a:t>CLICK TO ADD TITLE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CF0BA4-D894-12E1-B811-59A84E5665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95082" y="2544172"/>
            <a:ext cx="5100917" cy="3945528"/>
          </a:xfrm>
        </p:spPr>
        <p:txBody>
          <a:bodyPr/>
          <a:lstStyle>
            <a:lvl1pPr marL="0" indent="0">
              <a:buClr>
                <a:schemeClr val="accent4"/>
              </a:buClr>
              <a:buNone/>
              <a:defRPr/>
            </a:lvl1pPr>
            <a:lvl2pPr marL="457200" indent="0">
              <a:buClr>
                <a:schemeClr val="accent4"/>
              </a:buClr>
              <a:buNone/>
              <a:defRPr/>
            </a:lvl2pPr>
            <a:lvl3pPr marL="914400" indent="0">
              <a:buClr>
                <a:schemeClr val="accent4"/>
              </a:buClr>
              <a:buNone/>
              <a:defRPr/>
            </a:lvl3pPr>
            <a:lvl4pPr marL="1371600" indent="0">
              <a:buClr>
                <a:schemeClr val="accent4"/>
              </a:buClr>
              <a:buNone/>
              <a:defRPr/>
            </a:lvl4pPr>
            <a:lvl5pPr marL="1828800" indent="0">
              <a:buClr>
                <a:schemeClr val="accent4"/>
              </a:buClr>
              <a:buNone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371474" cy="447846"/>
          </a:xfrm>
          <a:prstGeom prst="rect">
            <a:avLst/>
          </a:prstGeom>
        </p:spPr>
      </p:pic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B85C59BD-FB6C-4B76-30A2-4D4D38AE92B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463862" y="2544172"/>
            <a:ext cx="5140763" cy="3945528"/>
          </a:xfrm>
        </p:spPr>
        <p:txBody>
          <a:bodyPr/>
          <a:lstStyle>
            <a:lvl1pPr marL="0" indent="0">
              <a:buClr>
                <a:schemeClr val="accent4"/>
              </a:buClr>
              <a:buNone/>
              <a:defRPr/>
            </a:lvl1pPr>
            <a:lvl2pPr marL="457200" indent="0">
              <a:buClr>
                <a:schemeClr val="accent4"/>
              </a:buClr>
              <a:buNone/>
              <a:defRPr/>
            </a:lvl2pPr>
            <a:lvl3pPr marL="914400" indent="0">
              <a:buClr>
                <a:schemeClr val="accent4"/>
              </a:buClr>
              <a:buNone/>
              <a:defRPr/>
            </a:lvl3pPr>
            <a:lvl4pPr marL="1371600" indent="0">
              <a:buClr>
                <a:schemeClr val="accent4"/>
              </a:buClr>
              <a:buNone/>
              <a:defRPr/>
            </a:lvl4pPr>
            <a:lvl5pPr marL="1828800" indent="0">
              <a:buClr>
                <a:schemeClr val="accent4"/>
              </a:buClr>
              <a:buNone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087AE4A1-847F-4735-B3D7-01A3775A33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764" y="6356348"/>
            <a:ext cx="7813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2218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5" pos="3840" userDrawn="1">
          <p15:clr>
            <a:srgbClr val="FBAE40"/>
          </p15:clr>
        </p15:guide>
        <p15:guide id="6" pos="4067" userDrawn="1">
          <p15:clr>
            <a:srgbClr val="FBAE40"/>
          </p15:clr>
        </p15:guide>
        <p15:guide id="7" orient="horz" pos="1389" userDrawn="1">
          <p15:clr>
            <a:srgbClr val="FBAE40"/>
          </p15:clr>
        </p15:guide>
        <p15:guide id="8" orient="horz" pos="1593" userDrawn="1">
          <p15:clr>
            <a:srgbClr val="FBAE40"/>
          </p15:clr>
        </p15:guide>
        <p15:guide id="9" pos="5632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+2 Spl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91435F-D0EF-A95A-E91D-AB966D38E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5083" y="441326"/>
            <a:ext cx="10609542" cy="593986"/>
          </a:xfrm>
        </p:spPr>
        <p:txBody>
          <a:bodyPr anchor="t"/>
          <a:lstStyle>
            <a:lvl1pPr>
              <a:defRPr b="1" i="0" baseline="0"/>
            </a:lvl1pPr>
          </a:lstStyle>
          <a:p>
            <a:r>
              <a:rPr lang="de-DE"/>
              <a:t>CLICK TO ADD TITLE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CF0BA4-D894-12E1-B811-59A84E5665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95082" y="1292251"/>
            <a:ext cx="5100917" cy="5197449"/>
          </a:xfrm>
        </p:spPr>
        <p:txBody>
          <a:bodyPr/>
          <a:lstStyle>
            <a:lvl1pPr marL="0" indent="0">
              <a:buClr>
                <a:schemeClr val="accent4"/>
              </a:buClr>
              <a:buNone/>
              <a:defRPr/>
            </a:lvl1pPr>
            <a:lvl2pPr marL="457200" indent="0">
              <a:buClr>
                <a:schemeClr val="accent4"/>
              </a:buClr>
              <a:buNone/>
              <a:defRPr/>
            </a:lvl2pPr>
            <a:lvl3pPr marL="914400" indent="0">
              <a:buClr>
                <a:schemeClr val="accent4"/>
              </a:buClr>
              <a:buNone/>
              <a:defRPr/>
            </a:lvl3pPr>
            <a:lvl4pPr marL="1371600" indent="0">
              <a:buClr>
                <a:schemeClr val="accent4"/>
              </a:buClr>
              <a:buNone/>
              <a:defRPr/>
            </a:lvl4pPr>
            <a:lvl5pPr marL="1828800" indent="0">
              <a:buClr>
                <a:schemeClr val="accent4"/>
              </a:buClr>
              <a:buNone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371474" cy="447846"/>
          </a:xfrm>
          <a:prstGeom prst="rect">
            <a:avLst/>
          </a:prstGeom>
        </p:spPr>
      </p:pic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B85C59BD-FB6C-4B76-30A2-4D4D38AE92B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463862" y="1292251"/>
            <a:ext cx="5140763" cy="5197449"/>
          </a:xfrm>
        </p:spPr>
        <p:txBody>
          <a:bodyPr/>
          <a:lstStyle>
            <a:lvl1pPr marL="0" indent="0">
              <a:buClr>
                <a:schemeClr val="accent4"/>
              </a:buClr>
              <a:buNone/>
              <a:defRPr/>
            </a:lvl1pPr>
            <a:lvl2pPr marL="457200" indent="0">
              <a:buClr>
                <a:schemeClr val="accent4"/>
              </a:buClr>
              <a:buNone/>
              <a:defRPr/>
            </a:lvl2pPr>
            <a:lvl3pPr marL="914400" indent="0">
              <a:buClr>
                <a:schemeClr val="accent4"/>
              </a:buClr>
              <a:buNone/>
              <a:defRPr/>
            </a:lvl3pPr>
            <a:lvl4pPr marL="1371600" indent="0">
              <a:buClr>
                <a:schemeClr val="accent4"/>
              </a:buClr>
              <a:buNone/>
              <a:defRPr/>
            </a:lvl4pPr>
            <a:lvl5pPr marL="1828800" indent="0">
              <a:buClr>
                <a:schemeClr val="accent4"/>
              </a:buClr>
              <a:buNone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E8AF0B52-407A-A55C-87E6-19BCD9C516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764" y="6356348"/>
            <a:ext cx="7813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5080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>
          <p15:clr>
            <a:srgbClr val="FBAE40"/>
          </p15:clr>
        </p15:guide>
        <p15:guide id="3" orient="horz" pos="278">
          <p15:clr>
            <a:srgbClr val="FBAE40"/>
          </p15:clr>
        </p15:guide>
        <p15:guide id="4" pos="619">
          <p15:clr>
            <a:srgbClr val="FBAE40"/>
          </p15:clr>
        </p15:guide>
        <p15:guide id="5" pos="3840">
          <p15:clr>
            <a:srgbClr val="FBAE40"/>
          </p15:clr>
        </p15:guide>
        <p15:guide id="6" pos="4067">
          <p15:clr>
            <a:srgbClr val="FBAE40"/>
          </p15:clr>
        </p15:guide>
        <p15:guide id="7" orient="horz" pos="1389">
          <p15:clr>
            <a:srgbClr val="FBAE40"/>
          </p15:clr>
        </p15:guide>
        <p15:guide id="8" orient="horz" pos="1593">
          <p15:clr>
            <a:srgbClr val="FBAE40"/>
          </p15:clr>
        </p15:guide>
        <p15:guide id="9" pos="5632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CF0BA4-D894-12E1-B811-59A84E5665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95083" y="441325"/>
            <a:ext cx="10609542" cy="6048375"/>
          </a:xfrm>
        </p:spPr>
        <p:txBody>
          <a:bodyPr anchor="ctr"/>
          <a:lstStyle>
            <a:lvl1pPr marL="0" indent="0">
              <a:buClr>
                <a:schemeClr val="accent4"/>
              </a:buClr>
              <a:buNone/>
              <a:defRPr/>
            </a:lvl1pPr>
            <a:lvl2pPr marL="457200" indent="0">
              <a:buClr>
                <a:schemeClr val="accent4"/>
              </a:buClr>
              <a:buNone/>
              <a:defRPr/>
            </a:lvl2pPr>
            <a:lvl3pPr marL="914400" indent="0">
              <a:buClr>
                <a:schemeClr val="accent4"/>
              </a:buClr>
              <a:buNone/>
              <a:defRPr/>
            </a:lvl3pPr>
            <a:lvl4pPr marL="1371600" indent="0">
              <a:buClr>
                <a:schemeClr val="accent4"/>
              </a:buClr>
              <a:buNone/>
              <a:defRPr/>
            </a:lvl4pPr>
            <a:lvl5pPr marL="1828800" indent="0">
              <a:buClr>
                <a:schemeClr val="accent4"/>
              </a:buClr>
              <a:buNone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371474" cy="447846"/>
          </a:xfrm>
          <a:prstGeom prst="rect">
            <a:avLst/>
          </a:prstGeom>
        </p:spPr>
      </p:pic>
      <p:sp>
        <p:nvSpPr>
          <p:cNvPr id="2" name="Foliennummernplatzhalter 5">
            <a:extLst>
              <a:ext uri="{FF2B5EF4-FFF2-40B4-BE49-F238E27FC236}">
                <a16:creationId xmlns:a16="http://schemas.microsoft.com/office/drawing/2014/main" id="{80448CA1-F827-0136-C60B-D996C0771A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764" y="6356348"/>
            <a:ext cx="7813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2794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5" pos="5632" userDrawn="1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+Bullet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CF0BA4-D894-12E1-B811-59A84E5665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95083" y="441325"/>
            <a:ext cx="10609542" cy="6048375"/>
          </a:xfrm>
        </p:spPr>
        <p:txBody>
          <a:bodyPr anchor="ctr"/>
          <a:lstStyle>
            <a:lvl1pPr marL="342900" indent="-342900">
              <a:buClr>
                <a:schemeClr val="accent4"/>
              </a:buClr>
              <a:buFont typeface="Wingdings" panose="05000000000000000000" pitchFamily="2" charset="2"/>
              <a:buChar char="§"/>
              <a:defRPr/>
            </a:lvl1pPr>
            <a:lvl2pPr marL="800100" indent="-342900">
              <a:buClr>
                <a:schemeClr val="accent4"/>
              </a:buClr>
              <a:buFont typeface="Wingdings" panose="05000000000000000000" pitchFamily="2" charset="2"/>
              <a:buChar char="§"/>
              <a:defRPr/>
            </a:lvl2pPr>
            <a:lvl3pPr marL="1257300" indent="-342900">
              <a:buClr>
                <a:schemeClr val="accent4"/>
              </a:buClr>
              <a:buFont typeface="Wingdings" panose="05000000000000000000" pitchFamily="2" charset="2"/>
              <a:buChar char="§"/>
              <a:defRPr/>
            </a:lvl3pPr>
            <a:lvl4pPr marL="1657350" indent="-285750">
              <a:buClr>
                <a:schemeClr val="accent4"/>
              </a:buClr>
              <a:buFont typeface="Wingdings" panose="05000000000000000000" pitchFamily="2" charset="2"/>
              <a:buChar char="§"/>
              <a:defRPr/>
            </a:lvl4pPr>
            <a:lvl5pPr marL="2114550" indent="-285750">
              <a:buClr>
                <a:schemeClr val="accent4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371474" cy="447846"/>
          </a:xfrm>
          <a:prstGeom prst="rect">
            <a:avLst/>
          </a:prstGeom>
        </p:spPr>
      </p:pic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4851EBDE-F927-D5D6-3873-BBD3792C2E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764" y="6356348"/>
            <a:ext cx="7813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6438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5" pos="5632" userDrawn="1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+Pictur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91435F-D0EF-A95A-E91D-AB966D38E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63861" y="441326"/>
            <a:ext cx="5140764" cy="1763568"/>
          </a:xfrm>
        </p:spPr>
        <p:txBody>
          <a:bodyPr anchor="t"/>
          <a:lstStyle>
            <a:lvl1pPr>
              <a:defRPr b="1" i="0" baseline="0"/>
            </a:lvl1pPr>
          </a:lstStyle>
          <a:p>
            <a:r>
              <a:rPr lang="de-DE"/>
              <a:t>CLICK TO ADD TITLE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371474" cy="447846"/>
          </a:xfrm>
          <a:prstGeom prst="rect">
            <a:avLst/>
          </a:prstGeom>
        </p:spPr>
      </p:pic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B85C59BD-FB6C-4B76-30A2-4D4D38AE92B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463862" y="2544172"/>
            <a:ext cx="5140763" cy="3945528"/>
          </a:xfrm>
        </p:spPr>
        <p:txBody>
          <a:bodyPr/>
          <a:lstStyle>
            <a:lvl1pPr marL="0" indent="0">
              <a:buClr>
                <a:schemeClr val="accent4"/>
              </a:buClr>
              <a:buNone/>
              <a:defRPr/>
            </a:lvl1pPr>
            <a:lvl2pPr marL="457200" indent="0">
              <a:buClr>
                <a:schemeClr val="accent4"/>
              </a:buClr>
              <a:buNone/>
              <a:defRPr/>
            </a:lvl2pPr>
            <a:lvl3pPr marL="914400" indent="0">
              <a:buClr>
                <a:schemeClr val="accent4"/>
              </a:buClr>
              <a:buNone/>
              <a:defRPr/>
            </a:lvl3pPr>
            <a:lvl4pPr marL="1371600" indent="0">
              <a:buClr>
                <a:schemeClr val="accent4"/>
              </a:buClr>
              <a:buNone/>
              <a:defRPr/>
            </a:lvl4pPr>
            <a:lvl5pPr marL="1828800" indent="0">
              <a:buClr>
                <a:schemeClr val="accent4"/>
              </a:buClr>
              <a:buNone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893074D1-FE95-C723-DD56-8DC01380DDF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82663" y="441325"/>
            <a:ext cx="5113337" cy="6048376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Click </a:t>
            </a:r>
            <a:r>
              <a:rPr lang="de-DE" err="1"/>
              <a:t>icon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endParaRPr lang="de-DE"/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06E41DD0-EEE9-0FB2-8A66-218AB984A0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764" y="6356348"/>
            <a:ext cx="7813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82213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5" pos="3840" userDrawn="1">
          <p15:clr>
            <a:srgbClr val="FBAE40"/>
          </p15:clr>
        </p15:guide>
        <p15:guide id="6" pos="4067" userDrawn="1">
          <p15:clr>
            <a:srgbClr val="FBAE40"/>
          </p15:clr>
        </p15:guide>
        <p15:guide id="7" orient="horz" pos="1389" userDrawn="1">
          <p15:clr>
            <a:srgbClr val="FBAE40"/>
          </p15:clr>
        </p15:guide>
        <p15:guide id="8" orient="horz" pos="1593" userDrawn="1">
          <p15:clr>
            <a:srgbClr val="FBAE40"/>
          </p15:clr>
        </p15:guide>
        <p15:guide id="9" pos="5632" userDrawn="1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371474" cy="447846"/>
          </a:xfrm>
          <a:prstGeom prst="rect">
            <a:avLst/>
          </a:prstGeom>
        </p:spPr>
      </p:pic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B85C59BD-FB6C-4B76-30A2-4D4D38AE92B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463862" y="441324"/>
            <a:ext cx="5140763" cy="6048376"/>
          </a:xfrm>
        </p:spPr>
        <p:txBody>
          <a:bodyPr anchor="ctr"/>
          <a:lstStyle>
            <a:lvl1pPr marL="0" indent="0">
              <a:buClr>
                <a:schemeClr val="accent4"/>
              </a:buClr>
              <a:buNone/>
              <a:defRPr/>
            </a:lvl1pPr>
            <a:lvl2pPr marL="457200" indent="0">
              <a:buClr>
                <a:schemeClr val="accent4"/>
              </a:buClr>
              <a:buNone/>
              <a:defRPr/>
            </a:lvl2pPr>
            <a:lvl3pPr marL="914400" indent="0">
              <a:buClr>
                <a:schemeClr val="accent4"/>
              </a:buClr>
              <a:buNone/>
              <a:defRPr/>
            </a:lvl3pPr>
            <a:lvl4pPr marL="1371600" indent="0">
              <a:buClr>
                <a:schemeClr val="accent4"/>
              </a:buClr>
              <a:buNone/>
              <a:defRPr/>
            </a:lvl4pPr>
            <a:lvl5pPr marL="1828800" indent="0">
              <a:buClr>
                <a:schemeClr val="accent4"/>
              </a:buClr>
              <a:buNone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893074D1-FE95-C723-DD56-8DC01380DDF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82663" y="441325"/>
            <a:ext cx="5113337" cy="6048376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Click </a:t>
            </a:r>
            <a:r>
              <a:rPr lang="de-DE" err="1"/>
              <a:t>icon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endParaRPr lang="de-DE"/>
          </a:p>
        </p:txBody>
      </p:sp>
      <p:sp>
        <p:nvSpPr>
          <p:cNvPr id="2" name="Foliennummernplatzhalter 5">
            <a:extLst>
              <a:ext uri="{FF2B5EF4-FFF2-40B4-BE49-F238E27FC236}">
                <a16:creationId xmlns:a16="http://schemas.microsoft.com/office/drawing/2014/main" id="{C228274F-1F91-195D-34F7-79E231886A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764" y="6356348"/>
            <a:ext cx="7813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5506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5" pos="3840" userDrawn="1">
          <p15:clr>
            <a:srgbClr val="FBAE40"/>
          </p15:clr>
        </p15:guide>
        <p15:guide id="6" pos="4067" userDrawn="1">
          <p15:clr>
            <a:srgbClr val="FBAE40"/>
          </p15:clr>
        </p15:guide>
        <p15:guide id="7" pos="5632" userDrawn="1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371474" cy="447846"/>
          </a:xfrm>
          <a:prstGeom prst="rect">
            <a:avLst/>
          </a:prstGeom>
        </p:spPr>
      </p:pic>
      <p:sp>
        <p:nvSpPr>
          <p:cNvPr id="7" name="Bildplatzhalter 5">
            <a:extLst>
              <a:ext uri="{FF2B5EF4-FFF2-40B4-BE49-F238E27FC236}">
                <a16:creationId xmlns:a16="http://schemas.microsoft.com/office/drawing/2014/main" id="{893074D1-FE95-C723-DD56-8DC01380DDF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82663" y="441325"/>
            <a:ext cx="10621962" cy="6048376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Click </a:t>
            </a:r>
            <a:r>
              <a:rPr lang="de-DE" err="1"/>
              <a:t>icon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endParaRPr lang="de-DE"/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2C216EA5-4A6E-A9B0-9B77-C45F63FC4D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764" y="6356348"/>
            <a:ext cx="7813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4881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5" pos="5632" userDrawn="1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91435F-D0EF-A95A-E91D-AB966D38E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2663" y="441326"/>
            <a:ext cx="10621962" cy="1763568"/>
          </a:xfrm>
        </p:spPr>
        <p:txBody>
          <a:bodyPr anchor="t"/>
          <a:lstStyle>
            <a:lvl1pPr>
              <a:defRPr b="1" i="0" baseline="0"/>
            </a:lvl1pPr>
          </a:lstStyle>
          <a:p>
            <a:r>
              <a:rPr lang="de-DE"/>
              <a:t>CLICK TO ADD TITLE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371474" cy="447846"/>
          </a:xfrm>
          <a:prstGeom prst="rect">
            <a:avLst/>
          </a:prstGeom>
        </p:spPr>
      </p:pic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2FF6B384-7FE7-EF98-B001-DFAD456AD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764" y="6356348"/>
            <a:ext cx="7813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2213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7" orient="horz" pos="1389" userDrawn="1">
          <p15:clr>
            <a:srgbClr val="FBAE40"/>
          </p15:clr>
        </p15:guide>
        <p15:guide id="8" pos="5632" userDrawn="1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+Name+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91435F-D0EF-A95A-E91D-AB966D38E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14637" y="3795551"/>
            <a:ext cx="4710375" cy="1182342"/>
          </a:xfrm>
        </p:spPr>
        <p:txBody>
          <a:bodyPr anchor="ctr"/>
          <a:lstStyle>
            <a:lvl1pPr algn="ctr">
              <a:defRPr b="1" i="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THANK YOU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F634AC3-46D5-F298-5ADE-8D167749E3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830" t="80169" r="998" b="2638"/>
          <a:stretch/>
        </p:blipFill>
        <p:spPr>
          <a:xfrm>
            <a:off x="1" y="-6521"/>
            <a:ext cx="371474" cy="447846"/>
          </a:xfrm>
          <a:prstGeom prst="rect">
            <a:avLst/>
          </a:prstGeom>
        </p:spPr>
      </p:pic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B85C59BD-FB6C-4B76-30A2-4D4D38AE92B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14637" y="1412874"/>
            <a:ext cx="6689987" cy="1891577"/>
          </a:xfrm>
        </p:spPr>
        <p:txBody>
          <a:bodyPr/>
          <a:lstStyle>
            <a:lvl1pPr marL="0" indent="0">
              <a:buClr>
                <a:schemeClr val="accent4"/>
              </a:buClr>
              <a:buNone/>
              <a:defRPr>
                <a:solidFill>
                  <a:schemeClr val="tx1"/>
                </a:solidFill>
              </a:defRPr>
            </a:lvl1pPr>
            <a:lvl2pPr marL="457200" indent="0">
              <a:buClr>
                <a:schemeClr val="accent4"/>
              </a:buClr>
              <a:buNone/>
              <a:defRPr>
                <a:solidFill>
                  <a:schemeClr val="tx1"/>
                </a:solidFill>
              </a:defRPr>
            </a:lvl2pPr>
            <a:lvl3pPr marL="914400" indent="0">
              <a:buClr>
                <a:schemeClr val="accent4"/>
              </a:buClr>
              <a:buNone/>
              <a:defRPr/>
            </a:lvl3pPr>
            <a:lvl4pPr marL="1371600" indent="0">
              <a:buClr>
                <a:schemeClr val="accent4"/>
              </a:buClr>
              <a:buNone/>
              <a:defRPr/>
            </a:lvl4pPr>
            <a:lvl5pPr marL="1828800" indent="0">
              <a:buClr>
                <a:schemeClr val="accent4"/>
              </a:buClr>
              <a:buNone/>
              <a:defRPr/>
            </a:lvl5pPr>
          </a:lstStyle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Name</a:t>
            </a:r>
          </a:p>
          <a:p>
            <a:pPr lvl="1"/>
            <a:r>
              <a:rPr lang="de-DE"/>
              <a:t>and Contact</a:t>
            </a:r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893074D1-FE95-C723-DD56-8DC01380DDF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82663" y="1412875"/>
            <a:ext cx="3318170" cy="3563938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Click </a:t>
            </a:r>
            <a:r>
              <a:rPr lang="de-DE" err="1"/>
              <a:t>icon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picture</a:t>
            </a:r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A00F213-E340-D6A6-7E37-AA78D94593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628188" y="4976813"/>
            <a:ext cx="2228850" cy="165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787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3" orient="horz" pos="278" userDrawn="1">
          <p15:clr>
            <a:srgbClr val="FBAE40"/>
          </p15:clr>
        </p15:guide>
        <p15:guide id="4" pos="619" userDrawn="1">
          <p15:clr>
            <a:srgbClr val="FBAE40"/>
          </p15:clr>
        </p15:guide>
        <p15:guide id="5" pos="6063" userDrawn="1">
          <p15:clr>
            <a:srgbClr val="FBAE40"/>
          </p15:clr>
        </p15:guide>
        <p15:guide id="6" orient="horz" pos="3135" userDrawn="1">
          <p15:clr>
            <a:srgbClr val="FBAE40"/>
          </p15:clr>
        </p15:guide>
        <p15:guide id="7" orient="horz" pos="890" userDrawn="1">
          <p15:clr>
            <a:srgbClr val="FBAE40"/>
          </p15:clr>
        </p15:guide>
        <p15:guide id="8" pos="3092" userDrawn="1">
          <p15:clr>
            <a:srgbClr val="FBAE40"/>
          </p15:clr>
        </p15:guide>
        <p15:guide id="9" pos="2706" userDrawn="1">
          <p15:clr>
            <a:srgbClr val="FBAE40"/>
          </p15:clr>
        </p15:guide>
        <p15:guide id="10" pos="563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2" Type="http://schemas.openxmlformats.org/officeDocument/2006/relationships/slideLayout" Target="../slideLayouts/slideLayout31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7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E32A123-E60E-9283-7F2A-A9A738090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467" y="365125"/>
            <a:ext cx="10905157" cy="13255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de-DE"/>
              <a:t>CLICK TO ADD TITLE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1556AA2-B59D-BA1A-2B08-B6BA253C6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467" y="1808163"/>
            <a:ext cx="10905157" cy="468153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/>
              <a:t>Click to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DEEA2D41-7F9F-2CAD-9F44-AD70BA4AE7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0550" y="6356348"/>
            <a:ext cx="7175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bg1">
                    <a:lumMod val="6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737CEBA-8EE1-FC66-AD49-4BE01988399E}"/>
              </a:ext>
            </a:extLst>
          </p:cNvPr>
          <p:cNvSpPr txBox="1"/>
          <p:nvPr userDrawn="1"/>
        </p:nvSpPr>
        <p:spPr>
          <a:xfrm>
            <a:off x="268150" y="6391253"/>
            <a:ext cx="58810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00" b="1">
                <a:solidFill>
                  <a:schemeClr val="bg1">
                    <a:lumMod val="6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© IT:U 2025</a:t>
            </a:r>
          </a:p>
        </p:txBody>
      </p:sp>
    </p:spTree>
    <p:extLst>
      <p:ext uri="{BB962C8B-B14F-4D97-AF65-F5344CB8AC3E}">
        <p14:creationId xmlns:p14="http://schemas.microsoft.com/office/powerpoint/2010/main" val="2935540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0" r:id="rId2"/>
    <p:sldLayoutId id="2147483738" r:id="rId3"/>
    <p:sldLayoutId id="2147483697" r:id="rId4"/>
    <p:sldLayoutId id="2147483698" r:id="rId5"/>
    <p:sldLayoutId id="2147483739" r:id="rId6"/>
    <p:sldLayoutId id="2147483740" r:id="rId7"/>
    <p:sldLayoutId id="2147483793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+mj-lt"/>
          <a:ea typeface="Calibri" panose="020F0502020204030204" pitchFamily="34" charset="0"/>
          <a:cs typeface="Gotham-BookItalic" pitchFamily="50" charset="0"/>
        </a:defRPr>
      </a:lvl1pPr>
    </p:titleStyle>
    <p:bodyStyle>
      <a:lvl1pPr marL="271463" indent="-271463" algn="l" defTabSz="540000" rtl="0" eaLnBrk="1" latinLnBrk="0" hangingPunct="1">
        <a:lnSpc>
          <a:spcPct val="100000"/>
        </a:lnSpc>
        <a:spcBef>
          <a:spcPts val="1000"/>
        </a:spcBef>
        <a:buClr>
          <a:schemeClr val="accent4"/>
        </a:buClr>
        <a:buFont typeface="Wingdings" pitchFamily="2" charset="2"/>
        <a:buChar char="§"/>
        <a:defRPr sz="2400" kern="1200" baseline="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  <a:lvl2pPr marL="719138" indent="-261938" algn="l" defTabSz="5400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itchFamily="2" charset="2"/>
        <a:buChar char="§"/>
        <a:defRPr sz="2200" kern="1200" baseline="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2pPr>
      <a:lvl3pPr marL="1166813" indent="-252413" algn="l" defTabSz="5400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3pPr>
      <a:lvl4pPr marL="1614488" indent="-242888" algn="l" defTabSz="5400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62163" indent="-233363" algn="l" defTabSz="5400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34" userDrawn="1">
          <p15:clr>
            <a:srgbClr val="F26B43"/>
          </p15:clr>
        </p15:guide>
        <p15:guide id="3" pos="438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4156" userDrawn="1">
          <p15:clr>
            <a:srgbClr val="F26B43"/>
          </p15:clr>
        </p15:guide>
        <p15:guide id="6" orient="horz" pos="4088" userDrawn="1">
          <p15:clr>
            <a:srgbClr val="F26B43"/>
          </p15:clr>
        </p15:guide>
        <p15:guide id="7" pos="731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E32A123-E60E-9283-7F2A-A9A738090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467" y="365125"/>
            <a:ext cx="10905157" cy="13255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de-DE"/>
              <a:t>CLICK TO ADD TITLE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1556AA2-B59D-BA1A-2B08-B6BA253C6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467" y="1808163"/>
            <a:ext cx="10905157" cy="468153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DEEA2D41-7F9F-2CAD-9F44-AD70BA4AE7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0550" y="6356348"/>
            <a:ext cx="7175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bg1">
                    <a:lumMod val="6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737CEBA-8EE1-FC66-AD49-4BE01988399E}"/>
              </a:ext>
            </a:extLst>
          </p:cNvPr>
          <p:cNvSpPr txBox="1"/>
          <p:nvPr userDrawn="1"/>
        </p:nvSpPr>
        <p:spPr>
          <a:xfrm>
            <a:off x="268150" y="6391253"/>
            <a:ext cx="58810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00" b="1">
                <a:solidFill>
                  <a:schemeClr val="bg1">
                    <a:lumMod val="6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© IT:U 2025</a:t>
            </a:r>
          </a:p>
        </p:txBody>
      </p:sp>
    </p:spTree>
    <p:extLst>
      <p:ext uri="{BB962C8B-B14F-4D97-AF65-F5344CB8AC3E}">
        <p14:creationId xmlns:p14="http://schemas.microsoft.com/office/powerpoint/2010/main" val="2770575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+mj-lt"/>
          <a:ea typeface="Calibri" panose="020F0502020204030204" pitchFamily="34" charset="0"/>
          <a:cs typeface="Gotham-BookItalic" pitchFamily="50" charset="0"/>
        </a:defRPr>
      </a:lvl1pPr>
    </p:titleStyle>
    <p:bodyStyle>
      <a:lvl1pPr marL="271463" indent="-271463" algn="l" defTabSz="540000" rtl="0" eaLnBrk="1" latinLnBrk="0" hangingPunct="1">
        <a:lnSpc>
          <a:spcPct val="100000"/>
        </a:lnSpc>
        <a:spcBef>
          <a:spcPts val="1000"/>
        </a:spcBef>
        <a:buClr>
          <a:schemeClr val="accent4"/>
        </a:buClr>
        <a:buFont typeface="Wingdings" pitchFamily="2" charset="2"/>
        <a:buChar char="§"/>
        <a:defRPr sz="2400" kern="1200" baseline="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  <a:lvl2pPr marL="719138" indent="-261938" algn="l" defTabSz="5400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itchFamily="2" charset="2"/>
        <a:buChar char="§"/>
        <a:defRPr sz="2200" kern="1200" baseline="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2pPr>
      <a:lvl3pPr marL="1166813" indent="-252413" algn="l" defTabSz="5400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3pPr>
      <a:lvl4pPr marL="1614488" indent="-242888" algn="l" defTabSz="5400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62163" indent="-233363" algn="l" defTabSz="5400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34" userDrawn="1">
          <p15:clr>
            <a:srgbClr val="F26B43"/>
          </p15:clr>
        </p15:guide>
        <p15:guide id="3" pos="438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4156" userDrawn="1">
          <p15:clr>
            <a:srgbClr val="F26B43"/>
          </p15:clr>
        </p15:guide>
        <p15:guide id="6" orient="horz" pos="4088" userDrawn="1">
          <p15:clr>
            <a:srgbClr val="F26B43"/>
          </p15:clr>
        </p15:guide>
        <p15:guide id="7" pos="731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E32A123-E60E-9283-7F2A-A9A738090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467" y="365125"/>
            <a:ext cx="10905157" cy="13255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de-DE"/>
              <a:t>CLICK TO ADD TITLE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1556AA2-B59D-BA1A-2B08-B6BA253C6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467" y="1808163"/>
            <a:ext cx="10905157" cy="468153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/>
              <a:t>Click to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DEEA2D41-7F9F-2CAD-9F44-AD70BA4AE7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0654" y="6356348"/>
            <a:ext cx="7074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737CEBA-8EE1-FC66-AD49-4BE01988399E}"/>
              </a:ext>
            </a:extLst>
          </p:cNvPr>
          <p:cNvSpPr txBox="1"/>
          <p:nvPr userDrawn="1"/>
        </p:nvSpPr>
        <p:spPr>
          <a:xfrm>
            <a:off x="268150" y="6391253"/>
            <a:ext cx="58278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00" b="1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© IT:U 2025</a:t>
            </a:r>
          </a:p>
        </p:txBody>
      </p:sp>
    </p:spTree>
    <p:extLst>
      <p:ext uri="{BB962C8B-B14F-4D97-AF65-F5344CB8AC3E}">
        <p14:creationId xmlns:p14="http://schemas.microsoft.com/office/powerpoint/2010/main" val="19362617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94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+mj-lt"/>
          <a:ea typeface="Calibri" panose="020F0502020204030204" pitchFamily="34" charset="0"/>
          <a:cs typeface="Gotham-BookItalic" pitchFamily="50" charset="0"/>
        </a:defRPr>
      </a:lvl1pPr>
    </p:titleStyle>
    <p:bodyStyle>
      <a:lvl1pPr marL="271463" indent="-271463" algn="l" defTabSz="540000" rtl="0" eaLnBrk="1" latinLnBrk="0" hangingPunct="1">
        <a:lnSpc>
          <a:spcPct val="100000"/>
        </a:lnSpc>
        <a:spcBef>
          <a:spcPts val="1000"/>
        </a:spcBef>
        <a:buClr>
          <a:schemeClr val="accent4"/>
        </a:buClr>
        <a:buFont typeface="Wingdings" pitchFamily="2" charset="2"/>
        <a:buChar char="§"/>
        <a:defRPr sz="2400" kern="1200" baseline="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  <a:lvl2pPr marL="719138" indent="-261938" algn="l" defTabSz="5400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itchFamily="2" charset="2"/>
        <a:buChar char="§"/>
        <a:defRPr sz="2200" kern="1200" baseline="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2pPr>
      <a:lvl3pPr marL="1166813" indent="-252413" algn="l" defTabSz="5400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3pPr>
      <a:lvl4pPr marL="1614488" indent="-242888" algn="l" defTabSz="5400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62163" indent="-233363" algn="l" defTabSz="5400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34" userDrawn="1">
          <p15:clr>
            <a:srgbClr val="F26B43"/>
          </p15:clr>
        </p15:guide>
        <p15:guide id="3" pos="438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4156" userDrawn="1">
          <p15:clr>
            <a:srgbClr val="F26B43"/>
          </p15:clr>
        </p15:guide>
        <p15:guide id="6" orient="horz" pos="4088" userDrawn="1">
          <p15:clr>
            <a:srgbClr val="F26B43"/>
          </p15:clr>
        </p15:guide>
        <p15:guide id="7" pos="731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E32A123-E60E-9283-7F2A-A9A738090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467" y="365125"/>
            <a:ext cx="10905157" cy="13255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de-DE"/>
              <a:t>CLICK TO ADD TITLE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1556AA2-B59D-BA1A-2B08-B6BA253C6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467" y="1808163"/>
            <a:ext cx="10905157" cy="468153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/>
              <a:t>Click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edit</a:t>
            </a:r>
            <a:r>
              <a:rPr lang="de-DE"/>
              <a:t>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styles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DEEA2D41-7F9F-2CAD-9F44-AD70BA4AE7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764" y="6356348"/>
            <a:ext cx="7813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172CC19-4BF8-2E45-A5C5-2324BC57373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737CEBA-8EE1-FC66-AD49-4BE01988399E}"/>
              </a:ext>
            </a:extLst>
          </p:cNvPr>
          <p:cNvSpPr txBox="1"/>
          <p:nvPr userDrawn="1"/>
        </p:nvSpPr>
        <p:spPr>
          <a:xfrm>
            <a:off x="268150" y="6391253"/>
            <a:ext cx="58278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00" b="1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© IT:U 2025</a:t>
            </a:r>
          </a:p>
        </p:txBody>
      </p:sp>
    </p:spTree>
    <p:extLst>
      <p:ext uri="{BB962C8B-B14F-4D97-AF65-F5344CB8AC3E}">
        <p14:creationId xmlns:p14="http://schemas.microsoft.com/office/powerpoint/2010/main" val="38480972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95" r:id="rId8"/>
    <p:sldLayoutId id="2147483786" r:id="rId9"/>
    <p:sldLayoutId id="2147483787" r:id="rId10"/>
    <p:sldLayoutId id="2147483788" r:id="rId11"/>
    <p:sldLayoutId id="2147483789" r:id="rId12"/>
    <p:sldLayoutId id="2147483790" r:id="rId13"/>
    <p:sldLayoutId id="2147483791" r:id="rId14"/>
    <p:sldLayoutId id="2147483792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+mj-lt"/>
          <a:ea typeface="Calibri" panose="020F0502020204030204" pitchFamily="34" charset="0"/>
          <a:cs typeface="Gotham-BookItalic" pitchFamily="50" charset="0"/>
        </a:defRPr>
      </a:lvl1pPr>
    </p:titleStyle>
    <p:bodyStyle>
      <a:lvl1pPr marL="271463" indent="-271463" algn="l" defTabSz="540000" rtl="0" eaLnBrk="1" latinLnBrk="0" hangingPunct="1">
        <a:lnSpc>
          <a:spcPct val="100000"/>
        </a:lnSpc>
        <a:spcBef>
          <a:spcPts val="1000"/>
        </a:spcBef>
        <a:buClr>
          <a:schemeClr val="accent4"/>
        </a:buClr>
        <a:buFont typeface="Wingdings" pitchFamily="2" charset="2"/>
        <a:buChar char="§"/>
        <a:defRPr sz="2400" kern="1200" baseline="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  <a:lvl2pPr marL="719138" indent="-261938" algn="l" defTabSz="5400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itchFamily="2" charset="2"/>
        <a:buChar char="§"/>
        <a:defRPr sz="2200" kern="1200" baseline="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2pPr>
      <a:lvl3pPr marL="1166813" indent="-252413" algn="l" defTabSz="5400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3pPr>
      <a:lvl4pPr marL="1614488" indent="-242888" algn="l" defTabSz="5400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62163" indent="-233363" algn="l" defTabSz="5400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34" userDrawn="1">
          <p15:clr>
            <a:srgbClr val="F26B43"/>
          </p15:clr>
        </p15:guide>
        <p15:guide id="3" pos="438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4156" userDrawn="1">
          <p15:clr>
            <a:srgbClr val="F26B43"/>
          </p15:clr>
        </p15:guide>
        <p15:guide id="6" orient="horz" pos="4088" userDrawn="1">
          <p15:clr>
            <a:srgbClr val="F26B43"/>
          </p15:clr>
        </p15:guide>
        <p15:guide id="7" pos="731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9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8AEE99-EDED-3008-8E25-F6CB9D819301}"/>
              </a:ext>
            </a:extLst>
          </p:cNvPr>
          <p:cNvSpPr/>
          <p:nvPr/>
        </p:nvSpPr>
        <p:spPr>
          <a:xfrm>
            <a:off x="1610328" y="-1514"/>
            <a:ext cx="9482268" cy="60625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map of a country&#10;&#10;AI-generated content may be incorrect.">
            <a:extLst>
              <a:ext uri="{FF2B5EF4-FFF2-40B4-BE49-F238E27FC236}">
                <a16:creationId xmlns:a16="http://schemas.microsoft.com/office/drawing/2014/main" id="{02A89D37-E61E-5D6F-1FA5-84115A0A2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055" y="130628"/>
            <a:ext cx="8294059" cy="51308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66A8806-D335-2173-AE64-F8BF0D58BF5D}"/>
              </a:ext>
            </a:extLst>
          </p:cNvPr>
          <p:cNvSpPr/>
          <p:nvPr/>
        </p:nvSpPr>
        <p:spPr>
          <a:xfrm>
            <a:off x="1627542" y="2255234"/>
            <a:ext cx="9999422" cy="29920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2B1CF24F-3A89-D5D1-7944-4AF387C9C154}"/>
              </a:ext>
            </a:extLst>
          </p:cNvPr>
          <p:cNvSpPr>
            <a:spLocks noGrp="1"/>
          </p:cNvSpPr>
          <p:nvPr/>
        </p:nvSpPr>
        <p:spPr>
          <a:xfrm>
            <a:off x="1872766" y="2397783"/>
            <a:ext cx="9761772" cy="197249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3600" b="1" u="none" strike="noStrike" kern="1200" cap="all">
                <a:solidFill>
                  <a:schemeClr val="lt1"/>
                </a:solidFill>
                <a:effectLst/>
                <a:uFillTx/>
                <a:latin typeface="Arial"/>
                <a:ea typeface="Calibri"/>
                <a:cs typeface="+mj-cs"/>
              </a:defRPr>
            </a:lvl1pPr>
          </a:lstStyle>
          <a:p>
            <a:r>
              <a:rPr lang="de-DE" sz="4800" cap="none" dirty="0" err="1">
                <a:solidFill>
                  <a:srgbClr val="000000"/>
                </a:solidFill>
              </a:rPr>
              <a:t>Municipalytics</a:t>
            </a:r>
            <a:r>
              <a:rPr lang="de-DE" sz="4800" cap="none" dirty="0">
                <a:solidFill>
                  <a:srgbClr val="000000"/>
                </a:solidFill>
              </a:rPr>
              <a:t>: </a:t>
            </a:r>
            <a:r>
              <a:rPr lang="de-DE" sz="4400" b="0" cap="none" dirty="0">
                <a:solidFill>
                  <a:srgbClr val="000000"/>
                </a:solidFill>
              </a:rPr>
              <a:t>Mapping </a:t>
            </a:r>
            <a:r>
              <a:rPr lang="de-DE" sz="4400" b="0" cap="none" dirty="0" err="1">
                <a:solidFill>
                  <a:srgbClr val="000000"/>
                </a:solidFill>
              </a:rPr>
              <a:t>the</a:t>
            </a:r>
            <a:r>
              <a:rPr lang="de-DE" sz="4400" b="0" cap="none" dirty="0">
                <a:solidFill>
                  <a:srgbClr val="000000"/>
                </a:solidFill>
              </a:rPr>
              <a:t> Digital Infrastructure </a:t>
            </a:r>
            <a:r>
              <a:rPr lang="de-DE" sz="4400" b="0" cap="none" dirty="0" err="1">
                <a:solidFill>
                  <a:srgbClr val="000000"/>
                </a:solidFill>
              </a:rPr>
              <a:t>of</a:t>
            </a:r>
            <a:r>
              <a:rPr lang="de-DE" sz="4400" b="0" cap="none" dirty="0">
                <a:solidFill>
                  <a:srgbClr val="000000"/>
                </a:solidFill>
              </a:rPr>
              <a:t> </a:t>
            </a:r>
            <a:r>
              <a:rPr lang="de-DE" sz="4400" b="0" cap="none" dirty="0" err="1">
                <a:solidFill>
                  <a:srgbClr val="000000"/>
                </a:solidFill>
              </a:rPr>
              <a:t>Municipalities</a:t>
            </a:r>
            <a:r>
              <a:rPr lang="de-DE" sz="4400" b="0" cap="none" dirty="0">
                <a:solidFill>
                  <a:srgbClr val="000000"/>
                </a:solidFill>
              </a:rPr>
              <a:t> </a:t>
            </a:r>
            <a:r>
              <a:rPr lang="de-DE" sz="4400" b="0" cap="none" dirty="0" err="1">
                <a:solidFill>
                  <a:srgbClr val="000000"/>
                </a:solidFill>
              </a:rPr>
              <a:t>Across</a:t>
            </a:r>
            <a:r>
              <a:rPr lang="de-DE" sz="4400" b="0" cap="none" dirty="0">
                <a:solidFill>
                  <a:srgbClr val="000000"/>
                </a:solidFill>
              </a:rPr>
              <a:t> GDPR Countries</a:t>
            </a:r>
            <a:endParaRPr lang="en-US" sz="4400" cap="none">
              <a:solidFill>
                <a:srgbClr val="000000"/>
              </a:solidFill>
              <a:cs typeface="Arial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B65A239D-39DC-528E-A91F-DA33DA907F32}"/>
              </a:ext>
            </a:extLst>
          </p:cNvPr>
          <p:cNvSpPr/>
          <p:nvPr/>
        </p:nvSpPr>
        <p:spPr>
          <a:xfrm>
            <a:off x="1873846" y="4493863"/>
            <a:ext cx="8657290" cy="4893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1440" tIns="45720" rIns="91440" bIns="45720" numCol="1" spc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413"/>
              </a:lnSpc>
            </a:pPr>
            <a:r>
              <a:rPr lang="de-DE" sz="24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Florian Holzbauer</a:t>
            </a:r>
            <a:r>
              <a:rPr lang="de-DE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Gabriel </a:t>
            </a:r>
            <a:r>
              <a:rPr lang="de-DE" sz="2400" dirty="0" err="1">
                <a:solidFill>
                  <a:srgbClr val="000000"/>
                </a:solidFill>
                <a:latin typeface="Arial"/>
              </a:rPr>
              <a:t>Gegenhuber</a:t>
            </a:r>
            <a:r>
              <a:rPr lang="de-DE" sz="2400" dirty="0">
                <a:solidFill>
                  <a:srgbClr val="000000"/>
                </a:solidFill>
                <a:latin typeface="Arial"/>
              </a:rPr>
              <a:t> and</a:t>
            </a:r>
            <a:r>
              <a:rPr lang="de-DE" sz="2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Johanna Ullrich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" name="Graphic 4" descr="Home (Eurostat)">
            <a:extLst>
              <a:ext uri="{FF2B5EF4-FFF2-40B4-BE49-F238E27FC236}">
                <a16:creationId xmlns:a16="http://schemas.microsoft.com/office/drawing/2014/main" id="{1E0E918B-09DA-CE5F-B6AA-7618E36641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04572" y="6175900"/>
            <a:ext cx="2743200" cy="369971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28E217B-D485-7701-511A-22CC5240FF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3999" y="6056610"/>
            <a:ext cx="2191658" cy="615808"/>
          </a:xfrm>
          <a:prstGeom prst="rect">
            <a:avLst/>
          </a:prstGeom>
        </p:spPr>
      </p:pic>
      <p:pic>
        <p:nvPicPr>
          <p:cNvPr id="7" name="Picture 6" descr="Leaflet">
            <a:extLst>
              <a:ext uri="{FF2B5EF4-FFF2-40B4-BE49-F238E27FC236}">
                <a16:creationId xmlns:a16="http://schemas.microsoft.com/office/drawing/2014/main" id="{8A3EB045-F9B1-1265-EA3C-BE14C23DD44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-333" b="-1299"/>
          <a:stretch>
            <a:fillRect/>
          </a:stretch>
        </p:blipFill>
        <p:spPr>
          <a:xfrm>
            <a:off x="8171996" y="6082393"/>
            <a:ext cx="2198052" cy="578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229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2022C-4C85-2300-BDEE-FAF53958E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7EEE1FA1-C55D-0E3E-A33E-F22A17D25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3" y="692151"/>
            <a:ext cx="10609542" cy="908050"/>
          </a:xfrm>
        </p:spPr>
        <p:txBody>
          <a:bodyPr anchor="b">
            <a:normAutofit/>
          </a:bodyPr>
          <a:lstStyle/>
          <a:p>
            <a:r>
              <a:rPr lang="en-US" b="0">
                <a:ea typeface="Calibri"/>
              </a:rPr>
              <a:t>Digital Sovereignty </a:t>
            </a:r>
            <a:endParaRPr lang="en-US" b="0" dirty="0">
              <a:ea typeface="Calibri"/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A5F0E76-1C4F-1B39-B60C-E554EEE0A2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2360" y="6356348"/>
            <a:ext cx="815724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172CC19-4BF8-2E45-A5C5-2324BC57373C}" type="slidenum">
              <a:rPr kumimoji="0" lang="de-DE" sz="1400" b="1" i="0" u="none" strike="noStrike" kern="1200" cap="none" spc="-1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1400" b="1" i="0" u="none" strike="noStrike" kern="1200" cap="none" spc="-1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4CDF559B-2456-85A5-C36C-0EE74B310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362" y="3927929"/>
            <a:ext cx="9903733" cy="1338943"/>
          </a:xfrm>
          <a:prstGeom prst="rect">
            <a:avLst/>
          </a:prstGeom>
        </p:spPr>
      </p:pic>
      <p:pic>
        <p:nvPicPr>
          <p:cNvPr id="10" name="Picture 9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5A2E606F-151B-48F0-D4F3-76CFB2A0E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6607" y="4871811"/>
            <a:ext cx="2055586" cy="3728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8C6B0A1-1857-528C-4869-99290A40ACBB}"/>
              </a:ext>
            </a:extLst>
          </p:cNvPr>
          <p:cNvSpPr txBox="1"/>
          <p:nvPr/>
        </p:nvSpPr>
        <p:spPr>
          <a:xfrm>
            <a:off x="1730874" y="5274014"/>
            <a:ext cx="27682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+ email content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3E1B5C-D048-3C58-D978-62AE99B72E56}"/>
              </a:ext>
            </a:extLst>
          </p:cNvPr>
          <p:cNvSpPr txBox="1"/>
          <p:nvPr/>
        </p:nvSpPr>
        <p:spPr>
          <a:xfrm>
            <a:off x="6828420" y="2419384"/>
            <a:ext cx="38871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Access restriction: SWIFT, ICC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530450-EEE0-8B00-C5B7-2C6D1FDE82CD}"/>
              </a:ext>
            </a:extLst>
          </p:cNvPr>
          <p:cNvSpPr txBox="1"/>
          <p:nvPr/>
        </p:nvSpPr>
        <p:spPr>
          <a:xfrm rot="-5400000">
            <a:off x="-395008" y="4535844"/>
            <a:ext cx="18514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Arial"/>
              </a:rPr>
              <a:t>Confidentiality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1F66FC-BFFC-771E-2C35-E85643303DF0}"/>
              </a:ext>
            </a:extLst>
          </p:cNvPr>
          <p:cNvSpPr txBox="1"/>
          <p:nvPr/>
        </p:nvSpPr>
        <p:spPr>
          <a:xfrm rot="16200000">
            <a:off x="-274855" y="2324835"/>
            <a:ext cx="15981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Arial"/>
              </a:rPr>
              <a:t>Availability</a:t>
            </a:r>
            <a:endParaRPr lang="en-US"/>
          </a:p>
        </p:txBody>
      </p:sp>
      <p:pic>
        <p:nvPicPr>
          <p:cNvPr id="7" name="Picture 6" descr="A close up of a text&#10;&#10;AI-generated content may be incorrect.">
            <a:extLst>
              <a:ext uri="{FF2B5EF4-FFF2-40B4-BE49-F238E27FC236}">
                <a16:creationId xmlns:a16="http://schemas.microsoft.com/office/drawing/2014/main" id="{88619597-4B17-C061-155A-2452BD225D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507" y="1836283"/>
            <a:ext cx="9410700" cy="1704975"/>
          </a:xfrm>
          <a:prstGeom prst="rect">
            <a:avLst/>
          </a:prstGeom>
        </p:spPr>
      </p:pic>
      <p:pic>
        <p:nvPicPr>
          <p:cNvPr id="8" name="Picture 7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9A50976F-34FD-65A4-F4C2-BA5C83AAB2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9238" y="3152775"/>
            <a:ext cx="2143125" cy="552450"/>
          </a:xfrm>
          <a:prstGeom prst="rect">
            <a:avLst/>
          </a:prstGeom>
        </p:spPr>
      </p:pic>
      <p:pic>
        <p:nvPicPr>
          <p:cNvPr id="12" name="Picture 11" descr="Black text on a white background&#10;&#10;AI-generated content may be incorrect.">
            <a:extLst>
              <a:ext uri="{FF2B5EF4-FFF2-40B4-BE49-F238E27FC236}">
                <a16:creationId xmlns:a16="http://schemas.microsoft.com/office/drawing/2014/main" id="{85C53E4C-E819-36F2-6D43-E5DF5C6F7E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057" y="6952343"/>
            <a:ext cx="80772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264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7C0A1-C0F2-789B-4764-510769594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DEB0D76-A051-9E29-3125-5EC2B169A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3" y="692151"/>
            <a:ext cx="10609542" cy="908050"/>
          </a:xfrm>
        </p:spPr>
        <p:txBody>
          <a:bodyPr anchor="b">
            <a:normAutofit/>
          </a:bodyPr>
          <a:lstStyle/>
          <a:p>
            <a:r>
              <a:rPr lang="en-US" b="0">
                <a:ea typeface="Calibri"/>
              </a:rPr>
              <a:t>Introduction</a:t>
            </a:r>
            <a:endParaRPr lang="en-US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CE249FA-AACB-5368-47E9-95CA8A8C6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5083" y="3250426"/>
            <a:ext cx="5848550" cy="2606454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 err="1">
                <a:ea typeface="Calibri"/>
                <a:cs typeface="Calibri"/>
              </a:rPr>
              <a:t>MXMap</a:t>
            </a:r>
            <a:r>
              <a:rPr lang="en-US" dirty="0">
                <a:ea typeface="Calibri"/>
                <a:cs typeface="Calibri"/>
              </a:rPr>
              <a:t> shows dependency of Swiss municipalities (credits David Huser)</a:t>
            </a:r>
            <a:endParaRPr lang="en-US" kern="100" dirty="0">
              <a:ea typeface="Calibri"/>
              <a:cs typeface="Calibri"/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70CC0CE-9CD7-06E9-45EA-A5FAF4E3E3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2360" y="6356348"/>
            <a:ext cx="815724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172CC19-4BF8-2E45-A5C5-2324BC57373C}" type="slidenum">
              <a:rPr kumimoji="0" lang="de-DE" sz="1400" b="1" i="0" u="none" strike="noStrike" kern="1200" cap="none" spc="-1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1400" b="1" i="0" u="none" strike="noStrike" kern="1200" cap="none" spc="-1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A map of the united states&#10;&#10;AI-generated content may be incorrect.">
            <a:extLst>
              <a:ext uri="{FF2B5EF4-FFF2-40B4-BE49-F238E27FC236}">
                <a16:creationId xmlns:a16="http://schemas.microsoft.com/office/drawing/2014/main" id="{3B91E2EF-97C7-893C-308D-AC7727314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9727" y="1146628"/>
            <a:ext cx="4234544" cy="47171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359DC8A-0BA5-8E44-9EC2-A9F4C82611C7}"/>
              </a:ext>
            </a:extLst>
          </p:cNvPr>
          <p:cNvSpPr txBox="1"/>
          <p:nvPr/>
        </p:nvSpPr>
        <p:spPr>
          <a:xfrm>
            <a:off x="7354242" y="5982642"/>
            <a:ext cx="37746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  <a:cs typeface="Arial"/>
              </a:rPr>
              <a:t>Red</a:t>
            </a:r>
            <a:r>
              <a:rPr lang="en-US">
                <a:cs typeface="Arial"/>
              </a:rPr>
              <a:t> = emails end up in US cloud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343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C31CC-2D2C-11F7-162D-6D17A54B6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011376A-6CD0-8EDE-C119-CA35B0C05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3" y="692151"/>
            <a:ext cx="10609542" cy="908050"/>
          </a:xfrm>
        </p:spPr>
        <p:txBody>
          <a:bodyPr anchor="b">
            <a:normAutofit/>
          </a:bodyPr>
          <a:lstStyle/>
          <a:p>
            <a:r>
              <a:rPr lang="en-US" b="0">
                <a:ea typeface="Calibri"/>
              </a:rPr>
              <a:t>Introduction</a:t>
            </a:r>
            <a:endParaRPr lang="en-US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8ECAF37-8461-21EB-16E9-749FED6C22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2360" y="6356348"/>
            <a:ext cx="815724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172CC19-4BF8-2E45-A5C5-2324BC57373C}" type="slidenum">
              <a:rPr kumimoji="0" lang="de-DE" sz="1400" b="1" i="0" u="none" strike="noStrike" kern="1200" cap="none" spc="-1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DE" sz="1400" b="1" i="0" u="none" strike="noStrike" kern="1200" cap="none" spc="-1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1BAA17-7B1C-2AC4-1024-C98F451F94FA}"/>
              </a:ext>
            </a:extLst>
          </p:cNvPr>
          <p:cNvSpPr txBox="1"/>
          <p:nvPr/>
        </p:nvSpPr>
        <p:spPr>
          <a:xfrm>
            <a:off x="2242457" y="3022600"/>
            <a:ext cx="7932056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i="0" u="none" strike="noStrike" baseline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RQ: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 What is the current state of 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municipal hosting across </a:t>
            </a:r>
            <a:r>
              <a:rPr lang="en-US" sz="3200">
                <a:solidFill>
                  <a:srgbClr val="000000"/>
                </a:solidFill>
                <a:latin typeface="Arial"/>
                <a:ea typeface="Arial"/>
                <a:cs typeface="Arial"/>
              </a:rPr>
              <a:t>GDPR 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countries? </a:t>
            </a:r>
            <a:endParaRPr lang="en-US" sz="2000"/>
          </a:p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807936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4D3D104-EC4B-B8A9-4729-D32BE29D0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3" y="692151"/>
            <a:ext cx="10609542" cy="908050"/>
          </a:xfrm>
        </p:spPr>
        <p:txBody>
          <a:bodyPr anchor="b">
            <a:normAutofit/>
          </a:bodyPr>
          <a:lstStyle/>
          <a:p>
            <a:r>
              <a:rPr lang="en-US" b="0">
                <a:ea typeface="Calibri"/>
              </a:rPr>
              <a:t>Introduction</a:t>
            </a:r>
            <a:endParaRPr lang="en-US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055734B-9A30-449F-5D55-959C5C5AA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5083" y="2147341"/>
            <a:ext cx="6668607" cy="2983825"/>
          </a:xfrm>
        </p:spPr>
        <p:txBody>
          <a:bodyPr vert="horz" lIns="0" tIns="0" rIns="0" bIns="0" rtlCol="0" anchor="t">
            <a:normAutofit/>
          </a:bodyPr>
          <a:lstStyle/>
          <a:p>
            <a:pPr marL="571500" indent="-571500">
              <a:lnSpc>
                <a:spcPct val="9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endParaRPr lang="en-US" sz="3200" kern="100" dirty="0"/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endParaRPr lang="en-US" sz="3200" kern="100" dirty="0">
              <a:effectLst/>
            </a:endParaRPr>
          </a:p>
          <a:p>
            <a:pPr marL="342900" indent="-3429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kern="10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0E32EA5-30BB-F3B4-51EE-88425529A5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2360" y="6356348"/>
            <a:ext cx="815724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172CC19-4BF8-2E45-A5C5-2324BC57373C}" type="slidenum">
              <a:rPr kumimoji="0" lang="de-DE" sz="1400" b="1" i="0" u="none" strike="noStrike" kern="1200" cap="none" spc="-1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DE" sz="1400" b="1" i="0" u="none" strike="noStrike" kern="1200" cap="none" spc="-1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Graphic 1" descr="Europe with solid fill">
            <a:extLst>
              <a:ext uri="{FF2B5EF4-FFF2-40B4-BE49-F238E27FC236}">
                <a16:creationId xmlns:a16="http://schemas.microsoft.com/office/drawing/2014/main" id="{EBC54F3B-DA9F-9466-92A4-7949FFF766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0343" y="1955800"/>
            <a:ext cx="914400" cy="914400"/>
          </a:xfrm>
          <a:prstGeom prst="rect">
            <a:avLst/>
          </a:prstGeom>
        </p:spPr>
      </p:pic>
      <p:pic>
        <p:nvPicPr>
          <p:cNvPr id="7" name="Graphic 6" descr="Lights On with solid fill">
            <a:extLst>
              <a:ext uri="{FF2B5EF4-FFF2-40B4-BE49-F238E27FC236}">
                <a16:creationId xmlns:a16="http://schemas.microsoft.com/office/drawing/2014/main" id="{3B658A11-5851-4F7A-E142-FC5DE5FC0E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343" y="4916714"/>
            <a:ext cx="914400" cy="914400"/>
          </a:xfrm>
          <a:prstGeom prst="rect">
            <a:avLst/>
          </a:prstGeom>
        </p:spPr>
      </p:pic>
      <p:pic>
        <p:nvPicPr>
          <p:cNvPr id="8" name="Graphic 7" descr="Gears with solid fill">
            <a:extLst>
              <a:ext uri="{FF2B5EF4-FFF2-40B4-BE49-F238E27FC236}">
                <a16:creationId xmlns:a16="http://schemas.microsoft.com/office/drawing/2014/main" id="{9109FFDC-2D23-B248-7363-02D0C765F5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0343" y="3429000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B475867-2E55-6DAD-87CE-1F555EF4C6FB}"/>
              </a:ext>
            </a:extLst>
          </p:cNvPr>
          <p:cNvSpPr txBox="1"/>
          <p:nvPr/>
        </p:nvSpPr>
        <p:spPr>
          <a:xfrm>
            <a:off x="2394978" y="1713371"/>
            <a:ext cx="461577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cs typeface="Arial"/>
              </a:rPr>
              <a:t>Eurostat provides </a:t>
            </a:r>
            <a:r>
              <a:rPr lang="en-US" sz="2400">
                <a:cs typeface="Arial"/>
              </a:rPr>
              <a:t>data ​on the local administrative </a:t>
            </a:r>
            <a:r>
              <a:rPr lang="en-US" sz="2400" dirty="0">
                <a:cs typeface="Arial"/>
              </a:rPr>
              <a:t>layer across Europe.</a:t>
            </a:r>
          </a:p>
          <a:p>
            <a:endParaRPr lang="en-US" dirty="0"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2A09B6-502D-A807-7F4D-D2950514FE83}"/>
              </a:ext>
            </a:extLst>
          </p:cNvPr>
          <p:cNvSpPr txBox="1"/>
          <p:nvPr/>
        </p:nvSpPr>
        <p:spPr>
          <a:xfrm>
            <a:off x="2394977" y="3063200"/>
            <a:ext cx="4514173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cs typeface="Arial"/>
              </a:rPr>
              <a:t>There is no such data collected for</a:t>
            </a:r>
            <a:r>
              <a:rPr lang="en-US" sz="2400" b="1">
                <a:cs typeface="Arial"/>
              </a:rPr>
              <a:t> digital infrastructure. </a:t>
            </a:r>
            <a:r>
              <a:rPr lang="en-US" sz="2400" dirty="0">
                <a:cs typeface="Arial"/>
              </a:rPr>
              <a:t>We miss a comprehensive </a:t>
            </a:r>
            <a:r>
              <a:rPr lang="en-US" sz="2400" b="1" dirty="0">
                <a:cs typeface="Arial"/>
              </a:rPr>
              <a:t>domain list.</a:t>
            </a:r>
            <a:endParaRPr lang="en-US" sz="2400" dirty="0">
              <a:cs typeface="Arial"/>
            </a:endParaRPr>
          </a:p>
          <a:p>
            <a:endParaRPr lang="en-US" dirty="0"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70EF90-9AD2-9A34-376D-FBEFDA68ADEA}"/>
              </a:ext>
            </a:extLst>
          </p:cNvPr>
          <p:cNvSpPr txBox="1"/>
          <p:nvPr/>
        </p:nvSpPr>
        <p:spPr>
          <a:xfrm>
            <a:off x="2394976" y="4848455"/>
            <a:ext cx="437628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cs typeface="Arial"/>
              </a:rPr>
              <a:t>Link Eurostat administrative units with </a:t>
            </a:r>
            <a:r>
              <a:rPr lang="en-US" sz="2400" b="1" dirty="0">
                <a:cs typeface="Arial"/>
              </a:rPr>
              <a:t>municipal </a:t>
            </a:r>
            <a:r>
              <a:rPr lang="en-US" sz="2400" b="1" dirty="0" err="1">
                <a:cs typeface="Arial"/>
              </a:rPr>
              <a:t>wikidata</a:t>
            </a:r>
            <a:r>
              <a:rPr lang="en-US" sz="2400" dirty="0">
                <a:cs typeface="Arial"/>
              </a:rPr>
              <a:t> entries.</a:t>
            </a:r>
          </a:p>
        </p:txBody>
      </p:sp>
      <p:pic>
        <p:nvPicPr>
          <p:cNvPr id="5" name="Picture 4" descr="A map of europe with blue and white colors&#10;&#10;AI-generated content may be incorrect.">
            <a:extLst>
              <a:ext uri="{FF2B5EF4-FFF2-40B4-BE49-F238E27FC236}">
                <a16:creationId xmlns:a16="http://schemas.microsoft.com/office/drawing/2014/main" id="{FD282C85-0FE5-6E43-1E39-47859E578F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3896" y="1088571"/>
            <a:ext cx="4927865" cy="5297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791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D3B07-5892-D0DA-3FC9-943FCD086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14611FA-88D2-E210-3718-B68BA452C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3" y="692151"/>
            <a:ext cx="10609542" cy="908050"/>
          </a:xfrm>
        </p:spPr>
        <p:txBody>
          <a:bodyPr anchor="b">
            <a:normAutofit/>
          </a:bodyPr>
          <a:lstStyle/>
          <a:p>
            <a:r>
              <a:rPr lang="en-US" b="0">
                <a:ea typeface="Calibri"/>
              </a:rPr>
              <a:t>Methodology Overview</a:t>
            </a:r>
            <a:endParaRPr lang="en-US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0E05D26-1E89-C482-03C5-A7D959FF53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2360" y="6356348"/>
            <a:ext cx="815724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172CC19-4BF8-2E45-A5C5-2324BC57373C}" type="slidenum">
              <a:rPr kumimoji="0" lang="de-DE" sz="1400" b="1" i="0" u="none" strike="noStrike" kern="1200" cap="none" spc="-1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de-DE" sz="1400" b="1" i="0" u="none" strike="noStrike" kern="1200" cap="none" spc="-1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F77E6A6-7366-03D0-92C2-9E473221BABB}"/>
              </a:ext>
            </a:extLst>
          </p:cNvPr>
          <p:cNvSpPr/>
          <p:nvPr/>
        </p:nvSpPr>
        <p:spPr>
          <a:xfrm>
            <a:off x="997535" y="2699657"/>
            <a:ext cx="2019416" cy="18537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 descr="Paper with solid fill">
            <a:extLst>
              <a:ext uri="{FF2B5EF4-FFF2-40B4-BE49-F238E27FC236}">
                <a16:creationId xmlns:a16="http://schemas.microsoft.com/office/drawing/2014/main" id="{22CFB723-C819-361B-E86A-9EB619A2EF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53028" y="2696028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86DB6B-9F36-B544-07A4-991D4EAEA023}"/>
              </a:ext>
            </a:extLst>
          </p:cNvPr>
          <p:cNvSpPr txBox="1"/>
          <p:nvPr/>
        </p:nvSpPr>
        <p:spPr>
          <a:xfrm>
            <a:off x="1298383" y="3967359"/>
            <a:ext cx="182889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cs typeface="Arial"/>
              </a:rPr>
              <a:t>1.  </a:t>
            </a:r>
            <a:r>
              <a:rPr lang="en-US" sz="2000" err="1">
                <a:cs typeface="Arial"/>
              </a:rPr>
              <a:t>Geojson</a:t>
            </a:r>
            <a:r>
              <a:rPr lang="en-US" sz="2000" dirty="0">
                <a:cs typeface="Arial"/>
              </a:rPr>
              <a:t>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5FE1219-BD55-9D69-C958-A2683AA3643C}"/>
              </a:ext>
            </a:extLst>
          </p:cNvPr>
          <p:cNvSpPr/>
          <p:nvPr/>
        </p:nvSpPr>
        <p:spPr>
          <a:xfrm>
            <a:off x="3679094" y="2690838"/>
            <a:ext cx="1943168" cy="19213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200" dirty="0">
              <a:solidFill>
                <a:schemeClr val="tx1"/>
              </a:solidFill>
              <a:cs typeface="Arial"/>
            </a:endParaRPr>
          </a:p>
          <a:p>
            <a:pPr algn="ctr"/>
            <a:endParaRPr lang="en-US" sz="2200" dirty="0">
              <a:solidFill>
                <a:schemeClr val="tx1"/>
              </a:solidFill>
              <a:cs typeface="Arial"/>
            </a:endParaRPr>
          </a:p>
          <a:p>
            <a:pPr algn="ctr"/>
            <a:endParaRPr lang="en-US" sz="2200" dirty="0">
              <a:solidFill>
                <a:schemeClr val="tx1"/>
              </a:solidFill>
              <a:cs typeface="Arial"/>
            </a:endParaRPr>
          </a:p>
          <a:p>
            <a:pPr algn="ctr"/>
            <a:endParaRPr lang="en-US" sz="2200" dirty="0">
              <a:solidFill>
                <a:schemeClr val="tx1"/>
              </a:solidFill>
              <a:cs typeface="Arial"/>
            </a:endParaRPr>
          </a:p>
          <a:p>
            <a:pPr algn="ctr"/>
            <a:r>
              <a:rPr lang="en-US" sz="2200" dirty="0">
                <a:solidFill>
                  <a:schemeClr val="tx1"/>
                </a:solidFill>
                <a:cs typeface="Arial"/>
              </a:rPr>
              <a:t>2. </a:t>
            </a:r>
            <a:r>
              <a:rPr lang="en-US" sz="2200" dirty="0" err="1">
                <a:solidFill>
                  <a:schemeClr val="tx1"/>
                </a:solidFill>
                <a:cs typeface="Arial"/>
              </a:rPr>
              <a:t>Wikidata</a:t>
            </a:r>
            <a:r>
              <a:rPr lang="en-US" sz="2200" dirty="0">
                <a:solidFill>
                  <a:schemeClr val="tx1"/>
                </a:solidFill>
                <a:cs typeface="Arial"/>
              </a:rPr>
              <a:t> Linking</a:t>
            </a:r>
          </a:p>
          <a:p>
            <a:pPr algn="ctr"/>
            <a:endParaRPr lang="en-US" sz="2200" dirty="0">
              <a:solidFill>
                <a:schemeClr val="tx1"/>
              </a:solidFill>
              <a:cs typeface="Arial"/>
            </a:endParaRPr>
          </a:p>
        </p:txBody>
      </p:sp>
      <p:pic>
        <p:nvPicPr>
          <p:cNvPr id="14" name="Picture 13" descr="A white rectangular sign with red blue and green text&#10;&#10;AI-generated content may be incorrect.">
            <a:extLst>
              <a:ext uri="{FF2B5EF4-FFF2-40B4-BE49-F238E27FC236}">
                <a16:creationId xmlns:a16="http://schemas.microsoft.com/office/drawing/2014/main" id="{F448D608-A9E4-1131-4C74-2386C41EC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327" y="2836635"/>
            <a:ext cx="1143000" cy="952500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783DD14-4649-BB53-9AB5-65AB8C9EAF91}"/>
              </a:ext>
            </a:extLst>
          </p:cNvPr>
          <p:cNvSpPr/>
          <p:nvPr/>
        </p:nvSpPr>
        <p:spPr>
          <a:xfrm>
            <a:off x="6487608" y="2690838"/>
            <a:ext cx="1950425" cy="19213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chemeClr val="tx1"/>
              </a:solidFill>
              <a:cs typeface="Arial"/>
            </a:endParaRPr>
          </a:p>
          <a:p>
            <a:pPr algn="ctr"/>
            <a:endParaRPr lang="en-US" dirty="0">
              <a:solidFill>
                <a:schemeClr val="tx1"/>
              </a:solidFill>
              <a:cs typeface="Arial"/>
            </a:endParaRPr>
          </a:p>
          <a:p>
            <a:pPr algn="ctr"/>
            <a:endParaRPr lang="en-US" dirty="0">
              <a:solidFill>
                <a:schemeClr val="tx1"/>
              </a:solidFill>
              <a:cs typeface="Arial"/>
            </a:endParaRPr>
          </a:p>
          <a:p>
            <a:pPr algn="ctr"/>
            <a:endParaRPr lang="en-US" dirty="0">
              <a:solidFill>
                <a:schemeClr val="tx1"/>
              </a:solidFill>
              <a:cs typeface="Arial"/>
            </a:endParaRPr>
          </a:p>
          <a:p>
            <a:pPr algn="ctr"/>
            <a:r>
              <a:rPr lang="en-US" sz="2200">
                <a:solidFill>
                  <a:schemeClr val="tx1"/>
                </a:solidFill>
                <a:cs typeface="Arial"/>
              </a:rPr>
              <a:t>3. Active DNS resolution</a:t>
            </a:r>
          </a:p>
          <a:p>
            <a:pPr algn="ctr"/>
            <a:endParaRPr lang="en-US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6ED2236-5BD1-8347-84AD-27875D71D117}"/>
              </a:ext>
            </a:extLst>
          </p:cNvPr>
          <p:cNvSpPr/>
          <p:nvPr/>
        </p:nvSpPr>
        <p:spPr>
          <a:xfrm>
            <a:off x="9187264" y="2698093"/>
            <a:ext cx="1943168" cy="19213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200" dirty="0">
              <a:solidFill>
                <a:schemeClr val="tx1"/>
              </a:solidFill>
              <a:cs typeface="Arial"/>
            </a:endParaRPr>
          </a:p>
          <a:p>
            <a:pPr algn="ctr"/>
            <a:endParaRPr lang="en-US" sz="2200" dirty="0">
              <a:solidFill>
                <a:schemeClr val="tx1"/>
              </a:solidFill>
              <a:cs typeface="Arial"/>
            </a:endParaRPr>
          </a:p>
          <a:p>
            <a:pPr algn="ctr"/>
            <a:endParaRPr lang="en-US" sz="2200" dirty="0">
              <a:solidFill>
                <a:schemeClr val="tx1"/>
              </a:solidFill>
              <a:cs typeface="Arial"/>
            </a:endParaRPr>
          </a:p>
          <a:p>
            <a:pPr algn="ctr"/>
            <a:endParaRPr lang="en-US" sz="2200" dirty="0">
              <a:solidFill>
                <a:schemeClr val="tx1"/>
              </a:solidFill>
              <a:cs typeface="Arial"/>
            </a:endParaRPr>
          </a:p>
          <a:p>
            <a:pPr algn="ctr"/>
            <a:r>
              <a:rPr lang="en-US" sz="2200">
                <a:solidFill>
                  <a:schemeClr val="tx1"/>
                </a:solidFill>
                <a:cs typeface="Arial"/>
              </a:rPr>
              <a:t>4. IP Attribution</a:t>
            </a:r>
            <a:endParaRPr lang="en-US" sz="2200" dirty="0">
              <a:solidFill>
                <a:schemeClr val="tx1"/>
              </a:solidFill>
              <a:cs typeface="Arial"/>
            </a:endParaRPr>
          </a:p>
          <a:p>
            <a:pPr algn="ctr"/>
            <a:endParaRPr lang="en-US" sz="2200" dirty="0">
              <a:solidFill>
                <a:schemeClr val="tx1"/>
              </a:solidFill>
              <a:cs typeface="Arial"/>
            </a:endParaRPr>
          </a:p>
        </p:txBody>
      </p:sp>
      <p:pic>
        <p:nvPicPr>
          <p:cNvPr id="20" name="Picture 19" descr="ZDNS: A fast DNS toolkit for Internet measurement | APNIC Blog">
            <a:extLst>
              <a:ext uri="{FF2B5EF4-FFF2-40B4-BE49-F238E27FC236}">
                <a16:creationId xmlns:a16="http://schemas.microsoft.com/office/drawing/2014/main" id="{B5CB4910-B872-93EB-125A-884BD4F1263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751" t="19601" r="20106" b="27057"/>
          <a:stretch>
            <a:fillRect/>
          </a:stretch>
        </p:blipFill>
        <p:spPr>
          <a:xfrm>
            <a:off x="6676571" y="2980942"/>
            <a:ext cx="1567545" cy="532587"/>
          </a:xfrm>
          <a:prstGeom prst="rect">
            <a:avLst/>
          </a:prstGeom>
        </p:spPr>
      </p:pic>
      <p:pic>
        <p:nvPicPr>
          <p:cNvPr id="21" name="Picture 20" descr="IPinfo Lite: The Most Accurate Free IP Geolocation API &amp; Database | IPinfo .io">
            <a:extLst>
              <a:ext uri="{FF2B5EF4-FFF2-40B4-BE49-F238E27FC236}">
                <a16:creationId xmlns:a16="http://schemas.microsoft.com/office/drawing/2014/main" id="{6B9B8226-8335-13BE-45AF-7C0AC4011C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4760" y="3316513"/>
            <a:ext cx="1470479" cy="449944"/>
          </a:xfrm>
          <a:prstGeom prst="rect">
            <a:avLst/>
          </a:prstGeom>
        </p:spPr>
      </p:pic>
      <p:pic>
        <p:nvPicPr>
          <p:cNvPr id="22" name="Picture 21" descr="CAIDA">
            <a:extLst>
              <a:ext uri="{FF2B5EF4-FFF2-40B4-BE49-F238E27FC236}">
                <a16:creationId xmlns:a16="http://schemas.microsoft.com/office/drawing/2014/main" id="{82A48B79-F800-9E4E-FCB0-03D033E88B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5261" y="1890032"/>
            <a:ext cx="1278164" cy="1350735"/>
          </a:xfrm>
          <a:prstGeom prst="rect">
            <a:avLst/>
          </a:prstGeom>
        </p:spPr>
      </p:pic>
      <p:pic>
        <p:nvPicPr>
          <p:cNvPr id="8" name="Graphic 7" descr="Home (Eurostat)">
            <a:extLst>
              <a:ext uri="{FF2B5EF4-FFF2-40B4-BE49-F238E27FC236}">
                <a16:creationId xmlns:a16="http://schemas.microsoft.com/office/drawing/2014/main" id="{B1A17973-42F7-C8F0-A052-C12BACF6F9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90172" y="3686701"/>
            <a:ext cx="1640115" cy="203057"/>
          </a:xfrm>
          <a:prstGeom prst="rect">
            <a:avLst/>
          </a:prstGeom>
        </p:spPr>
      </p:pic>
      <p:sp>
        <p:nvSpPr>
          <p:cNvPr id="6" name="Arrow: Curved Up 5">
            <a:extLst>
              <a:ext uri="{FF2B5EF4-FFF2-40B4-BE49-F238E27FC236}">
                <a16:creationId xmlns:a16="http://schemas.microsoft.com/office/drawing/2014/main" id="{83E54EF1-E39E-7B28-3058-BB08AA8D069C}"/>
              </a:ext>
            </a:extLst>
          </p:cNvPr>
          <p:cNvSpPr/>
          <p:nvPr/>
        </p:nvSpPr>
        <p:spPr>
          <a:xfrm>
            <a:off x="2604303" y="4726328"/>
            <a:ext cx="1446835" cy="376177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83BB28-6D95-77E1-99A7-AA56D09590E1}"/>
              </a:ext>
            </a:extLst>
          </p:cNvPr>
          <p:cNvSpPr txBox="1"/>
          <p:nvPr/>
        </p:nvSpPr>
        <p:spPr>
          <a:xfrm>
            <a:off x="2011973" y="5199145"/>
            <a:ext cx="313481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Goal 1: Retrieve website</a:t>
            </a:r>
            <a:br>
              <a:rPr lang="en-US" dirty="0">
                <a:cs typeface="Arial"/>
              </a:rPr>
            </a:br>
            <a:r>
              <a:rPr lang="en-US" dirty="0">
                <a:cs typeface="Arial"/>
              </a:rPr>
              <a:t>entry for Eurostat data</a:t>
            </a:r>
          </a:p>
        </p:txBody>
      </p:sp>
      <p:sp>
        <p:nvSpPr>
          <p:cNvPr id="10" name="Arrow: Curved Up 9">
            <a:extLst>
              <a:ext uri="{FF2B5EF4-FFF2-40B4-BE49-F238E27FC236}">
                <a16:creationId xmlns:a16="http://schemas.microsoft.com/office/drawing/2014/main" id="{A5FB589F-3762-41C1-4727-233D11ECAAF8}"/>
              </a:ext>
            </a:extLst>
          </p:cNvPr>
          <p:cNvSpPr/>
          <p:nvPr/>
        </p:nvSpPr>
        <p:spPr>
          <a:xfrm>
            <a:off x="5485388" y="4726327"/>
            <a:ext cx="1446835" cy="376177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C3664F-FEE4-8370-ACCF-1FA5B8A346EF}"/>
              </a:ext>
            </a:extLst>
          </p:cNvPr>
          <p:cNvSpPr txBox="1"/>
          <p:nvPr/>
        </p:nvSpPr>
        <p:spPr>
          <a:xfrm>
            <a:off x="4922086" y="5199144"/>
            <a:ext cx="313481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Arial"/>
              </a:rPr>
              <a:t>Goal 2: Resolve Web, Mail </a:t>
            </a:r>
            <a:r>
              <a:rPr lang="en-US">
                <a:cs typeface="Arial"/>
              </a:rPr>
              <a:t>and NS to IPs</a:t>
            </a:r>
            <a:endParaRPr lang="en-US" err="1"/>
          </a:p>
        </p:txBody>
      </p:sp>
      <p:sp>
        <p:nvSpPr>
          <p:cNvPr id="13" name="Arrow: Curved Up 12">
            <a:extLst>
              <a:ext uri="{FF2B5EF4-FFF2-40B4-BE49-F238E27FC236}">
                <a16:creationId xmlns:a16="http://schemas.microsoft.com/office/drawing/2014/main" id="{F2809142-309B-F95D-805A-78FF4E78A304}"/>
              </a:ext>
            </a:extLst>
          </p:cNvPr>
          <p:cNvSpPr/>
          <p:nvPr/>
        </p:nvSpPr>
        <p:spPr>
          <a:xfrm>
            <a:off x="8170530" y="4820669"/>
            <a:ext cx="1446835" cy="376177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151740-4517-AC4D-0335-3E40FD7DC468}"/>
              </a:ext>
            </a:extLst>
          </p:cNvPr>
          <p:cNvSpPr txBox="1"/>
          <p:nvPr/>
        </p:nvSpPr>
        <p:spPr>
          <a:xfrm>
            <a:off x="7853971" y="5199143"/>
            <a:ext cx="313481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Goal 3: IP to physical and </a:t>
            </a:r>
            <a:r>
              <a:rPr lang="en-US" dirty="0">
                <a:cs typeface="Arial"/>
              </a:rPr>
              <a:t>jurisdictional hosting location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4036331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A34DA-5C5D-18C1-EDA2-D7E932811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C3F1A85-91FD-6ABC-4E02-3284AEB82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3" y="692151"/>
            <a:ext cx="10609542" cy="908050"/>
          </a:xfrm>
        </p:spPr>
        <p:txBody>
          <a:bodyPr anchor="b">
            <a:normAutofit/>
          </a:bodyPr>
          <a:lstStyle/>
          <a:p>
            <a:r>
              <a:rPr lang="en-US" b="0" dirty="0">
                <a:ea typeface="Calibri"/>
              </a:rPr>
              <a:t>Data </a:t>
            </a:r>
            <a:r>
              <a:rPr lang="en-US" b="0">
                <a:ea typeface="Calibri"/>
              </a:rPr>
              <a:t>Overview: Delft</a:t>
            </a:r>
            <a:endParaRPr lang="en-US" b="0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1C1B5A2-362D-AB2E-E39D-0A85FFAABB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2360" y="6356348"/>
            <a:ext cx="815724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172CC19-4BF8-2E45-A5C5-2324BC57373C}" type="slidenum">
              <a:rPr kumimoji="0" lang="de-DE" sz="1400" b="1" i="0" u="none" strike="noStrike" kern="1200" cap="none" spc="-1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de-DE" sz="1400" b="1" i="0" u="none" strike="noStrike" kern="1200" cap="none" spc="-1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A map of the netherlands with different colored areas&#10;&#10;AI-generated content may be incorrect.">
            <a:extLst>
              <a:ext uri="{FF2B5EF4-FFF2-40B4-BE49-F238E27FC236}">
                <a16:creationId xmlns:a16="http://schemas.microsoft.com/office/drawing/2014/main" id="{C4E53DD8-A7A8-CA1E-66F6-BFCC85CC2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799" y="1611084"/>
            <a:ext cx="6204858" cy="47461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28151F9-4F10-ABA2-D77D-1BB933D1DB1E}"/>
              </a:ext>
            </a:extLst>
          </p:cNvPr>
          <p:cNvSpPr txBox="1"/>
          <p:nvPr/>
        </p:nvSpPr>
        <p:spPr>
          <a:xfrm>
            <a:off x="1186221" y="3428770"/>
            <a:ext cx="356243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cs typeface="Arial"/>
              </a:rPr>
              <a:t>Overall Goal: Reproducible and automated </a:t>
            </a:r>
            <a:r>
              <a:rPr lang="en-US" sz="2400" dirty="0">
                <a:cs typeface="Arial"/>
              </a:rPr>
              <a:t>pipeline for all countries</a:t>
            </a:r>
          </a:p>
        </p:txBody>
      </p:sp>
    </p:spTree>
    <p:extLst>
      <p:ext uri="{BB962C8B-B14F-4D97-AF65-F5344CB8AC3E}">
        <p14:creationId xmlns:p14="http://schemas.microsoft.com/office/powerpoint/2010/main" val="1504465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55316-F0D0-03C8-A9ED-5ED590318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92BF0F5-7495-7445-27B3-69135E344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3" y="692151"/>
            <a:ext cx="10609542" cy="908050"/>
          </a:xfrm>
        </p:spPr>
        <p:txBody>
          <a:bodyPr anchor="b">
            <a:normAutofit/>
          </a:bodyPr>
          <a:lstStyle/>
          <a:p>
            <a:r>
              <a:rPr lang="en-US" b="0" dirty="0">
                <a:ea typeface="Calibri"/>
              </a:rPr>
              <a:t>Data </a:t>
            </a:r>
            <a:r>
              <a:rPr lang="en-US" b="0">
                <a:ea typeface="Calibri"/>
              </a:rPr>
              <a:t>Overview: Delft</a:t>
            </a:r>
            <a:endParaRPr lang="en-US" b="0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8903F57-AD23-9C6E-37A5-6C5EC4AC3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2360" y="6356348"/>
            <a:ext cx="815724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172CC19-4BF8-2E45-A5C5-2324BC57373C}" type="slidenum">
              <a:rPr kumimoji="0" lang="de-DE" sz="1400" b="1" i="0" u="none" strike="noStrike" kern="1200" cap="none" spc="-1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de-DE" sz="1400" b="1" i="0" u="none" strike="noStrike" kern="1200" cap="none" spc="-1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B8E8C4-2AAF-E804-8D8E-80F1368502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5" b="62454"/>
          <a:stretch>
            <a:fillRect/>
          </a:stretch>
        </p:blipFill>
        <p:spPr>
          <a:xfrm>
            <a:off x="6094246" y="1342571"/>
            <a:ext cx="4677117" cy="2220692"/>
          </a:xfrm>
          <a:prstGeom prst="rect">
            <a:avLst/>
          </a:prstGeom>
        </p:spPr>
      </p:pic>
      <p:pic>
        <p:nvPicPr>
          <p:cNvPr id="11" name="Graphic 10" descr="Home (Eurostat)">
            <a:extLst>
              <a:ext uri="{FF2B5EF4-FFF2-40B4-BE49-F238E27FC236}">
                <a16:creationId xmlns:a16="http://schemas.microsoft.com/office/drawing/2014/main" id="{F72EFB07-0313-D8A4-7E56-BFD15A62C1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3773" y="2148187"/>
            <a:ext cx="2743200" cy="36997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F0A636C-7C51-0A90-BB96-3B1E45FC1C36}"/>
              </a:ext>
            </a:extLst>
          </p:cNvPr>
          <p:cNvSpPr/>
          <p:nvPr/>
        </p:nvSpPr>
        <p:spPr>
          <a:xfrm>
            <a:off x="6337227" y="1793943"/>
            <a:ext cx="4418292" cy="55701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nhaltsplatzhalter 5">
            <a:extLst>
              <a:ext uri="{FF2B5EF4-FFF2-40B4-BE49-F238E27FC236}">
                <a16:creationId xmlns:a16="http://schemas.microsoft.com/office/drawing/2014/main" id="{5E1F1584-E147-26AC-F26C-E4FF6C624188}"/>
              </a:ext>
            </a:extLst>
          </p:cNvPr>
          <p:cNvSpPr txBox="1">
            <a:spLocks/>
          </p:cNvSpPr>
          <p:nvPr/>
        </p:nvSpPr>
        <p:spPr>
          <a:xfrm>
            <a:off x="995083" y="2147341"/>
            <a:ext cx="6668607" cy="314348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5400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Wingdings" pitchFamily="2" charset="2"/>
              <a:buNone/>
              <a:defRPr sz="2400" kern="1200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2200" kern="1200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3716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18288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r>
              <a:rPr lang="en-US">
                <a:ea typeface="Calibri"/>
                <a:cs typeface="Calibri"/>
              </a:rPr>
              <a:t>-</a:t>
            </a:r>
            <a:endParaRPr lang="en-US" dirty="0">
              <a:ea typeface="Calibri"/>
              <a:cs typeface="Calibri"/>
            </a:endParaRPr>
          </a:p>
          <a:p>
            <a:pPr marL="1028700" lvl="1" indent="-571500">
              <a:lnSpc>
                <a:spcPct val="90000"/>
              </a:lnSpc>
              <a:spcAft>
                <a:spcPts val="800"/>
              </a:spcAft>
              <a:buFont typeface="Courier New" pitchFamily="2" charset="2"/>
              <a:buChar char="o"/>
            </a:pPr>
            <a:r>
              <a:rPr lang="en-US" sz="2800" i="1" kern="100" dirty="0">
                <a:ea typeface="Calibri"/>
                <a:cs typeface="Arial"/>
              </a:rPr>
              <a:t>Two </a:t>
            </a:r>
            <a:r>
              <a:rPr lang="en-US" sz="2800" i="1" kern="100" dirty="0" err="1">
                <a:ea typeface="Calibri"/>
                <a:cs typeface="Arial"/>
              </a:rPr>
              <a:t>Geojson</a:t>
            </a:r>
            <a:r>
              <a:rPr lang="en-US" sz="2800" i="1" kern="100" dirty="0">
                <a:ea typeface="Calibri"/>
                <a:cs typeface="Arial"/>
              </a:rPr>
              <a:t> Inputs:</a:t>
            </a:r>
          </a:p>
          <a:p>
            <a:pPr marL="1485900" lvl="2" indent="-571500">
              <a:lnSpc>
                <a:spcPct val="90000"/>
              </a:lnSpc>
              <a:spcAft>
                <a:spcPts val="800"/>
              </a:spcAft>
              <a:buFont typeface="Wingdings" pitchFamily="2" charset="2"/>
              <a:buChar char="§"/>
            </a:pPr>
            <a:r>
              <a:rPr lang="en-US" sz="2600" i="1" kern="100">
                <a:ea typeface="Calibri"/>
                <a:cs typeface="Arial"/>
              </a:rPr>
              <a:t>NUTS regions</a:t>
            </a:r>
            <a:endParaRPr lang="en-US" sz="2600" i="1" kern="100">
              <a:ea typeface="+mn-lt"/>
              <a:cs typeface="+mn-lt"/>
            </a:endParaRPr>
          </a:p>
          <a:p>
            <a:pPr marL="1485900" lvl="2" indent="-571500">
              <a:lnSpc>
                <a:spcPct val="90000"/>
              </a:lnSpc>
              <a:spcAft>
                <a:spcPts val="800"/>
              </a:spcAft>
              <a:buFont typeface="Wingdings" pitchFamily="2" charset="2"/>
              <a:buChar char="§"/>
            </a:pPr>
            <a:r>
              <a:rPr lang="en-US" sz="2600" i="1" kern="100">
                <a:ea typeface="Calibri"/>
                <a:cs typeface="Arial"/>
              </a:rPr>
              <a:t>LAU's</a:t>
            </a:r>
            <a:endParaRPr lang="en-US" sz="2600" i="1" kern="100">
              <a:cs typeface="Arial"/>
            </a:endParaRPr>
          </a:p>
          <a:p>
            <a:pPr marL="1028700" lvl="1" indent="-571500">
              <a:lnSpc>
                <a:spcPct val="90000"/>
              </a:lnSpc>
              <a:spcAft>
                <a:spcPts val="800"/>
              </a:spcAft>
              <a:buFont typeface="Courier New"/>
              <a:buChar char="o"/>
            </a:pPr>
            <a:endParaRPr lang="en-US" sz="3000" kern="100" dirty="0"/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endParaRPr lang="en-US" sz="3200" kern="100" dirty="0"/>
          </a:p>
          <a:p>
            <a:pPr marL="342900" indent="-342900">
              <a:lnSpc>
                <a:spcPct val="90000"/>
              </a:lnSpc>
              <a:spcAft>
                <a:spcPts val="800"/>
              </a:spcAft>
              <a:buAutoNum type="arabicPeriod"/>
            </a:pPr>
            <a:endParaRPr lang="en-US" kern="1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7108EF-909D-07F0-359E-A82D1ECADEE4}"/>
              </a:ext>
            </a:extLst>
          </p:cNvPr>
          <p:cNvSpPr/>
          <p:nvPr/>
        </p:nvSpPr>
        <p:spPr>
          <a:xfrm>
            <a:off x="1663626" y="3063943"/>
            <a:ext cx="3460351" cy="498954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06DA27-1BD8-FA93-DAEF-090EFBC7CC76}"/>
              </a:ext>
            </a:extLst>
          </p:cNvPr>
          <p:cNvSpPr/>
          <p:nvPr/>
        </p:nvSpPr>
        <p:spPr>
          <a:xfrm>
            <a:off x="1663627" y="3651771"/>
            <a:ext cx="3460350" cy="404612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3CDC86-5944-0B38-DF15-71D3B8C32F92}"/>
              </a:ext>
            </a:extLst>
          </p:cNvPr>
          <p:cNvSpPr/>
          <p:nvPr/>
        </p:nvSpPr>
        <p:spPr>
          <a:xfrm>
            <a:off x="6344483" y="2381770"/>
            <a:ext cx="4411035" cy="1202897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573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10B43-86A6-91A8-C9D4-A87973B48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50C71FA-1218-E199-D72E-1F409C799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3" y="692151"/>
            <a:ext cx="10609542" cy="908050"/>
          </a:xfrm>
        </p:spPr>
        <p:txBody>
          <a:bodyPr anchor="b">
            <a:normAutofit/>
          </a:bodyPr>
          <a:lstStyle/>
          <a:p>
            <a:r>
              <a:rPr lang="en-US" b="0" dirty="0">
                <a:ea typeface="Calibri"/>
              </a:rPr>
              <a:t>Data </a:t>
            </a:r>
            <a:r>
              <a:rPr lang="en-US" b="0">
                <a:ea typeface="Calibri"/>
              </a:rPr>
              <a:t>Overview: Delft</a:t>
            </a:r>
            <a:endParaRPr lang="en-US" b="0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9CED3BD-40CE-0963-892E-A8EB7618E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2360" y="6356348"/>
            <a:ext cx="815724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172CC19-4BF8-2E45-A5C5-2324BC57373C}" type="slidenum">
              <a:rPr kumimoji="0" lang="de-DE" sz="1400" b="1" i="0" u="none" strike="noStrike" kern="1200" cap="none" spc="-1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de-DE" sz="1400" b="1" i="0" u="none" strike="noStrike" kern="1200" cap="none" spc="-1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3D5D4B0-DC7F-69B2-C139-1DAC3F67DC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5" b="62454"/>
          <a:stretch>
            <a:fillRect/>
          </a:stretch>
        </p:blipFill>
        <p:spPr>
          <a:xfrm>
            <a:off x="6094246" y="1342571"/>
            <a:ext cx="4677117" cy="2220692"/>
          </a:xfrm>
          <a:prstGeom prst="rect">
            <a:avLst/>
          </a:prstGeom>
        </p:spPr>
      </p:pic>
      <p:pic>
        <p:nvPicPr>
          <p:cNvPr id="11" name="Graphic 10" descr="Home (Eurostat)">
            <a:extLst>
              <a:ext uri="{FF2B5EF4-FFF2-40B4-BE49-F238E27FC236}">
                <a16:creationId xmlns:a16="http://schemas.microsoft.com/office/drawing/2014/main" id="{21884408-6E4C-FD0B-70E6-81BD555F69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3773" y="2148187"/>
            <a:ext cx="2743200" cy="369971"/>
          </a:xfrm>
          <a:prstGeom prst="rect">
            <a:avLst/>
          </a:prstGeom>
        </p:spPr>
      </p:pic>
      <p:sp>
        <p:nvSpPr>
          <p:cNvPr id="8" name="Inhaltsplatzhalter 5">
            <a:extLst>
              <a:ext uri="{FF2B5EF4-FFF2-40B4-BE49-F238E27FC236}">
                <a16:creationId xmlns:a16="http://schemas.microsoft.com/office/drawing/2014/main" id="{02A38C09-BDCF-5071-8A10-F07EF0C70B61}"/>
              </a:ext>
            </a:extLst>
          </p:cNvPr>
          <p:cNvSpPr txBox="1">
            <a:spLocks/>
          </p:cNvSpPr>
          <p:nvPr/>
        </p:nvSpPr>
        <p:spPr>
          <a:xfrm>
            <a:off x="995083" y="2147341"/>
            <a:ext cx="6668607" cy="314348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5400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Wingdings" pitchFamily="2" charset="2"/>
              <a:buNone/>
              <a:defRPr sz="2400" kern="1200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2200" kern="1200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3716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18288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buAutoNum type="arabicPeriod"/>
            </a:pPr>
            <a:r>
              <a:rPr lang="en-US"/>
              <a:t>-</a:t>
            </a:r>
            <a:endParaRPr lang="en-US" dirty="0"/>
          </a:p>
          <a:p>
            <a:pPr marL="1028700" lvl="1" indent="-571500">
              <a:lnSpc>
                <a:spcPct val="90000"/>
              </a:lnSpc>
              <a:spcAft>
                <a:spcPts val="800"/>
              </a:spcAft>
              <a:buFont typeface="Courier New,monospace" pitchFamily="2" charset="2"/>
              <a:buChar char="o"/>
            </a:pPr>
            <a:r>
              <a:rPr lang="en-US" sz="2800" i="1">
                <a:ea typeface="Calibri"/>
                <a:cs typeface="Arial"/>
              </a:rPr>
              <a:t>NUTS = Nomenclature of </a:t>
            </a:r>
            <a:br>
              <a:rPr lang="en-US" sz="2800" i="1" dirty="0">
                <a:ea typeface="Calibri"/>
                <a:cs typeface="Arial"/>
              </a:rPr>
            </a:br>
            <a:r>
              <a:rPr lang="en-US" sz="2800" i="1">
                <a:ea typeface="Calibri"/>
                <a:cs typeface="Arial"/>
              </a:rPr>
              <a:t>territorial units for statistics</a:t>
            </a:r>
            <a:endParaRPr lang="en-US" sz="2800">
              <a:ea typeface="Calibri"/>
              <a:cs typeface="Arial"/>
            </a:endParaRPr>
          </a:p>
          <a:p>
            <a:pPr marL="1485900" lvl="2" indent="-571500">
              <a:lnSpc>
                <a:spcPct val="90000"/>
              </a:lnSpc>
              <a:spcAft>
                <a:spcPts val="800"/>
              </a:spcAft>
              <a:buFont typeface="Wingdings"/>
              <a:buChar char="§"/>
            </a:pPr>
            <a:r>
              <a:rPr lang="en-US" kern="100">
                <a:cs typeface="Arial"/>
              </a:rPr>
              <a:t>4/5 (=LAU's) … municipality/commune</a:t>
            </a:r>
            <a:endParaRPr lang="en-US" kern="100" dirty="0"/>
          </a:p>
          <a:p>
            <a:pPr marL="1485900" lvl="2" indent="-571500">
              <a:lnSpc>
                <a:spcPct val="90000"/>
              </a:lnSpc>
              <a:spcAft>
                <a:spcPts val="800"/>
              </a:spcAft>
              <a:buFont typeface="Wingdings,sans-serif"/>
              <a:buChar char="§"/>
            </a:pPr>
            <a:r>
              <a:rPr lang="en-US" kern="100">
                <a:ea typeface="Calibri"/>
                <a:cs typeface="Arial"/>
              </a:rPr>
              <a:t>3... district</a:t>
            </a:r>
            <a:endParaRPr lang="en-US"/>
          </a:p>
          <a:p>
            <a:pPr marL="1485900" lvl="2" indent="-571500">
              <a:lnSpc>
                <a:spcPct val="90000"/>
              </a:lnSpc>
              <a:spcAft>
                <a:spcPts val="800"/>
              </a:spcAft>
              <a:buFont typeface="Wingdings"/>
              <a:buChar char="§"/>
            </a:pPr>
            <a:r>
              <a:rPr lang="en-US" kern="100"/>
              <a:t>2... province</a:t>
            </a:r>
            <a:endParaRPr lang="en-US"/>
          </a:p>
          <a:p>
            <a:pPr marL="1485900" lvl="2" indent="-571500">
              <a:lnSpc>
                <a:spcPct val="90000"/>
              </a:lnSpc>
              <a:spcAft>
                <a:spcPts val="800"/>
              </a:spcAft>
              <a:buFont typeface="Wingdings"/>
              <a:buChar char="§"/>
            </a:pPr>
            <a:r>
              <a:rPr lang="en-US" sz="1900" kern="100">
                <a:cs typeface="Arial"/>
              </a:rPr>
              <a:t>1... state</a:t>
            </a:r>
            <a:endParaRPr lang="en-US" kern="100" dirty="0"/>
          </a:p>
          <a:p>
            <a:pPr marL="1485900" lvl="2" indent="-571500">
              <a:lnSpc>
                <a:spcPct val="90000"/>
              </a:lnSpc>
              <a:spcAft>
                <a:spcPts val="800"/>
              </a:spcAft>
              <a:buFont typeface="Wingdings,sans-serif"/>
              <a:buChar char="§"/>
            </a:pPr>
            <a:endParaRPr lang="en-US" kern="100" dirty="0"/>
          </a:p>
          <a:p>
            <a:pPr marL="1028700" lvl="1" indent="-571500">
              <a:lnSpc>
                <a:spcPct val="90000"/>
              </a:lnSpc>
              <a:spcAft>
                <a:spcPts val="800"/>
              </a:spcAft>
              <a:buFont typeface="Courier New"/>
              <a:buChar char="o"/>
            </a:pPr>
            <a:endParaRPr lang="en-US" sz="3000" kern="100" dirty="0"/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endParaRPr lang="en-US" sz="3200" kern="100" dirty="0"/>
          </a:p>
          <a:p>
            <a:pPr marL="342900" indent="-342900">
              <a:lnSpc>
                <a:spcPct val="90000"/>
              </a:lnSpc>
              <a:spcAft>
                <a:spcPts val="800"/>
              </a:spcAft>
              <a:buAutoNum type="arabicPeriod"/>
            </a:pPr>
            <a:endParaRPr lang="en-US" kern="100" dirty="0"/>
          </a:p>
        </p:txBody>
      </p:sp>
      <p:pic>
        <p:nvPicPr>
          <p:cNvPr id="9" name="Picture 8" descr="Several maps of different countries/regions&#10;&#10;AI-generated content may be incorrect.">
            <a:extLst>
              <a:ext uri="{FF2B5EF4-FFF2-40B4-BE49-F238E27FC236}">
                <a16:creationId xmlns:a16="http://schemas.microsoft.com/office/drawing/2014/main" id="{068435CF-F771-365E-C0A5-76A7FBB5CF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2213" y="3736521"/>
            <a:ext cx="3138715" cy="262164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3532738-AA50-4949-C559-BAD30C88494C}"/>
              </a:ext>
            </a:extLst>
          </p:cNvPr>
          <p:cNvSpPr/>
          <p:nvPr/>
        </p:nvSpPr>
        <p:spPr>
          <a:xfrm>
            <a:off x="6337227" y="1793943"/>
            <a:ext cx="4418292" cy="55701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399C609-E601-517E-A49B-E5400A782F6A}"/>
              </a:ext>
            </a:extLst>
          </p:cNvPr>
          <p:cNvCxnSpPr/>
          <p:nvPr/>
        </p:nvCxnSpPr>
        <p:spPr>
          <a:xfrm flipH="1" flipV="1">
            <a:off x="9227502" y="5478866"/>
            <a:ext cx="453341" cy="9645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E4DC3B3-01ED-30CC-C1E9-1948F9D13C55}"/>
              </a:ext>
            </a:extLst>
          </p:cNvPr>
          <p:cNvSpPr txBox="1"/>
          <p:nvPr/>
        </p:nvSpPr>
        <p:spPr>
          <a:xfrm>
            <a:off x="9681120" y="5287886"/>
            <a:ext cx="12442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Arial"/>
              </a:rPr>
              <a:t>Bavaria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298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09705-3117-2AC9-4994-E1B38DD44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6D57BFF-A1BD-31C7-48C3-5304BE8E0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3" y="692151"/>
            <a:ext cx="10609542" cy="908050"/>
          </a:xfrm>
        </p:spPr>
        <p:txBody>
          <a:bodyPr anchor="b">
            <a:normAutofit/>
          </a:bodyPr>
          <a:lstStyle/>
          <a:p>
            <a:r>
              <a:rPr lang="en-US" b="0" dirty="0">
                <a:ea typeface="Calibri"/>
              </a:rPr>
              <a:t>Data </a:t>
            </a:r>
            <a:r>
              <a:rPr lang="en-US" b="0">
                <a:ea typeface="Calibri"/>
              </a:rPr>
              <a:t>Overview: Delft</a:t>
            </a:r>
            <a:endParaRPr lang="en-US" b="0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59F26E3-E028-15CD-D2A7-1A8EC28BC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2360" y="6356348"/>
            <a:ext cx="815724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172CC19-4BF8-2E45-A5C5-2324BC57373C}" type="slidenum">
              <a:rPr kumimoji="0" lang="de-DE" sz="1400" b="1" i="0" u="none" strike="noStrike" kern="1200" cap="none" spc="-1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de-DE" sz="1400" b="1" i="0" u="none" strike="noStrike" kern="1200" cap="none" spc="-1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A59479-4D15-875C-852D-881CA8CCD1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5" b="62454"/>
          <a:stretch>
            <a:fillRect/>
          </a:stretch>
        </p:blipFill>
        <p:spPr>
          <a:xfrm>
            <a:off x="6094246" y="1342571"/>
            <a:ext cx="4677117" cy="2220692"/>
          </a:xfrm>
          <a:prstGeom prst="rect">
            <a:avLst/>
          </a:prstGeom>
        </p:spPr>
      </p:pic>
      <p:pic>
        <p:nvPicPr>
          <p:cNvPr id="11" name="Graphic 10" descr="Home (Eurostat)">
            <a:extLst>
              <a:ext uri="{FF2B5EF4-FFF2-40B4-BE49-F238E27FC236}">
                <a16:creationId xmlns:a16="http://schemas.microsoft.com/office/drawing/2014/main" id="{EFE74FEF-7DF3-B6BD-EB85-01E9DDA3D5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3773" y="2148187"/>
            <a:ext cx="2743200" cy="36997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CB1A60C-7402-EF84-BF89-555790210F15}"/>
              </a:ext>
            </a:extLst>
          </p:cNvPr>
          <p:cNvSpPr/>
          <p:nvPr/>
        </p:nvSpPr>
        <p:spPr>
          <a:xfrm>
            <a:off x="6300942" y="1946343"/>
            <a:ext cx="4360235" cy="40461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E55E77-324D-CB58-E870-6352A2CBB90F}"/>
              </a:ext>
            </a:extLst>
          </p:cNvPr>
          <p:cNvSpPr txBox="1"/>
          <p:nvPr/>
        </p:nvSpPr>
        <p:spPr>
          <a:xfrm>
            <a:off x="117584" y="4135192"/>
            <a:ext cx="5860922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ptos Mono"/>
                <a:ea typeface="Calibri"/>
                <a:cs typeface="Calibri"/>
              </a:rPr>
              <a:t>      "type": "Feature",</a:t>
            </a:r>
            <a:endParaRPr lang="en-US" dirty="0">
              <a:latin typeface="Aptos Mono"/>
              <a:ea typeface="Calibri"/>
              <a:cs typeface="Calibri"/>
            </a:endParaRPr>
          </a:p>
          <a:p>
            <a:r>
              <a:rPr lang="en-US">
                <a:latin typeface="Aptos Mono"/>
                <a:ea typeface="Calibri"/>
                <a:cs typeface="Calibri"/>
              </a:rPr>
              <a:t>      "properties": {"</a:t>
            </a:r>
            <a:r>
              <a:rPr lang="en-US">
                <a:latin typeface="Arial"/>
                <a:ea typeface="Calibri"/>
                <a:cs typeface="Arial"/>
              </a:rPr>
              <a:t>NUTS_NAME": ".."</a:t>
            </a:r>
            <a:r>
              <a:rPr lang="en-US">
                <a:latin typeface="Aptos Mono"/>
                <a:ea typeface="Calibri"/>
                <a:cs typeface="Calibri"/>
              </a:rPr>
              <a:t> },</a:t>
            </a:r>
            <a:endParaRPr lang="en-US" dirty="0">
              <a:latin typeface="Aptos Mono"/>
              <a:ea typeface="Calibri"/>
              <a:cs typeface="Calibri"/>
            </a:endParaRPr>
          </a:p>
          <a:p>
            <a:r>
              <a:rPr lang="en-US">
                <a:latin typeface="Aptos Mono"/>
                <a:ea typeface="Calibri"/>
                <a:cs typeface="Calibri"/>
              </a:rPr>
              <a:t>      "geometry": { }, </a:t>
            </a:r>
          </a:p>
          <a:p>
            <a:r>
              <a:rPr lang="en-US" dirty="0">
                <a:latin typeface="Aptos Mono"/>
                <a:ea typeface="Calibri"/>
                <a:cs typeface="Calibri"/>
              </a:rPr>
              <a:t>        # either 4326 unprojected </a:t>
            </a:r>
            <a:r>
              <a:rPr lang="en-US" err="1">
                <a:latin typeface="Aptos Mono"/>
                <a:ea typeface="Calibri"/>
                <a:cs typeface="Calibri"/>
              </a:rPr>
              <a:t>lon,lat</a:t>
            </a:r>
            <a:endParaRPr lang="en-US">
              <a:latin typeface="Aptos Mono"/>
              <a:ea typeface="Calibri"/>
              <a:cs typeface="Calibri"/>
            </a:endParaRPr>
          </a:p>
          <a:p>
            <a:r>
              <a:rPr lang="en-US" dirty="0">
                <a:latin typeface="Aptos Mono"/>
                <a:ea typeface="Calibri"/>
                <a:cs typeface="Calibri"/>
              </a:rPr>
              <a:t>        #  or 3035 projected </a:t>
            </a:r>
            <a:r>
              <a:rPr lang="en-US" dirty="0" err="1">
                <a:latin typeface="Aptos Mono"/>
                <a:ea typeface="Calibri"/>
                <a:cs typeface="Calibri"/>
              </a:rPr>
              <a:t>x,y</a:t>
            </a:r>
            <a:endParaRPr lang="en-US" dirty="0">
              <a:latin typeface="Aptos Mono"/>
              <a:ea typeface="Calibri"/>
              <a:cs typeface="Calibri"/>
            </a:endParaRPr>
          </a:p>
          <a:p>
            <a:endParaRPr lang="en-US" dirty="0">
              <a:latin typeface="Aptos Mono"/>
              <a:ea typeface="Calibri"/>
              <a:cs typeface="Calibri"/>
            </a:endParaRPr>
          </a:p>
          <a:p>
            <a:r>
              <a:rPr lang="en-US">
                <a:cs typeface="Arial"/>
              </a:rPr>
              <a:t> </a:t>
            </a:r>
            <a:endParaRPr lang="en-US" dirty="0">
              <a:cs typeface="Arial"/>
            </a:endParaRPr>
          </a:p>
          <a:p>
            <a:r>
              <a:rPr lang="en-US">
                <a:cs typeface="Arial"/>
              </a:rPr>
              <a:t> </a:t>
            </a:r>
            <a:endParaRPr lang="en-US" dirty="0">
              <a:cs typeface="Arial"/>
            </a:endParaRPr>
          </a:p>
          <a:p>
            <a:endParaRPr lang="en-US" dirty="0">
              <a:cs typeface="Arial"/>
            </a:endParaRPr>
          </a:p>
        </p:txBody>
      </p:sp>
      <p:sp>
        <p:nvSpPr>
          <p:cNvPr id="7" name="Inhaltsplatzhalter 5">
            <a:extLst>
              <a:ext uri="{FF2B5EF4-FFF2-40B4-BE49-F238E27FC236}">
                <a16:creationId xmlns:a16="http://schemas.microsoft.com/office/drawing/2014/main" id="{CDD48D19-5753-758D-672E-61EA27C0D4C4}"/>
              </a:ext>
            </a:extLst>
          </p:cNvPr>
          <p:cNvSpPr txBox="1">
            <a:spLocks/>
          </p:cNvSpPr>
          <p:nvPr/>
        </p:nvSpPr>
        <p:spPr>
          <a:xfrm>
            <a:off x="995083" y="2147341"/>
            <a:ext cx="6668607" cy="314348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5400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Wingdings" pitchFamily="2" charset="2"/>
              <a:buNone/>
              <a:defRPr sz="2400" kern="1200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2200" kern="1200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3716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18288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r>
              <a:rPr lang="en-US">
                <a:ea typeface="Calibri"/>
                <a:cs typeface="Calibri"/>
              </a:rPr>
              <a:t>-</a:t>
            </a:r>
            <a:endParaRPr lang="en-US" dirty="0">
              <a:ea typeface="Calibri"/>
              <a:cs typeface="Calibri"/>
            </a:endParaRPr>
          </a:p>
          <a:p>
            <a:pPr marL="1028700" lvl="1" indent="-571500">
              <a:lnSpc>
                <a:spcPct val="90000"/>
              </a:lnSpc>
              <a:spcAft>
                <a:spcPts val="800"/>
              </a:spcAft>
              <a:buFont typeface="Courier New" pitchFamily="2" charset="2"/>
              <a:buChar char="o"/>
            </a:pPr>
            <a:r>
              <a:rPr lang="en-US" sz="2800" i="1" kern="100">
                <a:ea typeface="Calibri"/>
                <a:cs typeface="Arial"/>
              </a:rPr>
              <a:t>NUTS = Nomenclature</a:t>
            </a:r>
            <a:r>
              <a:rPr lang="en-US" sz="2800" i="1" kern="100">
                <a:ea typeface="+mn-lt"/>
                <a:cs typeface="+mn-lt"/>
              </a:rPr>
              <a:t> of </a:t>
            </a:r>
            <a:br>
              <a:rPr lang="en-US" sz="2800" i="1" kern="100" dirty="0">
                <a:ea typeface="+mn-lt"/>
                <a:cs typeface="+mn-lt"/>
              </a:rPr>
            </a:br>
            <a:r>
              <a:rPr lang="en-US" sz="2800" i="1" kern="100">
                <a:ea typeface="+mn-lt"/>
                <a:cs typeface="+mn-lt"/>
              </a:rPr>
              <a:t>territorial units for statistics</a:t>
            </a:r>
            <a:endParaRPr lang="en-US" i="1">
              <a:ea typeface="+mn-lt"/>
              <a:cs typeface="+mn-lt"/>
            </a:endParaRPr>
          </a:p>
          <a:p>
            <a:pPr marL="1485900" lvl="2" indent="-571500">
              <a:lnSpc>
                <a:spcPct val="90000"/>
              </a:lnSpc>
              <a:spcAft>
                <a:spcPts val="800"/>
              </a:spcAft>
              <a:buFont typeface="Wingdings"/>
              <a:buChar char="§"/>
            </a:pPr>
            <a:endParaRPr lang="en-US" kern="100" dirty="0"/>
          </a:p>
          <a:p>
            <a:pPr marL="1028700" lvl="1" indent="-571500">
              <a:lnSpc>
                <a:spcPct val="90000"/>
              </a:lnSpc>
              <a:spcAft>
                <a:spcPts val="800"/>
              </a:spcAft>
              <a:buFont typeface="Courier New"/>
              <a:buChar char="o"/>
            </a:pPr>
            <a:endParaRPr lang="en-US" sz="3000" kern="100" dirty="0"/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endParaRPr lang="en-US" sz="3200" kern="100" dirty="0"/>
          </a:p>
          <a:p>
            <a:pPr marL="342900" indent="-342900">
              <a:lnSpc>
                <a:spcPct val="90000"/>
              </a:lnSpc>
              <a:spcAft>
                <a:spcPts val="800"/>
              </a:spcAft>
              <a:buAutoNum type="arabicPeriod"/>
            </a:pPr>
            <a:endParaRPr lang="en-US" kern="100" dirty="0"/>
          </a:p>
        </p:txBody>
      </p:sp>
    </p:spTree>
    <p:extLst>
      <p:ext uri="{BB962C8B-B14F-4D97-AF65-F5344CB8AC3E}">
        <p14:creationId xmlns:p14="http://schemas.microsoft.com/office/powerpoint/2010/main" val="2440334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3EC2B-5DA3-00BF-437C-6FA9BA913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E338175-BA3D-E4C9-67F9-DE0F9A90E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3" y="692151"/>
            <a:ext cx="10609542" cy="908050"/>
          </a:xfrm>
        </p:spPr>
        <p:txBody>
          <a:bodyPr anchor="b">
            <a:normAutofit/>
          </a:bodyPr>
          <a:lstStyle/>
          <a:p>
            <a:r>
              <a:rPr lang="en-US" b="0" dirty="0">
                <a:ea typeface="Calibri"/>
              </a:rPr>
              <a:t>Data </a:t>
            </a:r>
            <a:r>
              <a:rPr lang="en-US" b="0">
                <a:ea typeface="Calibri"/>
              </a:rPr>
              <a:t>Overview: Delft</a:t>
            </a:r>
            <a:endParaRPr lang="en-US" b="0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7EF4FE3-A28F-4C80-71B0-E49B8D96F0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2360" y="6356348"/>
            <a:ext cx="815724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172CC19-4BF8-2E45-A5C5-2324BC57373C}" type="slidenum">
              <a:rPr kumimoji="0" lang="de-DE" sz="1400" b="1" i="0" u="none" strike="noStrike" kern="1200" cap="none" spc="-1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de-DE" sz="1400" b="1" i="0" u="none" strike="noStrike" kern="1200" cap="none" spc="-1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D5F33F-0FCB-6CC7-AC27-EF3799F0EC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5" b="62454"/>
          <a:stretch>
            <a:fillRect/>
          </a:stretch>
        </p:blipFill>
        <p:spPr>
          <a:xfrm>
            <a:off x="6094246" y="1342571"/>
            <a:ext cx="4677117" cy="2220692"/>
          </a:xfrm>
          <a:prstGeom prst="rect">
            <a:avLst/>
          </a:prstGeom>
        </p:spPr>
      </p:pic>
      <p:pic>
        <p:nvPicPr>
          <p:cNvPr id="11" name="Graphic 10" descr="Home (Eurostat)">
            <a:extLst>
              <a:ext uri="{FF2B5EF4-FFF2-40B4-BE49-F238E27FC236}">
                <a16:creationId xmlns:a16="http://schemas.microsoft.com/office/drawing/2014/main" id="{F3345389-03E4-5A65-0C1C-F8371AFF7F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3773" y="2148187"/>
            <a:ext cx="2743200" cy="36997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EB59CE6-BFAE-1D8B-614C-453A43B21036}"/>
              </a:ext>
            </a:extLst>
          </p:cNvPr>
          <p:cNvSpPr/>
          <p:nvPr/>
        </p:nvSpPr>
        <p:spPr>
          <a:xfrm>
            <a:off x="6300942" y="1946343"/>
            <a:ext cx="4360235" cy="40461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54B51E-588C-AB20-C921-40CC1D2875F0}"/>
              </a:ext>
            </a:extLst>
          </p:cNvPr>
          <p:cNvSpPr txBox="1"/>
          <p:nvPr/>
        </p:nvSpPr>
        <p:spPr>
          <a:xfrm>
            <a:off x="117584" y="4135192"/>
            <a:ext cx="5860922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ptos Mono"/>
                <a:ea typeface="Calibri"/>
                <a:cs typeface="Calibri"/>
              </a:rPr>
              <a:t>      "type": "Feature",</a:t>
            </a:r>
            <a:endParaRPr lang="en-US" dirty="0">
              <a:latin typeface="Aptos Mono"/>
              <a:ea typeface="Calibri"/>
              <a:cs typeface="Calibri"/>
            </a:endParaRPr>
          </a:p>
          <a:p>
            <a:r>
              <a:rPr lang="en-US">
                <a:latin typeface="Aptos Mono"/>
                <a:ea typeface="Calibri"/>
                <a:cs typeface="Calibri"/>
              </a:rPr>
              <a:t>      "properties": {"</a:t>
            </a:r>
            <a:r>
              <a:rPr lang="en-US">
                <a:latin typeface="Arial"/>
                <a:ea typeface="Calibri"/>
                <a:cs typeface="Arial"/>
              </a:rPr>
              <a:t>NUTS_NAME": ".."</a:t>
            </a:r>
            <a:r>
              <a:rPr lang="en-US">
                <a:latin typeface="Aptos Mono"/>
                <a:ea typeface="Calibri"/>
                <a:cs typeface="Calibri"/>
              </a:rPr>
              <a:t> },</a:t>
            </a:r>
            <a:endParaRPr lang="en-US" dirty="0">
              <a:latin typeface="Aptos Mono"/>
              <a:ea typeface="Calibri"/>
              <a:cs typeface="Calibri"/>
            </a:endParaRPr>
          </a:p>
          <a:p>
            <a:r>
              <a:rPr lang="en-US">
                <a:latin typeface="Aptos Mono"/>
                <a:ea typeface="Calibri"/>
                <a:cs typeface="Calibri"/>
              </a:rPr>
              <a:t>      "geometry": { }, </a:t>
            </a:r>
          </a:p>
          <a:p>
            <a:r>
              <a:rPr lang="en-US" dirty="0">
                <a:latin typeface="Aptos Mono"/>
                <a:ea typeface="Calibri"/>
                <a:cs typeface="Calibri"/>
              </a:rPr>
              <a:t>        # either 4326 unprojected </a:t>
            </a:r>
            <a:r>
              <a:rPr lang="en-US" err="1">
                <a:latin typeface="Aptos Mono"/>
                <a:ea typeface="Calibri"/>
                <a:cs typeface="Calibri"/>
              </a:rPr>
              <a:t>lon,lat</a:t>
            </a:r>
            <a:endParaRPr lang="en-US">
              <a:latin typeface="Aptos Mono"/>
              <a:ea typeface="Calibri"/>
              <a:cs typeface="Calibri"/>
            </a:endParaRPr>
          </a:p>
          <a:p>
            <a:r>
              <a:rPr lang="en-US" dirty="0">
                <a:latin typeface="Aptos Mono"/>
                <a:ea typeface="Calibri"/>
                <a:cs typeface="Calibri"/>
              </a:rPr>
              <a:t>        #  or 3035 projected </a:t>
            </a:r>
            <a:r>
              <a:rPr lang="en-US" dirty="0" err="1">
                <a:latin typeface="Aptos Mono"/>
                <a:ea typeface="Calibri"/>
                <a:cs typeface="Calibri"/>
              </a:rPr>
              <a:t>x,y</a:t>
            </a:r>
            <a:endParaRPr lang="en-US" dirty="0">
              <a:latin typeface="Aptos Mono"/>
              <a:ea typeface="Calibri"/>
              <a:cs typeface="Calibri"/>
            </a:endParaRPr>
          </a:p>
          <a:p>
            <a:endParaRPr lang="en-US" dirty="0">
              <a:latin typeface="Aptos Mono"/>
              <a:ea typeface="Calibri"/>
              <a:cs typeface="Calibri"/>
            </a:endParaRPr>
          </a:p>
          <a:p>
            <a:r>
              <a:rPr lang="en-US">
                <a:cs typeface="Arial"/>
              </a:rPr>
              <a:t> </a:t>
            </a:r>
            <a:endParaRPr lang="en-US" dirty="0">
              <a:cs typeface="Arial"/>
            </a:endParaRPr>
          </a:p>
          <a:p>
            <a:r>
              <a:rPr lang="en-US">
                <a:cs typeface="Arial"/>
              </a:rPr>
              <a:t> </a:t>
            </a:r>
            <a:endParaRPr lang="en-US" dirty="0">
              <a:cs typeface="Arial"/>
            </a:endParaRPr>
          </a:p>
          <a:p>
            <a:endParaRPr lang="en-US" dirty="0">
              <a:cs typeface="Arial"/>
            </a:endParaRPr>
          </a:p>
        </p:txBody>
      </p:sp>
      <p:sp>
        <p:nvSpPr>
          <p:cNvPr id="7" name="Inhaltsplatzhalter 5">
            <a:extLst>
              <a:ext uri="{FF2B5EF4-FFF2-40B4-BE49-F238E27FC236}">
                <a16:creationId xmlns:a16="http://schemas.microsoft.com/office/drawing/2014/main" id="{8E51D95B-5E80-7B5D-2DCB-642F780A859A}"/>
              </a:ext>
            </a:extLst>
          </p:cNvPr>
          <p:cNvSpPr txBox="1">
            <a:spLocks/>
          </p:cNvSpPr>
          <p:nvPr/>
        </p:nvSpPr>
        <p:spPr>
          <a:xfrm>
            <a:off x="995083" y="2147341"/>
            <a:ext cx="6668607" cy="314348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5400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Wingdings" pitchFamily="2" charset="2"/>
              <a:buNone/>
              <a:defRPr sz="2400" kern="1200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2200" kern="1200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3716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18288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r>
              <a:rPr lang="en-US">
                <a:ea typeface="Calibri"/>
                <a:cs typeface="Calibri"/>
              </a:rPr>
              <a:t>-</a:t>
            </a:r>
            <a:endParaRPr lang="en-US" dirty="0">
              <a:ea typeface="Calibri"/>
              <a:cs typeface="Calibri"/>
            </a:endParaRPr>
          </a:p>
          <a:p>
            <a:pPr marL="1028700" lvl="1" indent="-571500">
              <a:lnSpc>
                <a:spcPct val="90000"/>
              </a:lnSpc>
              <a:spcAft>
                <a:spcPts val="800"/>
              </a:spcAft>
              <a:buFont typeface="Courier New" pitchFamily="2" charset="2"/>
              <a:buChar char="o"/>
            </a:pPr>
            <a:r>
              <a:rPr lang="en-US" sz="2800" i="1" kern="100">
                <a:ea typeface="Calibri"/>
                <a:cs typeface="Arial"/>
              </a:rPr>
              <a:t>NUTS = Nomenclature</a:t>
            </a:r>
            <a:r>
              <a:rPr lang="en-US" sz="2800" i="1" kern="100">
                <a:ea typeface="+mn-lt"/>
                <a:cs typeface="+mn-lt"/>
              </a:rPr>
              <a:t> of </a:t>
            </a:r>
            <a:br>
              <a:rPr lang="en-US" sz="2800" i="1" kern="100" dirty="0">
                <a:ea typeface="+mn-lt"/>
                <a:cs typeface="+mn-lt"/>
              </a:rPr>
            </a:br>
            <a:r>
              <a:rPr lang="en-US" sz="2800" i="1" kern="100">
                <a:ea typeface="+mn-lt"/>
                <a:cs typeface="+mn-lt"/>
              </a:rPr>
              <a:t>territorial units for statistics</a:t>
            </a:r>
            <a:endParaRPr lang="en-US" i="1">
              <a:ea typeface="+mn-lt"/>
              <a:cs typeface="+mn-lt"/>
            </a:endParaRPr>
          </a:p>
          <a:p>
            <a:pPr marL="1485900" lvl="2" indent="-571500">
              <a:lnSpc>
                <a:spcPct val="90000"/>
              </a:lnSpc>
              <a:spcAft>
                <a:spcPts val="800"/>
              </a:spcAft>
              <a:buFont typeface="Wingdings"/>
              <a:buChar char="§"/>
            </a:pPr>
            <a:endParaRPr lang="en-US" kern="100" dirty="0"/>
          </a:p>
          <a:p>
            <a:pPr marL="1028700" lvl="1" indent="-571500">
              <a:lnSpc>
                <a:spcPct val="90000"/>
              </a:lnSpc>
              <a:spcAft>
                <a:spcPts val="800"/>
              </a:spcAft>
              <a:buFont typeface="Courier New"/>
              <a:buChar char="o"/>
            </a:pPr>
            <a:endParaRPr lang="en-US" sz="3000" kern="100" dirty="0"/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endParaRPr lang="en-US" sz="3200" kern="100" dirty="0"/>
          </a:p>
          <a:p>
            <a:pPr marL="342900" indent="-342900">
              <a:lnSpc>
                <a:spcPct val="90000"/>
              </a:lnSpc>
              <a:spcAft>
                <a:spcPts val="800"/>
              </a:spcAft>
              <a:buAutoNum type="arabicPeriod"/>
            </a:pPr>
            <a:endParaRPr lang="en-US" kern="100" dirty="0"/>
          </a:p>
        </p:txBody>
      </p:sp>
      <p:pic>
        <p:nvPicPr>
          <p:cNvPr id="12" name="Picture 11" descr="A map of a city&#10;&#10;AI-generated content may be incorrect.">
            <a:extLst>
              <a:ext uri="{FF2B5EF4-FFF2-40B4-BE49-F238E27FC236}">
                <a16:creationId xmlns:a16="http://schemas.microsoft.com/office/drawing/2014/main" id="{02185CF1-53EF-E21A-9F3D-CCC710949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292" y="3563256"/>
            <a:ext cx="3759758" cy="305525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03ACBCE-68FF-2D7A-1961-C11FB7768722}"/>
              </a:ext>
            </a:extLst>
          </p:cNvPr>
          <p:cNvCxnSpPr/>
          <p:nvPr/>
        </p:nvCxnSpPr>
        <p:spPr>
          <a:xfrm flipV="1">
            <a:off x="4851721" y="5440101"/>
            <a:ext cx="1697620" cy="964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9149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595A6-1801-AF25-59E8-8A6216380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FAB804CA-978D-D4D6-A5B7-41A2A05BCD5D}"/>
              </a:ext>
            </a:extLst>
          </p:cNvPr>
          <p:cNvSpPr txBox="1">
            <a:spLocks/>
          </p:cNvSpPr>
          <p:nvPr/>
        </p:nvSpPr>
        <p:spPr>
          <a:xfrm>
            <a:off x="1147483" y="2140084"/>
            <a:ext cx="6668607" cy="314348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5400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Wingdings" pitchFamily="2" charset="2"/>
              <a:buNone/>
              <a:defRPr sz="2400" kern="1200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2200" kern="1200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3716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18288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r>
              <a:rPr lang="en-US" sz="3200" kern="100">
                <a:ea typeface="Calibri"/>
                <a:cs typeface="Calibri"/>
              </a:rPr>
              <a:t>-</a:t>
            </a:r>
            <a:endParaRPr lang="en-US" sz="3200" kern="100" dirty="0">
              <a:ea typeface="Calibri"/>
              <a:cs typeface="Calibri"/>
            </a:endParaRPr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r>
              <a:rPr lang="en-US" sz="3200" kern="100" dirty="0" err="1">
                <a:ea typeface="Calibri"/>
                <a:cs typeface="Calibri"/>
              </a:rPr>
              <a:t>Wikidata</a:t>
            </a:r>
            <a:r>
              <a:rPr lang="en-US" sz="3200" kern="100" dirty="0">
                <a:ea typeface="Calibri"/>
                <a:cs typeface="Calibri"/>
              </a:rPr>
              <a:t> Linking</a:t>
            </a:r>
          </a:p>
          <a:p>
            <a:pPr marL="1028700" lvl="1" indent="-571500">
              <a:lnSpc>
                <a:spcPct val="90000"/>
              </a:lnSpc>
              <a:spcAft>
                <a:spcPts val="800"/>
              </a:spcAft>
              <a:buFont typeface="Courier New"/>
              <a:buChar char="o"/>
            </a:pPr>
            <a:r>
              <a:rPr lang="en-US" sz="2000" kern="100">
                <a:ea typeface="Calibri"/>
                <a:cs typeface="Calibri"/>
              </a:rPr>
              <a:t>Goal: List of Website/Email entries</a:t>
            </a:r>
            <a:endParaRPr lang="en-US" sz="2000" kern="100"/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endParaRPr lang="en-US" sz="3200" kern="100" dirty="0">
              <a:latin typeface="Arial"/>
            </a:endParaRPr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endParaRPr lang="en-US" sz="3200" kern="100" dirty="0"/>
          </a:p>
          <a:p>
            <a:pPr marL="342900" indent="-342900">
              <a:lnSpc>
                <a:spcPct val="90000"/>
              </a:lnSpc>
              <a:spcAft>
                <a:spcPts val="800"/>
              </a:spcAft>
              <a:buAutoNum type="arabicPeriod"/>
            </a:pPr>
            <a:endParaRPr lang="en-US" kern="10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4461935-1FA1-EE41-95B6-0ECA610F7B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9" b="62622"/>
          <a:stretch>
            <a:fillRect/>
          </a:stretch>
        </p:blipFill>
        <p:spPr>
          <a:xfrm>
            <a:off x="6094247" y="1342571"/>
            <a:ext cx="4669880" cy="2210724"/>
          </a:xfrm>
          <a:prstGeom prst="rect">
            <a:avLst/>
          </a:pr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650F82EC-F14E-F81B-6CFA-F307595BD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3" y="692151"/>
            <a:ext cx="10609542" cy="908050"/>
          </a:xfrm>
        </p:spPr>
        <p:txBody>
          <a:bodyPr anchor="b">
            <a:normAutofit/>
          </a:bodyPr>
          <a:lstStyle/>
          <a:p>
            <a:r>
              <a:rPr lang="en-US" b="0">
                <a:ea typeface="Calibri"/>
                <a:cs typeface="Arial"/>
              </a:rPr>
              <a:t>Data Overview: Delft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72216A2-1AC0-4D6C-AC33-9669C0692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5083" y="2147341"/>
            <a:ext cx="6668607" cy="2983825"/>
          </a:xfrm>
        </p:spPr>
        <p:txBody>
          <a:bodyPr vert="horz" lIns="0" tIns="0" rIns="0" bIns="0" rtlCol="0" anchor="t">
            <a:normAutofit/>
          </a:bodyPr>
          <a:lstStyle/>
          <a:p>
            <a:pPr marL="571500" indent="-571500">
              <a:lnSpc>
                <a:spcPct val="9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endParaRPr lang="en-US" sz="3200" kern="100" dirty="0"/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endParaRPr lang="en-US" sz="3200" kern="100" dirty="0">
              <a:effectLst/>
            </a:endParaRPr>
          </a:p>
          <a:p>
            <a:pPr marL="342900" indent="-3429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kern="10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17E7E04-A062-CBBF-CC5E-61BB4407A2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2360" y="6356348"/>
            <a:ext cx="815724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172CC19-4BF8-2E45-A5C5-2324BC57373C}" type="slidenum">
              <a:rPr kumimoji="0" lang="de-DE" sz="1400" b="1" i="0" u="none" strike="noStrike" kern="1200" cap="none" spc="-1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de-DE" sz="1400" b="1" i="0" u="none" strike="noStrike" kern="1200" cap="none" spc="-1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Graphic 6" descr="Home (Eurostat)">
            <a:extLst>
              <a:ext uri="{FF2B5EF4-FFF2-40B4-BE49-F238E27FC236}">
                <a16:creationId xmlns:a16="http://schemas.microsoft.com/office/drawing/2014/main" id="{685B08E3-240A-A895-3860-93523810CD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3773" y="2148187"/>
            <a:ext cx="2743200" cy="3699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D6A284-73C4-EAD5-0A3E-BA79F3C67D0E}"/>
              </a:ext>
            </a:extLst>
          </p:cNvPr>
          <p:cNvSpPr txBox="1"/>
          <p:nvPr/>
        </p:nvSpPr>
        <p:spPr>
          <a:xfrm>
            <a:off x="6356980" y="3708859"/>
            <a:ext cx="440802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cs typeface="Arial"/>
              </a:rPr>
              <a:t>Eurostat </a:t>
            </a:r>
            <a:r>
              <a:rPr lang="en-US" sz="2400">
                <a:ea typeface="+mn-lt"/>
                <a:cs typeface="+mn-lt"/>
              </a:rPr>
              <a:t>✅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>
                <a:cs typeface="Arial"/>
              </a:rPr>
              <a:t>What domain is Delft using for web/email?</a:t>
            </a:r>
          </a:p>
        </p:txBody>
      </p:sp>
    </p:spTree>
    <p:extLst>
      <p:ext uri="{BB962C8B-B14F-4D97-AF65-F5344CB8AC3E}">
        <p14:creationId xmlns:p14="http://schemas.microsoft.com/office/powerpoint/2010/main" val="502191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39A3E-89AB-6AA2-88B1-F2F9B51C1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F88928CD-DD5F-41D0-A8AD-415F47D03018}"/>
              </a:ext>
            </a:extLst>
          </p:cNvPr>
          <p:cNvSpPr txBox="1">
            <a:spLocks/>
          </p:cNvSpPr>
          <p:nvPr/>
        </p:nvSpPr>
        <p:spPr>
          <a:xfrm>
            <a:off x="2729541" y="2067512"/>
            <a:ext cx="10732606" cy="314348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5400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Wingdings" pitchFamily="2" charset="2"/>
              <a:buNone/>
              <a:defRPr sz="2400" kern="1200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2200" kern="1200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3716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18288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US" kern="100" dirty="0">
                <a:ea typeface="Calibri"/>
                <a:cs typeface="Calibri"/>
              </a:rPr>
              <a:t>Subject </a:t>
            </a:r>
            <a:r>
              <a:rPr lang="en-US" kern="100">
                <a:latin typeface="Consolas"/>
                <a:ea typeface="Calibri"/>
                <a:cs typeface="Calibri"/>
              </a:rPr>
              <a:t>→</a:t>
            </a:r>
            <a:r>
              <a:rPr lang="en-US" kern="100">
                <a:ea typeface="Calibri"/>
                <a:cs typeface="Calibri"/>
              </a:rPr>
              <a:t> predicate </a:t>
            </a:r>
            <a:r>
              <a:rPr lang="en-US" kern="100">
                <a:latin typeface="Consolas"/>
                <a:ea typeface="Calibri"/>
                <a:cs typeface="Calibri"/>
              </a:rPr>
              <a:t>→</a:t>
            </a:r>
            <a:r>
              <a:rPr lang="en-US" kern="100">
                <a:ea typeface="Calibri"/>
                <a:cs typeface="Calibri"/>
              </a:rPr>
              <a:t> object</a:t>
            </a:r>
            <a:endParaRPr lang="en-US" kern="100" dirty="0">
              <a:ea typeface="Calibri"/>
              <a:cs typeface="Calibri"/>
            </a:endParaRPr>
          </a:p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US" kern="100">
                <a:latin typeface="Consolas"/>
                <a:ea typeface="Calibri"/>
                <a:cs typeface="Calibri"/>
              </a:rPr>
              <a:t>Delft → country → Netherlands</a:t>
            </a:r>
            <a:endParaRPr lang="en-US"/>
          </a:p>
          <a:p>
            <a:pPr>
              <a:lnSpc>
                <a:spcPct val="90000"/>
              </a:lnSpc>
              <a:spcAft>
                <a:spcPts val="800"/>
              </a:spcAft>
            </a:pPr>
            <a:endParaRPr lang="en-US" sz="1600" kern="100" dirty="0"/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endParaRPr lang="en-US" kern="100" dirty="0"/>
          </a:p>
          <a:p>
            <a:pPr marL="342900" indent="-342900">
              <a:lnSpc>
                <a:spcPct val="90000"/>
              </a:lnSpc>
              <a:spcAft>
                <a:spcPts val="800"/>
              </a:spcAft>
              <a:buAutoNum type="arabicPeriod"/>
            </a:pPr>
            <a:endParaRPr lang="en-US" sz="1800" kern="1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7273ECC9-A5BA-DDA8-108B-BBC28A812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3" y="692151"/>
            <a:ext cx="10609542" cy="908050"/>
          </a:xfrm>
        </p:spPr>
        <p:txBody>
          <a:bodyPr anchor="b">
            <a:normAutofit/>
          </a:bodyPr>
          <a:lstStyle/>
          <a:p>
            <a:r>
              <a:rPr lang="en-US" b="0" dirty="0" err="1">
                <a:ea typeface="Calibri"/>
                <a:cs typeface="Arial"/>
              </a:rPr>
              <a:t>Wikidata</a:t>
            </a:r>
            <a:r>
              <a:rPr lang="en-US" b="0" dirty="0">
                <a:ea typeface="Calibri"/>
                <a:cs typeface="Arial"/>
              </a:rPr>
              <a:t> Data Model</a:t>
            </a:r>
            <a:endParaRPr lang="en-US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AA77CDA-4ADF-4203-431D-97A978687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5083" y="2147341"/>
            <a:ext cx="6668607" cy="2983825"/>
          </a:xfrm>
        </p:spPr>
        <p:txBody>
          <a:bodyPr vert="horz" lIns="0" tIns="0" rIns="0" bIns="0" rtlCol="0" anchor="t">
            <a:normAutofit/>
          </a:bodyPr>
          <a:lstStyle/>
          <a:p>
            <a:pPr marL="571500" indent="-571500">
              <a:lnSpc>
                <a:spcPct val="9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endParaRPr lang="en-US" sz="3200" kern="100" dirty="0"/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endParaRPr lang="en-US" sz="3200" kern="100" dirty="0">
              <a:effectLst/>
            </a:endParaRPr>
          </a:p>
          <a:p>
            <a:pPr marL="342900" indent="-3429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kern="10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C3B95E7-7E97-3C90-CCD7-401F5F55C6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2360" y="6356348"/>
            <a:ext cx="815724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172CC19-4BF8-2E45-A5C5-2324BC57373C}" type="slidenum">
              <a:rPr kumimoji="0" lang="de-DE" sz="1400" b="1" i="0" u="none" strike="noStrike" kern="1200" cap="none" spc="-1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e-DE" sz="1400" b="1" i="0" u="none" strike="noStrike" kern="1200" cap="none" spc="-1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0B6DAF-4E06-E0E7-873D-35B0F5D9C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09351"/>
            <a:ext cx="12192000" cy="463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843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13100-D65E-12FC-FA1C-6312D3012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086DE312-98EC-2A52-3E0F-A8CF5165268C}"/>
              </a:ext>
            </a:extLst>
          </p:cNvPr>
          <p:cNvSpPr txBox="1">
            <a:spLocks/>
          </p:cNvSpPr>
          <p:nvPr/>
        </p:nvSpPr>
        <p:spPr>
          <a:xfrm>
            <a:off x="1147483" y="2147341"/>
            <a:ext cx="9491634" cy="4391709"/>
          </a:xfrm>
          <a:prstGeom prst="rect">
            <a:avLst/>
          </a:prstGeom>
        </p:spPr>
        <p:txBody>
          <a:bodyPr vert="horz" lIns="0" tIns="0" rIns="0" bIns="0" rtlCol="0" anchor="t">
            <a:normAutofit fontScale="92500" lnSpcReduction="10000"/>
          </a:bodyPr>
          <a:lstStyle>
            <a:lvl1pPr marL="0" indent="0" algn="l" defTabSz="5400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Wingdings" pitchFamily="2" charset="2"/>
              <a:buNone/>
              <a:defRPr sz="2400" kern="1200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2200" kern="1200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3716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18288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90000"/>
              </a:lnSpc>
              <a:spcAft>
                <a:spcPts val="800"/>
              </a:spcAft>
              <a:buAutoNum type="arabicPeriod"/>
            </a:pPr>
            <a:r>
              <a:rPr lang="en-US" sz="3200" kern="100">
                <a:ea typeface="Calibri"/>
                <a:cs typeface="Calibri"/>
              </a:rPr>
              <a:t>-</a:t>
            </a:r>
            <a:endParaRPr lang="en-US" sz="3200" kern="100" dirty="0">
              <a:ea typeface="Calibri"/>
              <a:cs typeface="Calibri"/>
            </a:endParaRPr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r>
              <a:rPr lang="en-US" sz="3200" kern="100" dirty="0" err="1">
                <a:ea typeface="Calibri"/>
                <a:cs typeface="Calibri"/>
              </a:rPr>
              <a:t>Wikidata</a:t>
            </a:r>
            <a:r>
              <a:rPr lang="en-US" sz="3200" kern="100" dirty="0">
                <a:ea typeface="Calibri"/>
                <a:cs typeface="Calibri"/>
              </a:rPr>
              <a:t> Linking</a:t>
            </a:r>
            <a:endParaRPr lang="en-US"/>
          </a:p>
          <a:p>
            <a:pPr marL="1028700" lvl="1" indent="-571500">
              <a:lnSpc>
                <a:spcPct val="90000"/>
              </a:lnSpc>
              <a:spcAft>
                <a:spcPts val="800"/>
              </a:spcAft>
              <a:buFont typeface="Courier New"/>
              <a:buChar char="o"/>
            </a:pPr>
            <a:r>
              <a:rPr lang="en-US" sz="3000" kern="100">
                <a:ea typeface="Calibri"/>
                <a:cs typeface="Calibri"/>
              </a:rPr>
              <a:t>Method 1: Property match based on GISCO ID </a:t>
            </a:r>
            <a:endParaRPr lang="en-US" sz="3000" kern="100" dirty="0"/>
          </a:p>
          <a:p>
            <a:pPr marL="1028700" lvl="1" indent="-571500">
              <a:lnSpc>
                <a:spcPct val="90000"/>
              </a:lnSpc>
              <a:spcAft>
                <a:spcPts val="800"/>
              </a:spcAft>
              <a:buFont typeface="Courier New"/>
              <a:buChar char="o"/>
            </a:pPr>
            <a:r>
              <a:rPr lang="en-US" sz="3000" kern="100" dirty="0"/>
              <a:t>Method 2: Sp</a:t>
            </a:r>
            <a:r>
              <a:rPr lang="en-US" sz="3000" kern="100"/>
              <a:t>atial Lookup </a:t>
            </a:r>
            <a:endParaRPr lang="en-US" sz="3000" kern="100" dirty="0"/>
          </a:p>
          <a:p>
            <a:pPr marL="1485900" lvl="2" indent="-571500">
              <a:lnSpc>
                <a:spcPct val="90000"/>
              </a:lnSpc>
              <a:spcAft>
                <a:spcPts val="800"/>
              </a:spcAft>
              <a:buFont typeface="Wingdings"/>
              <a:buChar char="§"/>
            </a:pPr>
            <a:r>
              <a:rPr lang="en-US" sz="2800" kern="100">
                <a:ea typeface="Calibri"/>
                <a:cs typeface="Calibri"/>
              </a:rPr>
              <a:t>For countries without matching GISCO ID</a:t>
            </a:r>
            <a:endParaRPr lang="en-US" sz="2800" kern="100"/>
          </a:p>
          <a:p>
            <a:pPr marL="1485900" lvl="2" indent="-571500">
              <a:lnSpc>
                <a:spcPct val="90000"/>
              </a:lnSpc>
              <a:spcAft>
                <a:spcPts val="800"/>
              </a:spcAft>
              <a:buChar char="§"/>
            </a:pPr>
            <a:r>
              <a:rPr lang="en-US" sz="2400" kern="100">
                <a:ea typeface="Calibri"/>
                <a:cs typeface="Arial"/>
              </a:rPr>
              <a:t>Delft (Q690) &gt; instance of (P31) &gt; municipality of the Netherlands(Q2039348)</a:t>
            </a:r>
            <a:endParaRPr lang="en-US" sz="2400" kern="100">
              <a:ea typeface="Calibri"/>
            </a:endParaRPr>
          </a:p>
          <a:p>
            <a:pPr marL="1943100" lvl="3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r>
              <a:rPr lang="en-US" sz="2100" kern="100">
                <a:ea typeface="Calibri"/>
                <a:cs typeface="Arial"/>
              </a:rPr>
              <a:t>Retrieve all the entries of a country</a:t>
            </a:r>
            <a:endParaRPr lang="en-US" sz="2100"/>
          </a:p>
          <a:p>
            <a:pPr marL="1943100" lvl="3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r>
              <a:rPr lang="en-US" sz="2100" kern="100" dirty="0">
                <a:ea typeface="+mn-lt"/>
                <a:cs typeface="+mn-lt"/>
              </a:rPr>
              <a:t>Match LAU names, use spatial lookup for multiple results based on </a:t>
            </a:r>
            <a:r>
              <a:rPr lang="en-US" sz="2100" kern="100" dirty="0" err="1">
                <a:ea typeface="+mn-lt"/>
                <a:cs typeface="+mn-lt"/>
              </a:rPr>
              <a:t>Wikidata</a:t>
            </a:r>
            <a:r>
              <a:rPr lang="en-US" sz="2100" kern="100" dirty="0">
                <a:ea typeface="+mn-lt"/>
                <a:cs typeface="+mn-lt"/>
              </a:rPr>
              <a:t> coordinates. </a:t>
            </a:r>
            <a:endParaRPr lang="en-US" sz="2100" kern="100" dirty="0">
              <a:cs typeface="Arial"/>
            </a:endParaRPr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endParaRPr lang="en-US" sz="3200" kern="100" dirty="0"/>
          </a:p>
          <a:p>
            <a:pPr marL="342900" indent="-342900">
              <a:lnSpc>
                <a:spcPct val="90000"/>
              </a:lnSpc>
              <a:spcAft>
                <a:spcPts val="800"/>
              </a:spcAft>
              <a:buAutoNum type="arabicPeriod"/>
            </a:pPr>
            <a:endParaRPr lang="en-US" kern="1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B7F93BB-0511-1136-00DB-5417ADE9F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3" y="692151"/>
            <a:ext cx="10609542" cy="908050"/>
          </a:xfrm>
        </p:spPr>
        <p:txBody>
          <a:bodyPr anchor="b">
            <a:normAutofit/>
          </a:bodyPr>
          <a:lstStyle/>
          <a:p>
            <a:r>
              <a:rPr lang="en-US" b="0">
                <a:ea typeface="Calibri"/>
                <a:cs typeface="Arial"/>
              </a:rPr>
              <a:t>Data Overview: Delft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D802D6C-8735-3CAF-A119-C4143E022B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2360" y="6356348"/>
            <a:ext cx="815724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172CC19-4BF8-2E45-A5C5-2324BC57373C}" type="slidenum">
              <a:rPr kumimoji="0" lang="de-DE" sz="1400" b="1" i="0" u="none" strike="noStrike" kern="1200" cap="none" spc="-1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de-DE" sz="1400" b="1" i="0" u="none" strike="noStrike" kern="1200" cap="none" spc="-1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Graphic 6" descr="Home (Eurostat)">
            <a:extLst>
              <a:ext uri="{FF2B5EF4-FFF2-40B4-BE49-F238E27FC236}">
                <a16:creationId xmlns:a16="http://schemas.microsoft.com/office/drawing/2014/main" id="{047C89CF-95D4-946F-CFCD-DF9C78AFA1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53773" y="2148187"/>
            <a:ext cx="2743200" cy="36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79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DDB1C-F365-46E8-1D63-5365A22C5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51181CA4-06E1-486B-2390-2B0015C59514}"/>
              </a:ext>
            </a:extLst>
          </p:cNvPr>
          <p:cNvSpPr txBox="1">
            <a:spLocks/>
          </p:cNvSpPr>
          <p:nvPr/>
        </p:nvSpPr>
        <p:spPr>
          <a:xfrm>
            <a:off x="1147483" y="2147341"/>
            <a:ext cx="6668607" cy="29838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5400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Wingdings" pitchFamily="2" charset="2"/>
              <a:buNone/>
              <a:defRPr sz="2400" kern="1200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2200" kern="1200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3716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18288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r>
              <a:rPr lang="en-US" sz="3200" kern="100">
                <a:ea typeface="Calibri"/>
                <a:cs typeface="Calibri"/>
              </a:rPr>
              <a:t>-</a:t>
            </a:r>
            <a:endParaRPr lang="en-US" sz="3200" kern="100" dirty="0">
              <a:ea typeface="Calibri"/>
              <a:cs typeface="Calibri"/>
            </a:endParaRPr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r>
              <a:rPr lang="en-US" sz="3200" kern="100" err="1">
                <a:ea typeface="Calibri"/>
                <a:cs typeface="Calibri"/>
              </a:rPr>
              <a:t>Wikidata</a:t>
            </a:r>
            <a:r>
              <a:rPr lang="en-US" sz="3200" kern="100">
                <a:ea typeface="Calibri"/>
                <a:cs typeface="Calibri"/>
              </a:rPr>
              <a:t> Linking</a:t>
            </a:r>
          </a:p>
          <a:p>
            <a:pPr marL="1028700" lvl="1" indent="-571500">
              <a:lnSpc>
                <a:spcPct val="90000"/>
              </a:lnSpc>
              <a:spcAft>
                <a:spcPts val="800"/>
              </a:spcAft>
              <a:buFont typeface="Courier New"/>
              <a:buChar char="o"/>
            </a:pPr>
            <a:r>
              <a:rPr lang="en-US" sz="2000" kern="100">
                <a:ea typeface="Calibri"/>
                <a:cs typeface="Calibri"/>
              </a:rPr>
              <a:t>Goal: find Website/Email</a:t>
            </a:r>
            <a:r>
              <a:rPr lang="en-US" sz="2000" kern="100" dirty="0">
                <a:ea typeface="Calibri"/>
                <a:cs typeface="Calibri"/>
              </a:rPr>
              <a:t> entries</a:t>
            </a:r>
            <a:endParaRPr lang="en-US" sz="2000" kern="100"/>
          </a:p>
          <a:p>
            <a:pPr marL="1028700" lvl="1" indent="-571500">
              <a:lnSpc>
                <a:spcPct val="90000"/>
              </a:lnSpc>
              <a:spcAft>
                <a:spcPts val="800"/>
              </a:spcAft>
              <a:buFont typeface="Courier New"/>
              <a:buChar char="o"/>
            </a:pPr>
            <a:r>
              <a:rPr lang="en-US" sz="2000" kern="100">
                <a:latin typeface="Aptos Mono"/>
                <a:ea typeface="Calibri"/>
                <a:cs typeface="Calibri"/>
              </a:rPr>
              <a:t>Bridge: </a:t>
            </a:r>
            <a:br>
              <a:rPr lang="en-US" sz="2000" kern="100" dirty="0">
                <a:latin typeface="Aptos Mono"/>
                <a:ea typeface="Calibri"/>
                <a:cs typeface="Calibri"/>
              </a:rPr>
            </a:br>
            <a:r>
              <a:rPr lang="en-US" sz="2000" kern="100">
                <a:latin typeface="Aptos Mono"/>
                <a:ea typeface="Calibri"/>
                <a:cs typeface="Calibri"/>
              </a:rPr>
              <a:t>P382 … </a:t>
            </a:r>
            <a:r>
              <a:rPr lang="en-US" sz="2000" kern="100">
                <a:latin typeface="Aptos Mono"/>
                <a:ea typeface="+mn-lt"/>
                <a:cs typeface="+mn-lt"/>
              </a:rPr>
              <a:t>CBS municipality</a:t>
            </a:r>
            <a:br>
              <a:rPr lang="en-US" sz="2000" kern="100" dirty="0">
                <a:latin typeface="Aptos Mono"/>
                <a:ea typeface="+mn-lt"/>
                <a:cs typeface="+mn-lt"/>
              </a:rPr>
            </a:br>
            <a:r>
              <a:rPr lang="en-US" sz="2000" kern="100" dirty="0">
                <a:latin typeface="Aptos Mono"/>
                <a:ea typeface="+mn-lt"/>
                <a:cs typeface="+mn-lt"/>
              </a:rPr>
              <a:t>code</a:t>
            </a:r>
            <a:endParaRPr lang="en-US" sz="2000" kern="100" dirty="0">
              <a:latin typeface="Aptos Mono"/>
            </a:endParaRPr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endParaRPr lang="en-US" sz="3200" kern="100" dirty="0"/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endParaRPr lang="en-US" sz="3200" kern="100" dirty="0"/>
          </a:p>
          <a:p>
            <a:pPr marL="342900" indent="-342900">
              <a:lnSpc>
                <a:spcPct val="90000"/>
              </a:lnSpc>
              <a:spcAft>
                <a:spcPts val="800"/>
              </a:spcAft>
              <a:buAutoNum type="arabicPeriod"/>
            </a:pPr>
            <a:endParaRPr lang="en-US" kern="10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99D8151-8E5F-BDD3-6EF5-F67CD7312A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5" b="49213"/>
          <a:stretch>
            <a:fillRect/>
          </a:stretch>
        </p:blipFill>
        <p:spPr>
          <a:xfrm>
            <a:off x="6094247" y="1342571"/>
            <a:ext cx="4677117" cy="3003840"/>
          </a:xfrm>
          <a:prstGeom prst="rect">
            <a:avLst/>
          </a:pr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7E945A31-52B9-888F-8DB5-584DCBDC3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3" y="692151"/>
            <a:ext cx="10609542" cy="908050"/>
          </a:xfrm>
        </p:spPr>
        <p:txBody>
          <a:bodyPr anchor="b">
            <a:normAutofit/>
          </a:bodyPr>
          <a:lstStyle/>
          <a:p>
            <a:r>
              <a:rPr lang="en-US" b="0">
                <a:ea typeface="Calibri"/>
                <a:cs typeface="Arial"/>
              </a:rPr>
              <a:t>Data Overview: Delft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0D4198E-4747-5CC1-5137-C5A680BC5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5083" y="2147341"/>
            <a:ext cx="6668607" cy="2983825"/>
          </a:xfrm>
        </p:spPr>
        <p:txBody>
          <a:bodyPr vert="horz" lIns="0" tIns="0" rIns="0" bIns="0" rtlCol="0" anchor="t">
            <a:normAutofit/>
          </a:bodyPr>
          <a:lstStyle/>
          <a:p>
            <a:pPr marL="571500" indent="-571500">
              <a:lnSpc>
                <a:spcPct val="9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endParaRPr lang="en-US" sz="3200" kern="100" dirty="0"/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endParaRPr lang="en-US" sz="3200" kern="100" dirty="0">
              <a:effectLst/>
            </a:endParaRPr>
          </a:p>
          <a:p>
            <a:pPr marL="342900" indent="-3429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kern="10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4A459F7-6B7A-5E46-F04F-DB868293C6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2360" y="6356348"/>
            <a:ext cx="815724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172CC19-4BF8-2E45-A5C5-2324BC57373C}" type="slidenum">
              <a:rPr kumimoji="0" lang="de-DE" sz="1400" b="1" i="0" u="none" strike="noStrike" kern="1200" cap="none" spc="-1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DE" sz="1400" b="1" i="0" u="none" strike="noStrike" kern="1200" cap="none" spc="-1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Graphic 6" descr="Home (Eurostat)">
            <a:extLst>
              <a:ext uri="{FF2B5EF4-FFF2-40B4-BE49-F238E27FC236}">
                <a16:creationId xmlns:a16="http://schemas.microsoft.com/office/drawing/2014/main" id="{6A9A4FCC-55BE-EA6A-7505-EB33B7FBC8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3773" y="2148187"/>
            <a:ext cx="2743200" cy="369971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91E7B264-3F70-B7DC-E168-C4FED2C65981}"/>
              </a:ext>
            </a:extLst>
          </p:cNvPr>
          <p:cNvCxnSpPr/>
          <p:nvPr/>
        </p:nvCxnSpPr>
        <p:spPr>
          <a:xfrm flipH="1">
            <a:off x="3689475" y="4699689"/>
            <a:ext cx="2388" cy="4168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BFDB042-7FE6-7C9F-A00F-4315C392A5B7}"/>
              </a:ext>
            </a:extLst>
          </p:cNvPr>
          <p:cNvSpPr txBox="1"/>
          <p:nvPr/>
        </p:nvSpPr>
        <p:spPr>
          <a:xfrm>
            <a:off x="1958143" y="5112334"/>
            <a:ext cx="35507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cs typeface="Arial"/>
              </a:rPr>
              <a:t>Full property list in paper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B61B9A-3902-DEB2-F1D1-74157EFA7996}"/>
              </a:ext>
            </a:extLst>
          </p:cNvPr>
          <p:cNvSpPr/>
          <p:nvPr/>
        </p:nvSpPr>
        <p:spPr>
          <a:xfrm>
            <a:off x="6351741" y="2555940"/>
            <a:ext cx="4345721" cy="20867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B266E8-4670-882E-AB82-2559ED29B824}"/>
              </a:ext>
            </a:extLst>
          </p:cNvPr>
          <p:cNvSpPr/>
          <p:nvPr/>
        </p:nvSpPr>
        <p:spPr>
          <a:xfrm>
            <a:off x="6358998" y="3782397"/>
            <a:ext cx="4345721" cy="20867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495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C609D-31F5-AB0E-4CF2-E63312EDC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60CDFC5B-E4F9-F4E4-BA79-D12C30386B16}"/>
              </a:ext>
            </a:extLst>
          </p:cNvPr>
          <p:cNvSpPr txBox="1">
            <a:spLocks/>
          </p:cNvSpPr>
          <p:nvPr/>
        </p:nvSpPr>
        <p:spPr>
          <a:xfrm>
            <a:off x="1147483" y="2147341"/>
            <a:ext cx="7778949" cy="31362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5400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Wingdings" pitchFamily="2" charset="2"/>
              <a:buNone/>
              <a:defRPr sz="2400" kern="1200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2200" kern="1200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3716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18288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r>
              <a:rPr lang="en-US" sz="3200" kern="100">
                <a:ea typeface="Calibri"/>
                <a:cs typeface="Calibri"/>
              </a:rPr>
              <a:t>-</a:t>
            </a:r>
            <a:endParaRPr lang="en-US" sz="3200" kern="100" dirty="0">
              <a:ea typeface="Calibri"/>
              <a:cs typeface="Calibri"/>
            </a:endParaRPr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r>
              <a:rPr lang="en-US" sz="3200" kern="100" dirty="0" err="1">
                <a:ea typeface="Calibri"/>
                <a:cs typeface="Calibri"/>
              </a:rPr>
              <a:t>Wikidata</a:t>
            </a:r>
            <a:r>
              <a:rPr lang="en-US" sz="3200" kern="100" dirty="0">
                <a:ea typeface="Calibri"/>
                <a:cs typeface="Calibri"/>
              </a:rPr>
              <a:t> Linking</a:t>
            </a:r>
            <a:endParaRPr lang="en-US" sz="3200" kern="100" dirty="0"/>
          </a:p>
          <a:p>
            <a:pPr marL="1028700" lvl="1" indent="-571500">
              <a:lnSpc>
                <a:spcPct val="90000"/>
              </a:lnSpc>
              <a:spcAft>
                <a:spcPts val="800"/>
              </a:spcAft>
              <a:buFont typeface="Courier New"/>
              <a:buChar char="o"/>
            </a:pPr>
            <a:r>
              <a:rPr lang="en-US" sz="2400" kern="100">
                <a:ea typeface="Calibri"/>
                <a:cs typeface="Calibri"/>
              </a:rPr>
              <a:t>Website/Email</a:t>
            </a:r>
            <a:r>
              <a:rPr lang="en-US" sz="2400" kern="100" dirty="0">
                <a:ea typeface="Calibri"/>
                <a:cs typeface="Calibri"/>
              </a:rPr>
              <a:t> entries</a:t>
            </a:r>
            <a:endParaRPr lang="en-US" sz="2400" kern="100"/>
          </a:p>
          <a:p>
            <a:pPr marL="1028700" lvl="1" indent="-571500">
              <a:lnSpc>
                <a:spcPct val="90000"/>
              </a:lnSpc>
              <a:spcAft>
                <a:spcPts val="800"/>
              </a:spcAft>
              <a:buFont typeface="Courier New"/>
              <a:buChar char="o"/>
            </a:pPr>
            <a:r>
              <a:rPr lang="en-US" sz="2000" kern="100">
                <a:latin typeface="Aptos Mono"/>
                <a:ea typeface="Calibri"/>
                <a:cs typeface="Calibri"/>
              </a:rPr>
              <a:t>P382 … </a:t>
            </a:r>
            <a:r>
              <a:rPr lang="en-US" sz="2000" kern="100">
                <a:latin typeface="Aptos Mono"/>
                <a:ea typeface="+mn-lt"/>
                <a:cs typeface="+mn-lt"/>
              </a:rPr>
              <a:t>CBS municipality</a:t>
            </a:r>
            <a:br>
              <a:rPr lang="en-US" sz="2000" kern="100" dirty="0">
                <a:latin typeface="Aptos Mono"/>
                <a:ea typeface="+mn-lt"/>
                <a:cs typeface="+mn-lt"/>
              </a:rPr>
            </a:br>
            <a:r>
              <a:rPr lang="en-US" sz="2000" kern="100">
                <a:latin typeface="Aptos Mono"/>
                <a:ea typeface="+mn-lt"/>
                <a:cs typeface="+mn-lt"/>
              </a:rPr>
              <a:t>code</a:t>
            </a:r>
            <a:endParaRPr lang="en-US" sz="2000" kern="100" dirty="0">
              <a:latin typeface="Aptos Mono"/>
            </a:endParaRPr>
          </a:p>
          <a:p>
            <a:pPr marL="571500" indent="-342900">
              <a:lnSpc>
                <a:spcPct val="90000"/>
              </a:lnSpc>
              <a:spcAft>
                <a:spcPts val="800"/>
              </a:spcAft>
              <a:buAutoNum type="arabicPeriod"/>
            </a:pPr>
            <a:r>
              <a:rPr lang="en-US" sz="3200" kern="100" dirty="0" err="1">
                <a:ea typeface="Calibri"/>
                <a:cs typeface="Calibri"/>
              </a:rPr>
              <a:t>Wikidata</a:t>
            </a:r>
            <a:r>
              <a:rPr lang="en-US" sz="2200" kern="100" dirty="0">
                <a:latin typeface="Aptos Mono"/>
                <a:ea typeface="Calibri"/>
                <a:cs typeface="Arial"/>
              </a:rPr>
              <a:t> </a:t>
            </a:r>
            <a:r>
              <a:rPr lang="en-US" sz="3200" kern="100" dirty="0">
                <a:ea typeface="Calibri"/>
                <a:cs typeface="Calibri"/>
              </a:rPr>
              <a:t>Query Service (SPARQL)</a:t>
            </a:r>
            <a:endParaRPr lang="en-US" sz="3200" kern="100">
              <a:ea typeface="Calibri"/>
              <a:cs typeface="Calibri"/>
            </a:endParaRPr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endParaRPr lang="en-US" sz="3200" kern="100" dirty="0"/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endParaRPr lang="en-US" sz="3200" kern="100" dirty="0"/>
          </a:p>
          <a:p>
            <a:pPr marL="342900" indent="-342900">
              <a:lnSpc>
                <a:spcPct val="90000"/>
              </a:lnSpc>
              <a:spcAft>
                <a:spcPts val="800"/>
              </a:spcAft>
              <a:buAutoNum type="arabicPeriod"/>
            </a:pPr>
            <a:endParaRPr lang="en-US" kern="10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21DAC7A-DDD6-A193-1485-4EB05DFDBD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5" b="49213"/>
          <a:stretch>
            <a:fillRect/>
          </a:stretch>
        </p:blipFill>
        <p:spPr>
          <a:xfrm>
            <a:off x="6094247" y="1342571"/>
            <a:ext cx="4677117" cy="3003840"/>
          </a:xfrm>
          <a:prstGeom prst="rect">
            <a:avLst/>
          </a:pr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42916F88-CF42-99ED-1756-355DC6A08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3" y="692151"/>
            <a:ext cx="10609542" cy="908050"/>
          </a:xfrm>
        </p:spPr>
        <p:txBody>
          <a:bodyPr anchor="b">
            <a:normAutofit/>
          </a:bodyPr>
          <a:lstStyle/>
          <a:p>
            <a:r>
              <a:rPr lang="en-US" b="0">
                <a:ea typeface="Calibri"/>
                <a:cs typeface="Arial"/>
              </a:rPr>
              <a:t>Data Overview: Delft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C3ADBCC-262F-F83E-328B-E21A133BA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5083" y="2147341"/>
            <a:ext cx="6668607" cy="2983825"/>
          </a:xfrm>
        </p:spPr>
        <p:txBody>
          <a:bodyPr vert="horz" lIns="0" tIns="0" rIns="0" bIns="0" rtlCol="0" anchor="t">
            <a:normAutofit/>
          </a:bodyPr>
          <a:lstStyle/>
          <a:p>
            <a:pPr marL="571500" indent="-571500">
              <a:lnSpc>
                <a:spcPct val="9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endParaRPr lang="en-US" sz="3200" kern="100" dirty="0"/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endParaRPr lang="en-US" sz="3200" kern="100" dirty="0">
              <a:effectLst/>
            </a:endParaRPr>
          </a:p>
          <a:p>
            <a:pPr marL="342900" indent="-3429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kern="10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2C8156D-6306-ECF6-75FF-E9C833E254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2360" y="6356348"/>
            <a:ext cx="815724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172CC19-4BF8-2E45-A5C5-2324BC57373C}" type="slidenum">
              <a:rPr kumimoji="0" lang="de-DE" sz="1400" b="1" i="0" u="none" strike="noStrike" kern="1200" cap="none" spc="-1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de-DE" sz="1400" b="1" i="0" u="none" strike="noStrike" kern="1200" cap="none" spc="-1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Graphic 6" descr="Home (Eurostat)">
            <a:extLst>
              <a:ext uri="{FF2B5EF4-FFF2-40B4-BE49-F238E27FC236}">
                <a16:creationId xmlns:a16="http://schemas.microsoft.com/office/drawing/2014/main" id="{31EE2F65-8420-EA6B-6520-7C84C971DB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3773" y="2148187"/>
            <a:ext cx="2743200" cy="369971"/>
          </a:xfrm>
          <a:prstGeom prst="rect">
            <a:avLst/>
          </a:prstGeom>
        </p:spPr>
      </p:pic>
      <p:pic>
        <p:nvPicPr>
          <p:cNvPr id="5" name="Picture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8B56059B-D7D0-C6B1-C6AA-87570E6092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04" b="50564"/>
          <a:stretch>
            <a:fillRect/>
          </a:stretch>
        </p:blipFill>
        <p:spPr>
          <a:xfrm>
            <a:off x="2348819" y="5121274"/>
            <a:ext cx="6993624" cy="149112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A582539-D7FD-9A4F-B1A5-0ED2E9CF7E44}"/>
              </a:ext>
            </a:extLst>
          </p:cNvPr>
          <p:cNvSpPr/>
          <p:nvPr/>
        </p:nvSpPr>
        <p:spPr>
          <a:xfrm>
            <a:off x="4791457" y="5451541"/>
            <a:ext cx="942121" cy="33929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1AC006-1D3F-B642-59C4-2E9F0D9E3459}"/>
              </a:ext>
            </a:extLst>
          </p:cNvPr>
          <p:cNvSpPr/>
          <p:nvPr/>
        </p:nvSpPr>
        <p:spPr>
          <a:xfrm>
            <a:off x="6300941" y="3782397"/>
            <a:ext cx="4345721" cy="20867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963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C55B7-E0F7-FF52-1102-4A77B5728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B3F0396D-9550-44D7-D31D-14C987A70006}"/>
              </a:ext>
            </a:extLst>
          </p:cNvPr>
          <p:cNvSpPr txBox="1">
            <a:spLocks/>
          </p:cNvSpPr>
          <p:nvPr/>
        </p:nvSpPr>
        <p:spPr>
          <a:xfrm>
            <a:off x="1147483" y="2140084"/>
            <a:ext cx="6668607" cy="314348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5400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Wingdings" pitchFamily="2" charset="2"/>
              <a:buNone/>
              <a:defRPr sz="2400" kern="1200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2200" kern="1200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3716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18288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r>
              <a:rPr lang="en-US" sz="3200" kern="100">
                <a:ea typeface="Calibri"/>
                <a:cs typeface="Calibri"/>
              </a:rPr>
              <a:t>-</a:t>
            </a:r>
            <a:endParaRPr lang="en-US" sz="3200" kern="100" dirty="0">
              <a:ea typeface="Calibri"/>
              <a:cs typeface="Calibri"/>
            </a:endParaRPr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r>
              <a:rPr lang="en-US" sz="3200" kern="100" dirty="0" err="1">
                <a:ea typeface="Calibri"/>
                <a:cs typeface="Calibri"/>
              </a:rPr>
              <a:t>Wikidata</a:t>
            </a:r>
            <a:r>
              <a:rPr lang="en-US" sz="3200" kern="100" dirty="0">
                <a:ea typeface="Calibri"/>
                <a:cs typeface="Calibri"/>
              </a:rPr>
              <a:t> Properties</a:t>
            </a:r>
            <a:endParaRPr lang="en-US" sz="3200" kern="100"/>
          </a:p>
          <a:p>
            <a:pPr marL="1028700" lvl="1" indent="-571500">
              <a:lnSpc>
                <a:spcPct val="90000"/>
              </a:lnSpc>
              <a:spcAft>
                <a:spcPts val="800"/>
              </a:spcAft>
              <a:buFont typeface="Courier New"/>
              <a:buChar char="o"/>
            </a:pPr>
            <a:r>
              <a:rPr lang="en-US" sz="3000" kern="100">
                <a:ea typeface="Calibri"/>
                <a:cs typeface="Calibri"/>
              </a:rPr>
              <a:t>Website/Email</a:t>
            </a:r>
            <a:r>
              <a:rPr lang="en-US" sz="3000" kern="100" dirty="0">
                <a:ea typeface="Calibri"/>
                <a:cs typeface="Calibri"/>
              </a:rPr>
              <a:t> entries</a:t>
            </a:r>
            <a:endParaRPr lang="en-US" sz="3000" kern="100" dirty="0"/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r>
              <a:rPr lang="en-US" sz="3200" kern="100">
                <a:ea typeface="Calibri"/>
                <a:cs typeface="Calibri"/>
              </a:rPr>
              <a:t>DNS resolution</a:t>
            </a:r>
            <a:endParaRPr lang="en-US" sz="3200" kern="100" dirty="0"/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endParaRPr lang="en-US" sz="3200" kern="100" dirty="0"/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endParaRPr lang="en-US" sz="3200" kern="100" dirty="0"/>
          </a:p>
          <a:p>
            <a:pPr marL="342900" indent="-342900">
              <a:lnSpc>
                <a:spcPct val="90000"/>
              </a:lnSpc>
              <a:spcAft>
                <a:spcPts val="800"/>
              </a:spcAft>
              <a:buAutoNum type="arabicPeriod"/>
            </a:pPr>
            <a:endParaRPr lang="en-US" kern="10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238B10-B104-5943-DF5C-F463598173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5" b="49213"/>
          <a:stretch>
            <a:fillRect/>
          </a:stretch>
        </p:blipFill>
        <p:spPr>
          <a:xfrm>
            <a:off x="6094247" y="1342571"/>
            <a:ext cx="4677117" cy="3003840"/>
          </a:xfrm>
          <a:prstGeom prst="rect">
            <a:avLst/>
          </a:pr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3528E333-43EE-BD1C-83CE-1A871282D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3" y="692151"/>
            <a:ext cx="10609542" cy="908050"/>
          </a:xfrm>
        </p:spPr>
        <p:txBody>
          <a:bodyPr anchor="b">
            <a:normAutofit/>
          </a:bodyPr>
          <a:lstStyle/>
          <a:p>
            <a:r>
              <a:rPr lang="en-US" b="0">
                <a:ea typeface="+mj-lt"/>
                <a:cs typeface="+mj-lt"/>
              </a:rPr>
              <a:t>Data Overview: Delft </a:t>
            </a:r>
            <a:endParaRPr lang="en-US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2E3E89F-F900-776C-5060-8C39AFF53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5083" y="2147341"/>
            <a:ext cx="6668607" cy="2983825"/>
          </a:xfrm>
        </p:spPr>
        <p:txBody>
          <a:bodyPr vert="horz" lIns="0" tIns="0" rIns="0" bIns="0" rtlCol="0" anchor="t">
            <a:normAutofit/>
          </a:bodyPr>
          <a:lstStyle/>
          <a:p>
            <a:pPr marL="571500" indent="-571500">
              <a:lnSpc>
                <a:spcPct val="9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endParaRPr lang="en-US" sz="3200" kern="100" dirty="0"/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endParaRPr lang="en-US" sz="3200" kern="100" dirty="0">
              <a:effectLst/>
            </a:endParaRPr>
          </a:p>
          <a:p>
            <a:pPr marL="342900" indent="-3429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kern="10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919E6E0-0AF7-C4BD-074A-E34A3A98B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2360" y="6356348"/>
            <a:ext cx="815724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172CC19-4BF8-2E45-A5C5-2324BC57373C}" type="slidenum">
              <a:rPr kumimoji="0" lang="de-DE" sz="1400" b="1" i="0" u="none" strike="noStrike" kern="1200" cap="none" spc="-1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de-DE" sz="1400" b="1" i="0" u="none" strike="noStrike" kern="1200" cap="none" spc="-1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Graphic 6" descr="Home (Eurostat)">
            <a:extLst>
              <a:ext uri="{FF2B5EF4-FFF2-40B4-BE49-F238E27FC236}">
                <a16:creationId xmlns:a16="http://schemas.microsoft.com/office/drawing/2014/main" id="{1DFF1DBE-627A-2A97-AF6E-5DEF0B935E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3773" y="2148187"/>
            <a:ext cx="2743200" cy="369971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E9A29D-5DBF-46B0-FFFE-49DC5EEE8D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9" b="31985"/>
          <a:stretch>
            <a:fillRect/>
          </a:stretch>
        </p:blipFill>
        <p:spPr>
          <a:xfrm>
            <a:off x="6094247" y="1342571"/>
            <a:ext cx="4672213" cy="402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492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63B3D-637E-19DE-3DC4-CCD9C8EEF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A5AEBA8F-EFF5-CEF6-539D-AAE7922DD587}"/>
              </a:ext>
            </a:extLst>
          </p:cNvPr>
          <p:cNvSpPr txBox="1">
            <a:spLocks/>
          </p:cNvSpPr>
          <p:nvPr/>
        </p:nvSpPr>
        <p:spPr>
          <a:xfrm>
            <a:off x="1147483" y="2147341"/>
            <a:ext cx="6668607" cy="3941767"/>
          </a:xfrm>
          <a:prstGeom prst="rect">
            <a:avLst/>
          </a:prstGeom>
        </p:spPr>
        <p:txBody>
          <a:bodyPr vert="horz" lIns="0" tIns="0" rIns="0" bIns="0" rtlCol="0" anchor="t">
            <a:normAutofit lnSpcReduction="10000"/>
          </a:bodyPr>
          <a:lstStyle>
            <a:lvl1pPr marL="0" indent="0" algn="l" defTabSz="5400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Wingdings" pitchFamily="2" charset="2"/>
              <a:buNone/>
              <a:defRPr sz="2400" kern="1200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2200" kern="1200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3716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18288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r>
              <a:rPr lang="en-US" sz="3200" kern="100">
                <a:ea typeface="Calibri"/>
                <a:cs typeface="Calibri"/>
              </a:rPr>
              <a:t>-</a:t>
            </a:r>
            <a:endParaRPr lang="en-US" sz="3200" kern="100" dirty="0">
              <a:ea typeface="Calibri"/>
              <a:cs typeface="Calibri"/>
            </a:endParaRPr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r>
              <a:rPr lang="en-US" sz="3200" kern="100" dirty="0" err="1">
                <a:ea typeface="Calibri"/>
                <a:cs typeface="Calibri"/>
              </a:rPr>
              <a:t>Wikidata</a:t>
            </a:r>
            <a:r>
              <a:rPr lang="en-US" sz="3200" kern="100" dirty="0">
                <a:ea typeface="Calibri"/>
                <a:cs typeface="Calibri"/>
              </a:rPr>
              <a:t> Linking</a:t>
            </a:r>
            <a:endParaRPr lang="en-US" sz="3200" kern="100" dirty="0"/>
          </a:p>
          <a:p>
            <a:pPr marL="1028700" lvl="1" indent="-571500">
              <a:lnSpc>
                <a:spcPct val="90000"/>
              </a:lnSpc>
              <a:spcAft>
                <a:spcPts val="800"/>
              </a:spcAft>
              <a:buFont typeface="Courier New"/>
              <a:buChar char="o"/>
            </a:pPr>
            <a:r>
              <a:rPr lang="en-US" sz="3000" kern="100">
                <a:ea typeface="Calibri"/>
                <a:cs typeface="Calibri"/>
              </a:rPr>
              <a:t>Website/Email</a:t>
            </a:r>
            <a:r>
              <a:rPr lang="en-US" sz="3000" kern="100" dirty="0">
                <a:ea typeface="Calibri"/>
                <a:cs typeface="Calibri"/>
              </a:rPr>
              <a:t> entries</a:t>
            </a:r>
            <a:endParaRPr lang="en-US" sz="3000" kern="100" dirty="0"/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r>
              <a:rPr lang="en-US" sz="3200" kern="100">
                <a:ea typeface="Calibri"/>
                <a:cs typeface="Calibri"/>
              </a:rPr>
              <a:t>DNS resolution</a:t>
            </a:r>
            <a:endParaRPr lang="en-US" sz="3200" kern="100" dirty="0"/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r>
              <a:rPr lang="en-US" sz="3200" kern="100">
                <a:ea typeface="Calibri"/>
                <a:cs typeface="Calibri"/>
              </a:rPr>
              <a:t>Physical Hosting Loc.</a:t>
            </a:r>
            <a:endParaRPr lang="en-US" sz="3200" kern="100"/>
          </a:p>
          <a:p>
            <a:pPr marL="1028700" lvl="1" indent="-571500">
              <a:lnSpc>
                <a:spcPct val="90000"/>
              </a:lnSpc>
              <a:spcAft>
                <a:spcPts val="800"/>
              </a:spcAft>
              <a:buFont typeface="Courier New"/>
              <a:buChar char="o"/>
            </a:pPr>
            <a:r>
              <a:rPr lang="en-US" sz="3000" kern="100">
                <a:ea typeface="Calibri"/>
                <a:cs typeface="Calibri"/>
              </a:rPr>
              <a:t>IP to country-level </a:t>
            </a:r>
            <a:br>
              <a:rPr lang="en-US" sz="3000" kern="100" dirty="0">
                <a:ea typeface="Calibri"/>
                <a:cs typeface="Calibri"/>
              </a:rPr>
            </a:br>
            <a:r>
              <a:rPr lang="en-US" sz="3000" kern="100">
                <a:ea typeface="Calibri"/>
                <a:cs typeface="Calibri"/>
              </a:rPr>
              <a:t>geolocation</a:t>
            </a:r>
            <a:endParaRPr lang="en-US" sz="3000" kern="100" dirty="0"/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endParaRPr lang="en-US" sz="3200" kern="100" dirty="0"/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endParaRPr lang="en-US" sz="3200" kern="100" dirty="0"/>
          </a:p>
          <a:p>
            <a:pPr marL="342900" indent="-342900">
              <a:lnSpc>
                <a:spcPct val="90000"/>
              </a:lnSpc>
              <a:spcAft>
                <a:spcPts val="800"/>
              </a:spcAft>
              <a:buAutoNum type="arabicPeriod"/>
            </a:pPr>
            <a:endParaRPr lang="en-US" kern="10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A65C005-5B00-C38D-4F69-428B932C9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3" y="692151"/>
            <a:ext cx="10609542" cy="908050"/>
          </a:xfrm>
        </p:spPr>
        <p:txBody>
          <a:bodyPr anchor="b">
            <a:normAutofit/>
          </a:bodyPr>
          <a:lstStyle/>
          <a:p>
            <a:r>
              <a:rPr lang="en-US" b="0">
                <a:ea typeface="+mj-lt"/>
                <a:cs typeface="+mj-lt"/>
              </a:rPr>
              <a:t>Data Overview: Delft </a:t>
            </a:r>
            <a:endParaRPr lang="en-US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AB84656-A193-0BE8-6FC8-EA3793804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5083" y="2147341"/>
            <a:ext cx="6668607" cy="2983825"/>
          </a:xfrm>
        </p:spPr>
        <p:txBody>
          <a:bodyPr vert="horz" lIns="0" tIns="0" rIns="0" bIns="0" rtlCol="0" anchor="t">
            <a:normAutofit/>
          </a:bodyPr>
          <a:lstStyle/>
          <a:p>
            <a:pPr marL="571500" indent="-571500">
              <a:lnSpc>
                <a:spcPct val="9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endParaRPr lang="en-US" sz="3200" kern="100" dirty="0"/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endParaRPr lang="en-US" sz="3200" kern="100" dirty="0">
              <a:effectLst/>
            </a:endParaRPr>
          </a:p>
          <a:p>
            <a:pPr marL="342900" indent="-3429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kern="10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8210D2E-2B8C-2445-DF3A-618305A397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2360" y="6356348"/>
            <a:ext cx="815724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172CC19-4BF8-2E45-A5C5-2324BC57373C}" type="slidenum">
              <a:rPr kumimoji="0" lang="de-DE" sz="1400" b="1" i="0" u="none" strike="noStrike" kern="1200" cap="none" spc="-1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de-DE" sz="1400" b="1" i="0" u="none" strike="noStrike" kern="1200" cap="none" spc="-1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Graphic 6" descr="Home (Eurostat)">
            <a:extLst>
              <a:ext uri="{FF2B5EF4-FFF2-40B4-BE49-F238E27FC236}">
                <a16:creationId xmlns:a16="http://schemas.microsoft.com/office/drawing/2014/main" id="{51E3088C-E2FE-9B73-631C-FA1A6AA895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53773" y="2148187"/>
            <a:ext cx="2743200" cy="369971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7FFCAD-8B89-9693-38F8-9C34D54C5B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5" b="21227"/>
          <a:stretch>
            <a:fillRect/>
          </a:stretch>
        </p:blipFill>
        <p:spPr>
          <a:xfrm>
            <a:off x="6449847" y="805542"/>
            <a:ext cx="4677117" cy="465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5871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FC6DA-DEF9-11E8-0520-87F061A29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12283831-C068-82F7-1159-36412213B336}"/>
              </a:ext>
            </a:extLst>
          </p:cNvPr>
          <p:cNvSpPr txBox="1">
            <a:spLocks/>
          </p:cNvSpPr>
          <p:nvPr/>
        </p:nvSpPr>
        <p:spPr>
          <a:xfrm>
            <a:off x="1147483" y="2147341"/>
            <a:ext cx="6668607" cy="394176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5400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Wingdings" pitchFamily="2" charset="2"/>
              <a:buNone/>
              <a:defRPr sz="2400" kern="1200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2200" kern="1200" baseline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3716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1828800" indent="0" algn="l" defTabSz="5400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r>
              <a:rPr lang="en-US" sz="3200" kern="100">
                <a:ea typeface="Calibri"/>
                <a:cs typeface="Calibri"/>
              </a:rPr>
              <a:t>-</a:t>
            </a:r>
            <a:endParaRPr lang="en-US" sz="3200" kern="100" dirty="0">
              <a:ea typeface="Calibri"/>
              <a:cs typeface="Calibri"/>
            </a:endParaRPr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r>
              <a:rPr lang="en-US" sz="3200" kern="100" dirty="0" err="1">
                <a:ea typeface="Calibri"/>
                <a:cs typeface="Calibri"/>
              </a:rPr>
              <a:t>Wikidata</a:t>
            </a:r>
            <a:r>
              <a:rPr lang="en-US" sz="3200" kern="100" dirty="0">
                <a:ea typeface="Calibri"/>
                <a:cs typeface="Calibri"/>
              </a:rPr>
              <a:t> Properties</a:t>
            </a:r>
            <a:endParaRPr lang="en-US" sz="3200" kern="100"/>
          </a:p>
          <a:p>
            <a:pPr marL="1028700" lvl="1" indent="-571500">
              <a:lnSpc>
                <a:spcPct val="90000"/>
              </a:lnSpc>
              <a:spcAft>
                <a:spcPts val="800"/>
              </a:spcAft>
              <a:buFont typeface="Courier New"/>
              <a:buChar char="o"/>
            </a:pPr>
            <a:r>
              <a:rPr lang="en-US" sz="3000" kern="100">
                <a:ea typeface="Calibri"/>
                <a:cs typeface="Calibri"/>
              </a:rPr>
              <a:t>Website/Email</a:t>
            </a:r>
            <a:r>
              <a:rPr lang="en-US" sz="3000" kern="100" dirty="0">
                <a:ea typeface="Calibri"/>
                <a:cs typeface="Calibri"/>
              </a:rPr>
              <a:t> entries</a:t>
            </a:r>
            <a:endParaRPr lang="en-US" sz="3000" kern="100" dirty="0"/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r>
              <a:rPr lang="en-US" sz="3200" kern="100">
                <a:ea typeface="Calibri"/>
                <a:cs typeface="Calibri"/>
              </a:rPr>
              <a:t>DNS resolution</a:t>
            </a:r>
            <a:endParaRPr lang="en-US" sz="3200" kern="100" dirty="0"/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r>
              <a:rPr lang="en-US" sz="3200" kern="100">
                <a:cs typeface="Arial"/>
              </a:rPr>
              <a:t>Physical Hosting Loc.</a:t>
            </a:r>
            <a:endParaRPr lang="en-US" sz="3200" kern="100" dirty="0"/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r>
              <a:rPr lang="en-US" sz="3200" kern="100" dirty="0">
                <a:ea typeface="Calibri"/>
                <a:cs typeface="Calibri"/>
              </a:rPr>
              <a:t>HQ </a:t>
            </a:r>
            <a:r>
              <a:rPr lang="en-US" sz="3200" kern="100">
                <a:ea typeface="Calibri"/>
                <a:cs typeface="Calibri"/>
              </a:rPr>
              <a:t>Jurisdiction</a:t>
            </a:r>
            <a:endParaRPr lang="en-US" sz="3200" kern="100" dirty="0">
              <a:ea typeface="Calibri"/>
              <a:cs typeface="Calibri"/>
            </a:endParaRPr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endParaRPr lang="en-US" sz="3200" kern="100" dirty="0"/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AutoNum type="arabicPeriod"/>
            </a:pPr>
            <a:endParaRPr lang="en-US" sz="3200" kern="100" dirty="0"/>
          </a:p>
          <a:p>
            <a:pPr marL="342900" indent="-342900">
              <a:lnSpc>
                <a:spcPct val="90000"/>
              </a:lnSpc>
              <a:spcAft>
                <a:spcPts val="800"/>
              </a:spcAft>
              <a:buAutoNum type="arabicPeriod"/>
            </a:pPr>
            <a:endParaRPr lang="en-US" kern="10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661D92E-5445-D2AB-C0A6-59F31E4BE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3" y="692151"/>
            <a:ext cx="10609542" cy="908050"/>
          </a:xfrm>
        </p:spPr>
        <p:txBody>
          <a:bodyPr anchor="b">
            <a:normAutofit/>
          </a:bodyPr>
          <a:lstStyle/>
          <a:p>
            <a:r>
              <a:rPr lang="en-US" b="0">
                <a:ea typeface="+mj-lt"/>
                <a:cs typeface="+mj-lt"/>
              </a:rPr>
              <a:t>Data Overview: Delft </a:t>
            </a:r>
            <a:endParaRPr lang="en-US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C3245E0-F658-EA31-3AA2-2E2C135BF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5083" y="2147341"/>
            <a:ext cx="6668607" cy="2983825"/>
          </a:xfrm>
        </p:spPr>
        <p:txBody>
          <a:bodyPr vert="horz" lIns="0" tIns="0" rIns="0" bIns="0" rtlCol="0" anchor="t">
            <a:normAutofit/>
          </a:bodyPr>
          <a:lstStyle/>
          <a:p>
            <a:pPr marL="571500" indent="-571500">
              <a:lnSpc>
                <a:spcPct val="9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endParaRPr lang="en-US" sz="3200" kern="100" dirty="0"/>
          </a:p>
          <a:p>
            <a:pPr marL="571500" indent="-571500">
              <a:lnSpc>
                <a:spcPct val="9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endParaRPr lang="en-US" sz="3200" kern="100" dirty="0">
              <a:effectLst/>
            </a:endParaRPr>
          </a:p>
          <a:p>
            <a:pPr marL="342900" indent="-3429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kern="10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D6C24DD-4D09-9E66-7313-9E5DFE746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2360" y="6356348"/>
            <a:ext cx="815724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172CC19-4BF8-2E45-A5C5-2324BC57373C}" type="slidenum">
              <a:rPr kumimoji="0" lang="de-DE" sz="1400" b="1" i="0" u="none" strike="noStrike" kern="1200" cap="none" spc="-1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de-DE" sz="1400" b="1" i="0" u="none" strike="noStrike" kern="1200" cap="none" spc="-1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Graphic 6" descr="Home (Eurostat)">
            <a:extLst>
              <a:ext uri="{FF2B5EF4-FFF2-40B4-BE49-F238E27FC236}">
                <a16:creationId xmlns:a16="http://schemas.microsoft.com/office/drawing/2014/main" id="{3103C320-5B53-1717-E16A-5AE0DFD7FC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53773" y="2148187"/>
            <a:ext cx="2743200" cy="369971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8289D1-C256-B26B-9F70-8937A76F9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847" y="805542"/>
            <a:ext cx="4684363" cy="591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8010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3971D-336F-42D9-F05E-472F5D632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CF16A3E-A365-D282-2E21-3B60BF49C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3" y="692151"/>
            <a:ext cx="10609542" cy="908050"/>
          </a:xfrm>
        </p:spPr>
        <p:txBody>
          <a:bodyPr anchor="b">
            <a:normAutofit/>
          </a:bodyPr>
          <a:lstStyle/>
          <a:p>
            <a:r>
              <a:rPr lang="en-US" b="0">
                <a:ea typeface="Calibri"/>
              </a:rPr>
              <a:t>Municipal Coverage</a:t>
            </a:r>
            <a:endParaRPr lang="en-US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83DFAB4-8EF3-41D3-E9B3-B14A7B4FDA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2360" y="6356348"/>
            <a:ext cx="815724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172CC19-4BF8-2E45-A5C5-2324BC57373C}" type="slidenum">
              <a:rPr kumimoji="0" lang="de-DE" sz="1400" b="1" i="0" u="none" strike="noStrike" kern="1200" cap="none" spc="-1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de-DE" sz="1400" b="1" i="0" u="none" strike="noStrike" kern="1200" cap="none" spc="-1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EC57E57-FF01-0F08-E4D3-15D52F66D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344694"/>
              </p:ext>
            </p:extLst>
          </p:nvPr>
        </p:nvGraphicFramePr>
        <p:xfrm>
          <a:off x="2133600" y="2220685"/>
          <a:ext cx="612758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792">
                  <a:extLst>
                    <a:ext uri="{9D8B030D-6E8A-4147-A177-3AD203B41FA5}">
                      <a16:colId xmlns:a16="http://schemas.microsoft.com/office/drawing/2014/main" val="2238915063"/>
                    </a:ext>
                  </a:extLst>
                </a:gridCol>
                <a:gridCol w="3063792">
                  <a:extLst>
                    <a:ext uri="{9D8B030D-6E8A-4147-A177-3AD203B41FA5}">
                      <a16:colId xmlns:a16="http://schemas.microsoft.com/office/drawing/2014/main" val="2251224492"/>
                    </a:ext>
                  </a:extLst>
                </a:gridCol>
              </a:tblGrid>
              <a:tr h="362718">
                <a:tc>
                  <a:txBody>
                    <a:bodyPr/>
                    <a:lstStyle/>
                    <a:p>
                      <a:r>
                        <a:rPr lang="en-US" sz="2400"/>
                        <a:t>Category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#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77796"/>
                  </a:ext>
                </a:extLst>
              </a:tr>
              <a:tr h="362718">
                <a:tc>
                  <a:txBody>
                    <a:bodyPr/>
                    <a:lstStyle/>
                    <a:p>
                      <a:r>
                        <a:rPr lang="en-US" sz="2400"/>
                        <a:t>Countries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30 (EU27 + EEA)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137925"/>
                  </a:ext>
                </a:extLst>
              </a:tr>
              <a:tr h="362718">
                <a:tc>
                  <a:txBody>
                    <a:bodyPr/>
                    <a:lstStyle/>
                    <a:p>
                      <a:r>
                        <a:rPr lang="en-US" sz="2400"/>
                        <a:t>Eurostat LAU's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95,498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8624064"/>
                  </a:ext>
                </a:extLst>
              </a:tr>
              <a:tr h="362718">
                <a:tc>
                  <a:txBody>
                    <a:bodyPr/>
                    <a:lstStyle/>
                    <a:p>
                      <a:r>
                        <a:rPr lang="en-US" sz="2400" dirty="0" err="1"/>
                        <a:t>Wikidata</a:t>
                      </a:r>
                      <a:r>
                        <a:rPr lang="en-US" sz="2400" dirty="0"/>
                        <a:t>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88,948 (93%)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082411"/>
                  </a:ext>
                </a:extLst>
              </a:tr>
              <a:tr h="362718">
                <a:tc>
                  <a:txBody>
                    <a:bodyPr/>
                    <a:lstStyle/>
                    <a:p>
                      <a:r>
                        <a:rPr lang="en-US" sz="2400"/>
                        <a:t>With website entry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69,220 (73%)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8667652"/>
                  </a:ext>
                </a:extLst>
              </a:tr>
              <a:tr h="36271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/>
                        <a:t>% Resolvable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/>
                        <a:t>97% NS – 81% SPF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23811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7BB93FC-2416-2458-E79F-3E634681DF69}"/>
              </a:ext>
            </a:extLst>
          </p:cNvPr>
          <p:cNvSpPr txBox="1"/>
          <p:nvPr/>
        </p:nvSpPr>
        <p:spPr>
          <a:xfrm>
            <a:off x="3315228" y="5114173"/>
            <a:ext cx="690622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30 Countries:  EU 27 + EEA</a:t>
            </a:r>
            <a:br>
              <a:rPr lang="en-US" dirty="0">
                <a:cs typeface="Arial"/>
              </a:rPr>
            </a:br>
            <a:r>
              <a:rPr lang="en-US">
                <a:cs typeface="Arial"/>
              </a:rPr>
              <a:t>GDPR applies also to EEA countries</a:t>
            </a:r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8429BD30-FEA7-86E4-F924-93C557F5A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253" y="0"/>
            <a:ext cx="15485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4738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73B2A-8CA7-50DE-ED86-9448C7815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5206755E-EFF5-6A17-922C-AAC644B45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369" y="2970894"/>
            <a:ext cx="10609542" cy="908050"/>
          </a:xfr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sz="4900" b="0">
                <a:ea typeface="Calibri"/>
              </a:rPr>
              <a:t>Evaluation</a:t>
            </a:r>
            <a:br>
              <a:rPr lang="en-US" sz="4900" b="0" dirty="0">
                <a:ea typeface="Calibri"/>
              </a:rPr>
            </a:br>
            <a:r>
              <a:rPr lang="en-US" sz="4900" b="0">
                <a:ea typeface="Calibri"/>
              </a:rPr>
              <a:t>and Results</a:t>
            </a:r>
            <a:endParaRPr lang="en-US" sz="4900" b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65095A3-B30A-5ED4-D55A-6ADC6C953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2360" y="6356348"/>
            <a:ext cx="815724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172CC19-4BF8-2E45-A5C5-2324BC57373C}" type="slidenum">
              <a:rPr kumimoji="0" lang="de-DE" sz="1400" b="1" i="0" u="none" strike="noStrike" kern="1200" cap="none" spc="-1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de-DE" sz="1400" b="1" i="0" u="none" strike="noStrike" kern="1200" cap="none" spc="-1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 descr="A screenshot of a map&#10;&#10;AI-generated content may be incorrect.">
            <a:extLst>
              <a:ext uri="{FF2B5EF4-FFF2-40B4-BE49-F238E27FC236}">
                <a16:creationId xmlns:a16="http://schemas.microsoft.com/office/drawing/2014/main" id="{963E8D9B-E2B5-F176-C601-85CEFD193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1565" y="0"/>
            <a:ext cx="63660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0458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D30B6BC-9315-BBBF-89CA-AB267A7A4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CB821C8-9E60-1AA8-78BA-855632E3A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3" y="692151"/>
            <a:ext cx="10609542" cy="908050"/>
          </a:xfrm>
        </p:spPr>
        <p:txBody>
          <a:bodyPr anchor="b">
            <a:normAutofit/>
          </a:bodyPr>
          <a:lstStyle/>
          <a:p>
            <a:r>
              <a:rPr lang="en-US" b="0">
                <a:ea typeface="Calibri"/>
              </a:rPr>
              <a:t>Digital Sovereignty</a:t>
            </a:r>
            <a:endParaRPr lang="en-US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681D035-959D-2CCD-DFB0-4FC41D7CB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5083" y="2147341"/>
            <a:ext cx="9107006" cy="3709539"/>
          </a:xfrm>
        </p:spPr>
        <p:txBody>
          <a:bodyPr vert="horz" lIns="0" tIns="0" rIns="0" bIns="0" rtlCol="0" anchor="t">
            <a:noAutofit/>
          </a:bodyPr>
          <a:lstStyle/>
          <a:p>
            <a:pPr marL="342900" indent="-342900">
              <a:buFont typeface="Calibri" pitchFamily="2" charset="2"/>
              <a:buChar char="-"/>
            </a:pPr>
            <a:r>
              <a:rPr lang="en-US" sz="2800">
                <a:ea typeface="Calibri"/>
                <a:cs typeface="Calibri"/>
              </a:rPr>
              <a:t>Good: Domestic infrastructure or in EU/EEA and resilient through a competitive market. Allows more policy control by the state.  (IPv6 strategy: NL; NIS 2: </a:t>
            </a:r>
            <a:endParaRPr lang="en-US" sz="2800" dirty="0">
              <a:ea typeface="Calibri"/>
              <a:cs typeface="Calibri"/>
            </a:endParaRPr>
          </a:p>
          <a:p>
            <a:pPr marL="342900" indent="-342900">
              <a:buFont typeface="Calibri" pitchFamily="2" charset="2"/>
              <a:buChar char="-"/>
            </a:pPr>
            <a:r>
              <a:rPr lang="en-US" sz="2800" dirty="0">
                <a:ea typeface="Calibri"/>
                <a:cs typeface="Calibri"/>
              </a:rPr>
              <a:t>Bad: Large parts of the </a:t>
            </a:r>
            <a:r>
              <a:rPr lang="en-US" sz="2800">
                <a:ea typeface="Calibri"/>
                <a:cs typeface="Calibri"/>
              </a:rPr>
              <a:t>infrastructure outside the country. Single points of failure; centralized around single </a:t>
            </a:r>
            <a:r>
              <a:rPr lang="en-US" sz="2800" dirty="0">
                <a:ea typeface="Calibri"/>
                <a:cs typeface="Calibri"/>
              </a:rPr>
              <a:t>operators.</a:t>
            </a:r>
          </a:p>
          <a:p>
            <a:pPr marL="342900" indent="-342900">
              <a:buFont typeface="Calibri" pitchFamily="2" charset="2"/>
              <a:buChar char="-"/>
            </a:pPr>
            <a:r>
              <a:rPr lang="en-US" sz="2800" b="1">
                <a:ea typeface="Calibri"/>
                <a:cs typeface="Calibri"/>
              </a:rPr>
              <a:t>RQ:</a:t>
            </a:r>
            <a:r>
              <a:rPr lang="en-US" sz="2800">
                <a:ea typeface="Calibri"/>
                <a:cs typeface="Calibri"/>
              </a:rPr>
              <a:t> What is the current state of municipal hosting across EU countries? </a:t>
            </a:r>
            <a:endParaRPr lang="en-US" sz="2800" dirty="0">
              <a:ea typeface="Calibri"/>
              <a:cs typeface="Calibri"/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987BFBF-91BB-7497-C508-BD60557666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2360" y="6356348"/>
            <a:ext cx="815724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172CC19-4BF8-2E45-A5C5-2324BC57373C}" type="slidenum">
              <a:rPr kumimoji="0" lang="de-DE" sz="1400" b="1" i="0" u="none" strike="noStrike" kern="1200" cap="none" spc="-1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de-DE" sz="1400" b="1" i="0" u="none" strike="noStrike" kern="1200" cap="none" spc="-1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3856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75809-C547-C11E-83C3-DAAC5BAA8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E2ADB68-DA42-3913-330C-76568F972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3" y="692151"/>
            <a:ext cx="10609542" cy="908050"/>
          </a:xfrm>
        </p:spPr>
        <p:txBody>
          <a:bodyPr anchor="b">
            <a:normAutofit/>
          </a:bodyPr>
          <a:lstStyle/>
          <a:p>
            <a:r>
              <a:rPr lang="en-US" b="0">
                <a:ea typeface="Calibri"/>
              </a:rPr>
              <a:t>Results 1: Physical Hosting Locations </a:t>
            </a:r>
            <a:endParaRPr lang="en-US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9D742B4-9EE0-BE8A-4E57-E535B90CA5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2360" y="6356348"/>
            <a:ext cx="815724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172CC19-4BF8-2E45-A5C5-2324BC57373C}" type="slidenum">
              <a:rPr kumimoji="0" lang="de-DE" sz="1400" b="1" i="0" u="none" strike="noStrike" kern="1200" cap="none" spc="-1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de-DE" sz="1400" b="1" i="0" u="none" strike="noStrike" kern="1200" cap="none" spc="-1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873BE1C7-B0FB-EB84-4F8B-713222903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71" y="1782469"/>
            <a:ext cx="11952515" cy="457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2655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88A85-2FC7-939C-4357-AF1980F12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C9245E69-4D3D-15D7-BAC6-8C48E5302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71" y="1782469"/>
            <a:ext cx="11952515" cy="4577577"/>
          </a:xfrm>
          <a:prstGeom prst="rect">
            <a:avLst/>
          </a:pr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134A275D-167A-B61B-ED67-240DA2AF8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3" y="692151"/>
            <a:ext cx="10609542" cy="908050"/>
          </a:xfrm>
        </p:spPr>
        <p:txBody>
          <a:bodyPr anchor="b">
            <a:normAutofit/>
          </a:bodyPr>
          <a:lstStyle/>
          <a:p>
            <a:r>
              <a:rPr lang="en-US" b="0">
                <a:ea typeface="Calibri"/>
              </a:rPr>
              <a:t>Results 1: Physical Hosting Locations </a:t>
            </a:r>
            <a:endParaRPr lang="en-US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F303A83-42EE-9FBD-F728-C87A54787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2360" y="6356348"/>
            <a:ext cx="815724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172CC19-4BF8-2E45-A5C5-2324BC57373C}" type="slidenum">
              <a:rPr kumimoji="0" lang="de-DE" sz="1400" b="1" i="0" u="none" strike="noStrike" kern="1200" cap="none" spc="-1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de-DE" sz="1400" b="1" i="0" u="none" strike="noStrike" kern="1200" cap="none" spc="-1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335B37-5F1F-9F9B-B9C0-EDB73BFF80D3}"/>
              </a:ext>
            </a:extLst>
          </p:cNvPr>
          <p:cNvSpPr/>
          <p:nvPr/>
        </p:nvSpPr>
        <p:spPr>
          <a:xfrm flipH="1">
            <a:off x="1159329" y="1974850"/>
            <a:ext cx="379185" cy="385082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74B2F0-250C-F971-06C4-E871F8BF8A97}"/>
              </a:ext>
            </a:extLst>
          </p:cNvPr>
          <p:cNvSpPr/>
          <p:nvPr/>
        </p:nvSpPr>
        <p:spPr>
          <a:xfrm flipH="1">
            <a:off x="10020298" y="1996619"/>
            <a:ext cx="988785" cy="3829049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86FE5A-3811-2E3F-3A2F-F415536C1DFE}"/>
              </a:ext>
            </a:extLst>
          </p:cNvPr>
          <p:cNvSpPr/>
          <p:nvPr/>
        </p:nvSpPr>
        <p:spPr>
          <a:xfrm flipH="1">
            <a:off x="7037614" y="1996620"/>
            <a:ext cx="379185" cy="385082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D58323-E42A-F609-D24A-FA900B32F01A}"/>
              </a:ext>
            </a:extLst>
          </p:cNvPr>
          <p:cNvSpPr/>
          <p:nvPr/>
        </p:nvSpPr>
        <p:spPr>
          <a:xfrm flipH="1">
            <a:off x="4446814" y="1982106"/>
            <a:ext cx="379185" cy="385082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1956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461F4-D757-473E-DAC2-A95E54970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59760F5E-C5FB-531C-CE37-06E9D4E50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71" y="1782469"/>
            <a:ext cx="11952515" cy="4577577"/>
          </a:xfrm>
          <a:prstGeom prst="rect">
            <a:avLst/>
          </a:pr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AF261B15-DA8F-58E7-DA21-126BFBDD8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3" y="692151"/>
            <a:ext cx="10609542" cy="908050"/>
          </a:xfrm>
        </p:spPr>
        <p:txBody>
          <a:bodyPr anchor="b">
            <a:normAutofit/>
          </a:bodyPr>
          <a:lstStyle/>
          <a:p>
            <a:r>
              <a:rPr lang="en-US" b="0">
                <a:ea typeface="Calibri"/>
              </a:rPr>
              <a:t>Results: Physical Hosting Locations </a:t>
            </a:r>
            <a:endParaRPr lang="en-US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BC6A976-A1FE-04BC-B529-BC6E12CF6B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2360" y="6356348"/>
            <a:ext cx="815724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172CC19-4BF8-2E45-A5C5-2324BC57373C}" type="slidenum">
              <a:rPr kumimoji="0" lang="de-DE" sz="1400" b="1" i="0" u="none" strike="noStrike" kern="1200" cap="none" spc="-1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de-DE" sz="1400" b="1" i="0" u="none" strike="noStrike" kern="1200" cap="none" spc="-1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5197F6-CAB0-9A6C-A9F7-B9947DECE690}"/>
              </a:ext>
            </a:extLst>
          </p:cNvPr>
          <p:cNvSpPr/>
          <p:nvPr/>
        </p:nvSpPr>
        <p:spPr>
          <a:xfrm>
            <a:off x="123371" y="3121478"/>
            <a:ext cx="4076700" cy="108585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9973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937CD-C7E3-BA94-9C05-4BC55B335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3C56A4B-5494-A31A-CC88-610E6C64A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455" y="692151"/>
            <a:ext cx="11211885" cy="908050"/>
          </a:xfrm>
        </p:spPr>
        <p:txBody>
          <a:bodyPr anchor="b">
            <a:normAutofit fontScale="90000"/>
          </a:bodyPr>
          <a:lstStyle/>
          <a:p>
            <a:r>
              <a:rPr lang="en-US" b="0">
                <a:ea typeface="Calibri"/>
              </a:rPr>
              <a:t>Results: Jurisdictional </a:t>
            </a:r>
            <a:br>
              <a:rPr lang="en-US" b="0" dirty="0">
                <a:ea typeface="Calibri"/>
              </a:rPr>
            </a:br>
            <a:r>
              <a:rPr lang="en-US" b="0" dirty="0">
                <a:ea typeface="Calibri"/>
              </a:rPr>
              <a:t>Dependencies </a:t>
            </a:r>
            <a:endParaRPr lang="en-US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5532144-7D5A-82E3-7A40-146D48ED30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2360" y="6356348"/>
            <a:ext cx="815724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172CC19-4BF8-2E45-A5C5-2324BC57373C}" type="slidenum">
              <a:rPr kumimoji="0" lang="de-DE" sz="1400" b="1" i="0" u="none" strike="noStrike" kern="1200" cap="none" spc="-1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de-DE" sz="1400" b="1" i="0" u="none" strike="noStrike" kern="1200" cap="none" spc="-1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55533B-6583-0E2D-FD0E-0C958AC54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383" y="0"/>
            <a:ext cx="5523691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4F894E1-F041-B4FE-065A-D53353BB27DE}"/>
              </a:ext>
            </a:extLst>
          </p:cNvPr>
          <p:cNvSpPr txBox="1"/>
          <p:nvPr/>
        </p:nvSpPr>
        <p:spPr>
          <a:xfrm>
            <a:off x="244170" y="1788013"/>
            <a:ext cx="4740291" cy="60016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sz="2400">
                <a:cs typeface="Arial"/>
              </a:rPr>
              <a:t>Wide gap = strong influence by Jurisdiction; Microsoft operates infrastructure in EU, but is still headquartered in the </a:t>
            </a:r>
            <a:r>
              <a:rPr lang="en-US" sz="2400" dirty="0">
                <a:cs typeface="Arial"/>
              </a:rPr>
              <a:t>US</a:t>
            </a:r>
          </a:p>
          <a:p>
            <a:endParaRPr lang="en-US" sz="2400" dirty="0">
              <a:cs typeface="Arial"/>
            </a:endParaRPr>
          </a:p>
          <a:p>
            <a:pPr marL="285750" indent="-285750">
              <a:buFont typeface="Calibri"/>
              <a:buChar char="-"/>
            </a:pPr>
            <a:r>
              <a:rPr lang="en-US" sz="2400">
                <a:cs typeface="Arial"/>
              </a:rPr>
              <a:t>Outbound mail trust is often granted outside EU</a:t>
            </a:r>
            <a:endParaRPr lang="en-US" sz="2400" dirty="0">
              <a:cs typeface="Arial"/>
            </a:endParaRPr>
          </a:p>
          <a:p>
            <a:pPr marL="285750" indent="-285750">
              <a:buFont typeface="Calibri"/>
              <a:buChar char="-"/>
            </a:pPr>
            <a:endParaRPr lang="en-US" sz="2400" dirty="0">
              <a:cs typeface="Arial"/>
            </a:endParaRPr>
          </a:p>
          <a:p>
            <a:pPr marL="285750" indent="-285750">
              <a:buFont typeface="Calibri"/>
              <a:buChar char="-"/>
            </a:pPr>
            <a:r>
              <a:rPr lang="en-US" sz="2400">
                <a:cs typeface="Arial"/>
              </a:rPr>
              <a:t>Eastern Europe</a:t>
            </a:r>
            <a:r>
              <a:rPr lang="en-US" sz="2400" dirty="0">
                <a:cs typeface="Arial"/>
              </a:rPr>
              <a:t>: In EU </a:t>
            </a:r>
            <a:r>
              <a:rPr lang="en-US" sz="2400">
                <a:cs typeface="Arial"/>
              </a:rPr>
              <a:t>inbound and outbound mail (RO exception with strong influence of Yahoo)</a:t>
            </a:r>
            <a:endParaRPr lang="en-US" sz="2400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2400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2400" dirty="0">
              <a:cs typeface="Arial"/>
            </a:endParaRPr>
          </a:p>
          <a:p>
            <a:pPr marL="285750" indent="-285750">
              <a:buFont typeface="Calibri"/>
              <a:buChar char="-"/>
            </a:pPr>
            <a:endParaRPr lang="en-US" sz="2400" dirty="0">
              <a:cs typeface="Arial"/>
            </a:endParaRPr>
          </a:p>
          <a:p>
            <a:endParaRPr lang="en-US" sz="24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35091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3669F-8903-F3C0-5C71-974D89526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A8DBE83-3CC7-291B-00FA-07BAB6877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3" y="692151"/>
            <a:ext cx="10609542" cy="908050"/>
          </a:xfrm>
        </p:spPr>
        <p:txBody>
          <a:bodyPr anchor="b">
            <a:normAutofit/>
          </a:bodyPr>
          <a:lstStyle/>
          <a:p>
            <a:r>
              <a:rPr lang="en-US" b="0">
                <a:ea typeface="Calibri"/>
              </a:rPr>
              <a:t>Results: ​Northern European Mail in the US cloud</a:t>
            </a:r>
            <a:endParaRPr lang="en-US" b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CC0DAE6-8C53-9F87-2C2C-F1CA55E45D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2360" y="6356348"/>
            <a:ext cx="815724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172CC19-4BF8-2E45-A5C5-2324BC57373C}" type="slidenum">
              <a:rPr kumimoji="0" lang="de-DE" sz="1400" b="1" i="0" u="none" strike="noStrike" kern="1200" cap="none" spc="-1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de-DE" sz="1400" b="1" i="0" u="none" strike="noStrike" kern="1200" cap="none" spc="-1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A map of europe with different colored countries/regions&#10;&#10;AI-generated content may be incorrect.">
            <a:extLst>
              <a:ext uri="{FF2B5EF4-FFF2-40B4-BE49-F238E27FC236}">
                <a16:creationId xmlns:a16="http://schemas.microsoft.com/office/drawing/2014/main" id="{A2A1BBAD-82AE-1F83-6EC5-A0BC8AD4E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234" y="1712685"/>
            <a:ext cx="8071531" cy="511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0885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13566-16D0-B4AD-DA0B-A42BDBD98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7A6A2C38-FF9D-BD95-45FE-4A0ABF1C3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3" y="692151"/>
            <a:ext cx="10609542" cy="908050"/>
          </a:xfrm>
        </p:spPr>
        <p:txBody>
          <a:bodyPr anchor="b">
            <a:normAutofit/>
          </a:bodyPr>
          <a:lstStyle/>
          <a:p>
            <a:r>
              <a:rPr lang="en-US" b="0">
                <a:ea typeface="Calibri"/>
              </a:rPr>
              <a:t>Results: Top Providers</a:t>
            </a:r>
            <a:endParaRPr lang="en-US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7F88B44-ACFC-3BDF-12D8-62582F0693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2360" y="6356348"/>
            <a:ext cx="815724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172CC19-4BF8-2E45-A5C5-2324BC57373C}" type="slidenum">
              <a:rPr kumimoji="0" lang="de-DE" sz="1400" b="1" i="0" u="none" strike="noStrike" kern="1200" cap="none" spc="-1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de-DE" sz="1400" b="1" i="0" u="none" strike="noStrike" kern="1200" cap="none" spc="-1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BA0405-9F53-08A7-B9A7-01666F7B5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371" y="1957966"/>
            <a:ext cx="9144000" cy="440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65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16780-3246-693C-F804-7D0D15848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7FEFB12-CEF2-9F58-105C-8AF19D440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3" y="692151"/>
            <a:ext cx="10609542" cy="908050"/>
          </a:xfrm>
        </p:spPr>
        <p:txBody>
          <a:bodyPr anchor="b">
            <a:normAutofit/>
          </a:bodyPr>
          <a:lstStyle/>
          <a:p>
            <a:r>
              <a:rPr lang="en-US" b="0">
                <a:ea typeface="Calibri"/>
              </a:rPr>
              <a:t>Results: Top Providers</a:t>
            </a:r>
            <a:endParaRPr lang="en-US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D54B022-8E0B-7345-5F35-B90CC6E7E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2360" y="6356348"/>
            <a:ext cx="815724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172CC19-4BF8-2E45-A5C5-2324BC57373C}" type="slidenum">
              <a:rPr kumimoji="0" lang="de-DE" sz="1400" b="1" i="0" u="none" strike="noStrike" kern="1200" cap="none" spc="-1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de-DE" sz="1400" b="1" i="0" u="none" strike="noStrike" kern="1200" cap="none" spc="-1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C15BBC-F9CF-3E9B-888F-5A3C452C9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10038"/>
            <a:ext cx="12192000" cy="317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6546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8220A-BCBB-BFE1-8DAB-487F051CE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map&#10;&#10;AI-generated content may be incorrect.">
            <a:extLst>
              <a:ext uri="{FF2B5EF4-FFF2-40B4-BE49-F238E27FC236}">
                <a16:creationId xmlns:a16="http://schemas.microsoft.com/office/drawing/2014/main" id="{ABA6412B-EDC5-61D6-AB26-96D7900EE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1" y="827314"/>
            <a:ext cx="12214532" cy="823685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0B37F-2DEF-25C1-7EF0-2F2C3FD511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2CC19-4BF8-2E45-A5C5-2324BC57373C}" type="slidenum">
              <a:rPr lang="de-DE" smtClean="0"/>
              <a:pPr/>
              <a:t>30</a:t>
            </a:fld>
            <a:endParaRPr lang="de-DE"/>
          </a:p>
        </p:txBody>
      </p:sp>
      <p:sp>
        <p:nvSpPr>
          <p:cNvPr id="5" name="Titel 3">
            <a:extLst>
              <a:ext uri="{FF2B5EF4-FFF2-40B4-BE49-F238E27FC236}">
                <a16:creationId xmlns:a16="http://schemas.microsoft.com/office/drawing/2014/main" id="{66577BC8-E96D-1907-BC55-F8EA59198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283" y="184151"/>
            <a:ext cx="11132056" cy="400050"/>
          </a:xfrm>
        </p:spPr>
        <p:txBody>
          <a:bodyPr anchor="b">
            <a:normAutofit fontScale="90000"/>
          </a:bodyPr>
          <a:lstStyle/>
          <a:p>
            <a:r>
              <a:rPr lang="en-US" b="0">
                <a:ea typeface="Calibri"/>
              </a:rPr>
              <a:t>Results: Flanders vs. Wallonia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6047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24E19-448D-4446-3CF4-88286CED2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DF00618-3678-6DAB-1EFB-C0AB7D32B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884" y="3039420"/>
            <a:ext cx="2714173" cy="1033156"/>
          </a:xfrm>
          <a:prstGeom prst="rect">
            <a:avLst/>
          </a:pr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7A6E9130-3A74-64F3-549C-F5F55B410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3" y="692151"/>
            <a:ext cx="10609542" cy="908050"/>
          </a:xfrm>
        </p:spPr>
        <p:txBody>
          <a:bodyPr anchor="b">
            <a:normAutofit/>
          </a:bodyPr>
          <a:lstStyle/>
          <a:p>
            <a:r>
              <a:rPr lang="en-US" b="0">
                <a:ea typeface="Calibri"/>
              </a:rPr>
              <a:t>Results: Centralization</a:t>
            </a:r>
            <a:endParaRPr lang="en-US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D0733C1-BFD4-AE34-5C10-25717C2C04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2360" y="6356348"/>
            <a:ext cx="815724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172CC19-4BF8-2E45-A5C5-2324BC57373C}" type="slidenum">
              <a:rPr kumimoji="0" lang="de-DE" sz="1400" b="1" i="0" u="none" strike="noStrike" kern="1200" cap="none" spc="-1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de-DE" sz="1400" b="1" i="0" u="none" strike="noStrike" kern="1200" cap="none" spc="-1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A chart of different colored squares&#10;&#10;AI-generated content may be incorrect.">
            <a:extLst>
              <a:ext uri="{FF2B5EF4-FFF2-40B4-BE49-F238E27FC236}">
                <a16:creationId xmlns:a16="http://schemas.microsoft.com/office/drawing/2014/main" id="{F954A4E1-6DF7-216B-9214-7621619D9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833" y="1146627"/>
            <a:ext cx="5861820" cy="52832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74685A-1D96-1A3D-631A-7D886163444A}"/>
              </a:ext>
            </a:extLst>
          </p:cNvPr>
          <p:cNvSpPr txBox="1"/>
          <p:nvPr/>
        </p:nvSpPr>
        <p:spPr>
          <a:xfrm>
            <a:off x="576942" y="1977571"/>
            <a:ext cx="5250541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sz="2800">
                <a:ea typeface="Calibri"/>
                <a:cs typeface="Calibri"/>
              </a:rPr>
              <a:t>E</a:t>
            </a:r>
            <a:r>
              <a:rPr lang="en-US" sz="2000">
                <a:cs typeface="Arial"/>
              </a:rPr>
              <a:t>arth Mover's Distance (EMD) from IMC'25 </a:t>
            </a:r>
            <a:r>
              <a:rPr lang="en-US" sz="2000" i="1">
                <a:ea typeface="+mn-lt"/>
                <a:cs typeface="+mn-lt"/>
              </a:rPr>
              <a:t>Formalizing Dependence of Web Infrastructure</a:t>
            </a:r>
            <a:endParaRPr lang="en-US" sz="2000" i="1" dirty="0">
              <a:ea typeface="+mn-lt"/>
              <a:cs typeface="+mn-lt"/>
            </a:endParaRPr>
          </a:p>
          <a:p>
            <a:endParaRPr lang="en-US" sz="2000" i="1" dirty="0">
              <a:ea typeface="+mn-lt"/>
              <a:cs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B71FBE-B7DC-0973-7A50-46AF087D23FD}"/>
              </a:ext>
            </a:extLst>
          </p:cNvPr>
          <p:cNvSpPr txBox="1"/>
          <p:nvPr/>
        </p:nvSpPr>
        <p:spPr>
          <a:xfrm>
            <a:off x="1518487" y="4069879"/>
            <a:ext cx="485567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Arial"/>
              </a:rPr>
              <a:t>a</a:t>
            </a:r>
            <a:r>
              <a:rPr lang="en-US" i="1" baseline="-25000" dirty="0">
                <a:cs typeface="Arial"/>
              </a:rPr>
              <a:t>i</a:t>
            </a:r>
            <a:r>
              <a:rPr lang="en-US" baseline="-25000" dirty="0">
                <a:cs typeface="Arial"/>
              </a:rPr>
              <a:t> </a:t>
            </a:r>
            <a:r>
              <a:rPr lang="en-US" dirty="0">
                <a:cs typeface="Arial"/>
              </a:rPr>
              <a:t>… # of </a:t>
            </a:r>
            <a:r>
              <a:rPr lang="en-US" dirty="0" err="1">
                <a:cs typeface="Arial"/>
              </a:rPr>
              <a:t>munici</a:t>
            </a:r>
            <a:r>
              <a:rPr lang="en-US" dirty="0">
                <a:cs typeface="Arial"/>
              </a:rPr>
              <a:t>. hosted by provider </a:t>
            </a:r>
            <a:r>
              <a:rPr lang="en-US" i="1" dirty="0" err="1">
                <a:cs typeface="Arial"/>
              </a:rPr>
              <a:t>i</a:t>
            </a:r>
            <a:endParaRPr lang="en-US" i="1" err="1">
              <a:cs typeface="Arial"/>
            </a:endParaRPr>
          </a:p>
          <a:p>
            <a:r>
              <a:rPr lang="en-US" dirty="0">
                <a:cs typeface="Arial"/>
              </a:rPr>
              <a:t>C … # of </a:t>
            </a:r>
            <a:r>
              <a:rPr lang="en-US" dirty="0" err="1">
                <a:cs typeface="Arial"/>
              </a:rPr>
              <a:t>munici</a:t>
            </a:r>
            <a:r>
              <a:rPr lang="en-US" dirty="0">
                <a:cs typeface="Arial"/>
              </a:rPr>
              <a:t>. in country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785213-21E5-4BF2-BC72-0F5C9D37739A}"/>
              </a:ext>
            </a:extLst>
          </p:cNvPr>
          <p:cNvSpPr txBox="1"/>
          <p:nvPr/>
        </p:nvSpPr>
        <p:spPr>
          <a:xfrm>
            <a:off x="916329" y="4919240"/>
            <a:ext cx="4708598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cs typeface="Arial"/>
              </a:rPr>
              <a:t>Interpretation (IMC'25): </a:t>
            </a:r>
          </a:p>
          <a:p>
            <a:pPr marL="285750" indent="-285750">
              <a:buFont typeface="Calibri"/>
              <a:buChar char="-"/>
            </a:pPr>
            <a:r>
              <a:rPr lang="en-US" sz="2000" i="1">
                <a:ea typeface="+mn-lt"/>
                <a:cs typeface="+mn-lt"/>
              </a:rPr>
              <a:t>competitive</a:t>
            </a:r>
            <a:r>
              <a:rPr lang="en-US" sz="2000">
                <a:ea typeface="+mn-lt"/>
                <a:cs typeface="+mn-lt"/>
              </a:rPr>
              <a:t> (&lt;0.10),</a:t>
            </a:r>
          </a:p>
          <a:p>
            <a:pPr marL="285750" indent="-285750">
              <a:buFont typeface="Calibri"/>
              <a:buChar char="-"/>
            </a:pPr>
            <a:r>
              <a:rPr lang="en-US" sz="2000" i="1">
                <a:ea typeface="+mn-lt"/>
                <a:cs typeface="+mn-lt"/>
              </a:rPr>
              <a:t>moderately concentrated</a:t>
            </a:r>
            <a:r>
              <a:rPr lang="en-US" sz="2000">
                <a:ea typeface="+mn-lt"/>
                <a:cs typeface="+mn-lt"/>
              </a:rPr>
              <a:t> (0.10-0.18)</a:t>
            </a:r>
          </a:p>
          <a:p>
            <a:pPr marL="285750" indent="-285750">
              <a:buFont typeface="Calibri"/>
              <a:buChar char="-"/>
            </a:pPr>
            <a:r>
              <a:rPr lang="en-US" sz="2000" i="1">
                <a:ea typeface="+mn-lt"/>
                <a:cs typeface="+mn-lt"/>
              </a:rPr>
              <a:t>highly concentrated</a:t>
            </a:r>
            <a:r>
              <a:rPr lang="en-US" sz="2000">
                <a:ea typeface="+mn-lt"/>
                <a:cs typeface="+mn-lt"/>
              </a:rPr>
              <a:t> (&gt;0.18)</a:t>
            </a:r>
            <a:endParaRPr lang="en-US" sz="20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751874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A7722-AE14-B4C3-B301-59F78A08F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FCC17235-7EEE-B257-8916-4C8664DBB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3" y="692151"/>
            <a:ext cx="10609542" cy="908050"/>
          </a:xfrm>
        </p:spPr>
        <p:txBody>
          <a:bodyPr anchor="b">
            <a:normAutofit fontScale="90000"/>
          </a:bodyPr>
          <a:lstStyle/>
          <a:p>
            <a:r>
              <a:rPr lang="en-US" b="0">
                <a:ea typeface="Calibri"/>
              </a:rPr>
              <a:t>Results: IPv6 </a:t>
            </a:r>
            <a:br>
              <a:rPr lang="en-US" b="0" dirty="0">
                <a:ea typeface="Calibri"/>
              </a:rPr>
            </a:br>
            <a:r>
              <a:rPr lang="en-US" b="0" dirty="0">
                <a:ea typeface="Calibri"/>
              </a:rPr>
              <a:t>Reachability</a:t>
            </a:r>
            <a:endParaRPr lang="en-US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B8B4FDA-3860-A771-D0E7-DA6269A25D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2360" y="6356348"/>
            <a:ext cx="815724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172CC19-4BF8-2E45-A5C5-2324BC57373C}" type="slidenum">
              <a:rPr kumimoji="0" lang="de-DE" sz="1400" b="1" i="0" u="none" strike="noStrike" kern="1200" cap="none" spc="-1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de-DE" sz="1400" b="1" i="0" u="none" strike="noStrike" kern="1200" cap="none" spc="-1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62E590-DC51-A45E-A454-3A26C2D82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4012" y="0"/>
            <a:ext cx="614294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14FFEB-9A8D-D302-85F3-9123A2F34F2B}"/>
              </a:ext>
            </a:extLst>
          </p:cNvPr>
          <p:cNvSpPr txBox="1"/>
          <p:nvPr/>
        </p:nvSpPr>
        <p:spPr>
          <a:xfrm>
            <a:off x="33834" y="1831056"/>
            <a:ext cx="4499035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sz="2400">
                <a:cs typeface="Arial"/>
              </a:rPr>
              <a:t>IPv6 reachability shows largest gap between countries</a:t>
            </a:r>
            <a:endParaRPr lang="en-US" sz="2400" dirty="0">
              <a:cs typeface="Arial"/>
            </a:endParaRPr>
          </a:p>
          <a:p>
            <a:pPr marL="285750" indent="-285750">
              <a:buFont typeface="Calibri"/>
              <a:buChar char="-"/>
            </a:pPr>
            <a:endParaRPr lang="en-US" sz="2400" dirty="0">
              <a:cs typeface="Arial"/>
            </a:endParaRPr>
          </a:p>
          <a:p>
            <a:pPr marL="285750" indent="-285750">
              <a:buFont typeface="Calibri"/>
              <a:buChar char="-"/>
            </a:pPr>
            <a:r>
              <a:rPr lang="en-US" sz="2400">
                <a:cs typeface="Arial"/>
              </a:rPr>
              <a:t>Often DNS &gt; Mail &gt; Web</a:t>
            </a:r>
            <a:endParaRPr lang="en-US" sz="2400" dirty="0">
              <a:cs typeface="Arial"/>
            </a:endParaRPr>
          </a:p>
          <a:p>
            <a:pPr marL="742315" lvl="1" indent="-285750">
              <a:buFont typeface="Courier New"/>
              <a:buChar char="o"/>
            </a:pPr>
            <a:r>
              <a:rPr lang="en-US" sz="2400">
                <a:cs typeface="Arial"/>
              </a:rPr>
              <a:t>Web is more often hosted domestically </a:t>
            </a:r>
            <a:endParaRPr lang="en-US" sz="2400" dirty="0">
              <a:cs typeface="Arial"/>
            </a:endParaRPr>
          </a:p>
          <a:p>
            <a:pPr marL="742315" lvl="1" indent="-285750">
              <a:buFont typeface="Courier New"/>
              <a:buChar char="o"/>
            </a:pPr>
            <a:r>
              <a:rPr lang="en-US" sz="2400">
                <a:cs typeface="Arial"/>
              </a:rPr>
              <a:t>Mail and DNS influenced by centralization</a:t>
            </a:r>
            <a:endParaRPr lang="en-US" sz="2400" dirty="0">
              <a:cs typeface="Arial"/>
            </a:endParaRPr>
          </a:p>
          <a:p>
            <a:pPr marL="742315" indent="-285750">
              <a:buFont typeface="Arial"/>
              <a:buChar char="•"/>
            </a:pPr>
            <a:endParaRPr lang="en-US" sz="2400" dirty="0">
              <a:cs typeface="Arial"/>
            </a:endParaRPr>
          </a:p>
          <a:p>
            <a:pPr marL="285750" indent="-285750">
              <a:buFont typeface="Calibri,Sans-Serif"/>
              <a:buChar char="-"/>
            </a:pPr>
            <a:r>
              <a:rPr lang="en-US" sz="2400" dirty="0">
                <a:cs typeface="Arial"/>
              </a:rPr>
              <a:t>Effect of national strategies </a:t>
            </a:r>
            <a:r>
              <a:rPr lang="en-US" sz="2400" dirty="0" err="1">
                <a:cs typeface="Arial"/>
              </a:rPr>
              <a:t>visibile</a:t>
            </a:r>
            <a:r>
              <a:rPr lang="en-US" sz="2400" dirty="0">
                <a:cs typeface="Arial"/>
              </a:rPr>
              <a:t>(CZ, NL)</a:t>
            </a:r>
            <a:endParaRPr lang="en-US" sz="24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784927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9111D-D0AC-5B4A-3626-B491F6DDA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4C8D98-14DA-9102-F995-4B98C5EE7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097" y="1044596"/>
            <a:ext cx="5868987" cy="1002010"/>
          </a:xfrm>
        </p:spPr>
        <p:txBody>
          <a:bodyPr/>
          <a:lstStyle/>
          <a:p>
            <a:r>
              <a:rPr lang="de-DE" b="0">
                <a:ea typeface="Calibri"/>
              </a:rPr>
              <a:t>Takeaways</a:t>
            </a:r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E989855-5F57-792A-1448-0F07168DE9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2CC19-4BF8-2E45-A5C5-2324BC57373C}" type="slidenum">
              <a:rPr lang="de-DE" smtClean="0"/>
              <a:pPr/>
              <a:t>33</a:t>
            </a:fld>
            <a:endParaRPr lang="de-DE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A31BD17-4BB7-23DC-4196-0394FF19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3581" y="2312668"/>
            <a:ext cx="5756148" cy="4043680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lnSpc>
                <a:spcPct val="115000"/>
              </a:lnSpc>
              <a:spcBef>
                <a:spcPts val="600"/>
              </a:spcBef>
              <a:spcAft>
                <a:spcPts val="300"/>
              </a:spcAft>
              <a:buFont typeface="Wingdings" panose="05000000000000000000" pitchFamily="2" charset="2"/>
              <a:buChar char=""/>
            </a:pPr>
            <a:r>
              <a:rPr lang="en-US" sz="2000" kern="100">
                <a:latin typeface="Arial"/>
                <a:ea typeface="Aptos" panose="020B0004020202020204" pitchFamily="34" charset="0"/>
                <a:cs typeface="Times New Roman"/>
              </a:rPr>
              <a:t>30 Countries - different digital strategies visible</a:t>
            </a:r>
          </a:p>
          <a:p>
            <a:pPr marL="742950" lvl="1" indent="-285750">
              <a:lnSpc>
                <a:spcPct val="114999"/>
              </a:lnSpc>
              <a:spcBef>
                <a:spcPts val="600"/>
              </a:spcBef>
              <a:spcAft>
                <a:spcPts val="300"/>
              </a:spcAft>
              <a:buFont typeface="Courier New" panose="05000000000000000000" pitchFamily="2" charset="2"/>
              <a:buChar char="o"/>
            </a:pPr>
            <a:r>
              <a:rPr lang="en-US" sz="1800" kern="100">
                <a:latin typeface="Arial"/>
                <a:ea typeface="Aptos" panose="020B0004020202020204" pitchFamily="34" charset="0"/>
                <a:cs typeface="Times New Roman"/>
              </a:rPr>
              <a:t>US cloud dependency (Northern Europe)</a:t>
            </a:r>
            <a:endParaRPr lang="en-US" sz="1800" kern="100" dirty="0">
              <a:latin typeface="Arial"/>
              <a:ea typeface="Aptos" panose="020B0004020202020204" pitchFamily="34" charset="0"/>
              <a:cs typeface="Times New Roman"/>
            </a:endParaRPr>
          </a:p>
          <a:p>
            <a:pPr marL="742950" lvl="1" indent="-285750">
              <a:lnSpc>
                <a:spcPct val="114999"/>
              </a:lnSpc>
              <a:spcBef>
                <a:spcPts val="600"/>
              </a:spcBef>
              <a:spcAft>
                <a:spcPts val="300"/>
              </a:spcAft>
              <a:buFont typeface="Courier New" panose="05000000000000000000" pitchFamily="2" charset="2"/>
              <a:buChar char="o"/>
            </a:pPr>
            <a:r>
              <a:rPr lang="en-US" sz="1800" kern="100" dirty="0">
                <a:latin typeface="Arial"/>
                <a:ea typeface="Aptos" panose="020B0004020202020204" pitchFamily="34" charset="0"/>
                <a:cs typeface="Times New Roman"/>
              </a:rPr>
              <a:t>Domestic strategies (DE, ES, PL and Eastern </a:t>
            </a:r>
            <a:r>
              <a:rPr lang="en-US" sz="1800" kern="100" dirty="0" err="1">
                <a:latin typeface="Arial"/>
                <a:ea typeface="Aptos" panose="020B0004020202020204" pitchFamily="34" charset="0"/>
                <a:cs typeface="Times New Roman"/>
              </a:rPr>
              <a:t>europe</a:t>
            </a:r>
            <a:r>
              <a:rPr lang="en-US" sz="1800" kern="100" dirty="0">
                <a:latin typeface="Arial"/>
                <a:ea typeface="Aptos" panose="020B0004020202020204" pitchFamily="34" charset="0"/>
                <a:cs typeface="Times New Roman"/>
              </a:rPr>
              <a:t>)</a:t>
            </a:r>
          </a:p>
          <a:p>
            <a:pPr marL="742950" lvl="1" indent="-285750">
              <a:lnSpc>
                <a:spcPct val="114999"/>
              </a:lnSpc>
              <a:spcBef>
                <a:spcPts val="600"/>
              </a:spcBef>
              <a:spcAft>
                <a:spcPts val="300"/>
              </a:spcAft>
              <a:buFont typeface="Courier New" panose="05000000000000000000" pitchFamily="2" charset="2"/>
              <a:buChar char="o"/>
            </a:pPr>
            <a:r>
              <a:rPr lang="en-US" sz="1800" kern="100">
                <a:latin typeface="Arial"/>
                <a:ea typeface="Aptos" panose="020B0004020202020204" pitchFamily="34" charset="0"/>
                <a:cs typeface="Times New Roman"/>
              </a:rPr>
              <a:t>IPv6 adoption (NL, CZ)</a:t>
            </a:r>
            <a:endParaRPr lang="en-US" sz="1800" kern="100" dirty="0">
              <a:latin typeface="Arial"/>
              <a:ea typeface="Aptos" panose="020B0004020202020204" pitchFamily="34" charset="0"/>
              <a:cs typeface="Times New Roman"/>
            </a:endParaRPr>
          </a:p>
          <a:p>
            <a:pPr marL="285750" indent="-285750">
              <a:lnSpc>
                <a:spcPct val="114999"/>
              </a:lnSpc>
              <a:spcBef>
                <a:spcPts val="600"/>
              </a:spcBef>
              <a:spcAft>
                <a:spcPts val="300"/>
              </a:spcAft>
              <a:buFont typeface="Wingdings" panose="05000000000000000000" pitchFamily="2" charset="2"/>
              <a:buChar char=""/>
            </a:pPr>
            <a:r>
              <a:rPr lang="en-US" sz="2000" kern="100">
                <a:latin typeface="Arial"/>
                <a:ea typeface="Aptos" panose="020B0004020202020204" pitchFamily="34" charset="0"/>
                <a:cs typeface="Times New Roman"/>
              </a:rPr>
              <a:t>Municipal operators rarely cover Web, Mail and DNS</a:t>
            </a:r>
            <a:endParaRPr lang="en-US" sz="2000" kern="100" dirty="0">
              <a:latin typeface="Arial"/>
              <a:ea typeface="Aptos" panose="020B0004020202020204" pitchFamily="34" charset="0"/>
              <a:cs typeface="Times New Roman"/>
            </a:endParaRPr>
          </a:p>
          <a:p>
            <a:pPr marL="285750" indent="-285750">
              <a:lnSpc>
                <a:spcPct val="114999"/>
              </a:lnSpc>
              <a:spcBef>
                <a:spcPts val="600"/>
              </a:spcBef>
              <a:spcAft>
                <a:spcPts val="300"/>
              </a:spcAft>
              <a:buFont typeface="Wingdings" panose="05000000000000000000" pitchFamily="2" charset="2"/>
              <a:buChar char=""/>
            </a:pPr>
            <a:r>
              <a:rPr lang="en-US" sz="2000" kern="100">
                <a:latin typeface="Arial"/>
                <a:ea typeface="Aptos" panose="020B0004020202020204" pitchFamily="34" charset="0"/>
                <a:cs typeface="Arial"/>
              </a:rPr>
              <a:t>Digital sovereignty yes, but also market concentration important to resilience</a:t>
            </a:r>
            <a:endParaRPr lang="en-US" sz="2000" kern="100" dirty="0">
              <a:latin typeface="Arial"/>
              <a:ea typeface="Aptos" panose="020B0004020202020204" pitchFamily="34" charset="0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CC77F1-B929-B4F5-067D-B80173EB07AD}"/>
              </a:ext>
            </a:extLst>
          </p:cNvPr>
          <p:cNvSpPr txBox="1"/>
          <p:nvPr/>
        </p:nvSpPr>
        <p:spPr>
          <a:xfrm>
            <a:off x="262966" y="6557960"/>
            <a:ext cx="10823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900">
                <a:solidFill>
                  <a:schemeClr val="bg2">
                    <a:lumMod val="65000"/>
                  </a:schemeClr>
                </a:solidFill>
              </a:rPr>
              <a:t>Status: May 2025</a:t>
            </a:r>
          </a:p>
        </p:txBody>
      </p:sp>
    </p:spTree>
    <p:extLst>
      <p:ext uri="{BB962C8B-B14F-4D97-AF65-F5344CB8AC3E}">
        <p14:creationId xmlns:p14="http://schemas.microsoft.com/office/powerpoint/2010/main" val="15633365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qr code with a person&amp;#39;s face&#10;&#10;AI-generated content may be incorrect.">
            <a:extLst>
              <a:ext uri="{FF2B5EF4-FFF2-40B4-BE49-F238E27FC236}">
                <a16:creationId xmlns:a16="http://schemas.microsoft.com/office/drawing/2014/main" id="{6E954720-5D5D-D0DF-80D5-FEC925A30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479" y="1641020"/>
            <a:ext cx="2980873" cy="294458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A4B5432-E1AC-D2C8-55D8-1AA73B509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1639" y="715212"/>
            <a:ext cx="5868986" cy="1002010"/>
          </a:xfrm>
        </p:spPr>
        <p:txBody>
          <a:bodyPr/>
          <a:lstStyle/>
          <a:p>
            <a:r>
              <a:rPr lang="de-AT" dirty="0">
                <a:ea typeface="Calibri"/>
              </a:rPr>
              <a:t>Check </a:t>
            </a:r>
            <a:r>
              <a:rPr lang="de-AT" dirty="0" err="1">
                <a:ea typeface="Calibri"/>
              </a:rPr>
              <a:t>your</a:t>
            </a:r>
            <a:r>
              <a:rPr lang="de-AT" dirty="0">
                <a:ea typeface="Calibri"/>
              </a:rPr>
              <a:t> Country</a:t>
            </a:r>
            <a:endParaRPr lang="de-AT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4951F2-7567-29AB-723D-0DD72AF341D7}"/>
              </a:ext>
            </a:extLst>
          </p:cNvPr>
          <p:cNvSpPr txBox="1"/>
          <p:nvPr/>
        </p:nvSpPr>
        <p:spPr>
          <a:xfrm>
            <a:off x="5679220" y="4398195"/>
            <a:ext cx="4523772" cy="3761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Aptos Mono"/>
                <a:cs typeface="Arial"/>
              </a:rPr>
              <a:t>municipalytics.internetwarte.eu</a:t>
            </a:r>
            <a:endParaRPr lang="en-US">
              <a:latin typeface="Aptos Mono"/>
            </a:endParaRPr>
          </a:p>
        </p:txBody>
      </p:sp>
    </p:spTree>
    <p:extLst>
      <p:ext uri="{BB962C8B-B14F-4D97-AF65-F5344CB8AC3E}">
        <p14:creationId xmlns:p14="http://schemas.microsoft.com/office/powerpoint/2010/main" val="789657043"/>
      </p:ext>
    </p:extLst>
  </p:cSld>
  <p:clrMapOvr>
    <a:masterClrMapping/>
  </p:clrMapOvr>
</p:sld>
</file>

<file path=ppt/theme/theme1.xml><?xml version="1.0" encoding="utf-8"?>
<a:theme xmlns:a="http://schemas.openxmlformats.org/drawingml/2006/main" name="IT:U Master light">
  <a:themeElements>
    <a:clrScheme name="Benutzerdefiniert 6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CDBCD"/>
      </a:accent1>
      <a:accent2>
        <a:srgbClr val="B4AEBA"/>
      </a:accent2>
      <a:accent3>
        <a:srgbClr val="DE6979"/>
      </a:accent3>
      <a:accent4>
        <a:srgbClr val="E37655"/>
      </a:accent4>
      <a:accent5>
        <a:srgbClr val="A8588A"/>
      </a:accent5>
      <a:accent6>
        <a:srgbClr val="7438BB"/>
      </a:accent6>
      <a:hlink>
        <a:srgbClr val="AEC3C3"/>
      </a:hlink>
      <a:folHlink>
        <a:srgbClr val="D2DCDC"/>
      </a:folHlink>
    </a:clrScheme>
    <a:fontScheme name="Benutzerdefiniert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-U Template English Light+Dark 20231201" id="{FA49DF89-780E-4C94-B9F4-3479F3ED818E}" vid="{D7795F0B-D682-4AE4-AE2F-2FA95B8769FA}"/>
    </a:ext>
  </a:extLst>
</a:theme>
</file>

<file path=ppt/theme/theme2.xml><?xml version="1.0" encoding="utf-8"?>
<a:theme xmlns:a="http://schemas.openxmlformats.org/drawingml/2006/main" name="IT:U Master light pure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Benutzerdefiniert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-U Template English Light+Dark 20231201" id="{FA49DF89-780E-4C94-B9F4-3479F3ED818E}" vid="{D7795F0B-D682-4AE4-AE2F-2FA95B8769FA}"/>
    </a:ext>
  </a:extLst>
</a:theme>
</file>

<file path=ppt/theme/theme3.xml><?xml version="1.0" encoding="utf-8"?>
<a:theme xmlns:a="http://schemas.openxmlformats.org/drawingml/2006/main" name="IT:U Master dark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Benutzerdefiniert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-U Template English Light+Dark 20231201" id="{FA49DF89-780E-4C94-B9F4-3479F3ED818E}" vid="{72A7C241-BF71-41F8-8E13-BDE534C1B234}"/>
    </a:ext>
  </a:extLst>
</a:theme>
</file>

<file path=ppt/theme/theme4.xml><?xml version="1.0" encoding="utf-8"?>
<a:theme xmlns:a="http://schemas.openxmlformats.org/drawingml/2006/main" name="IT:U Master dark pure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Benutzerdefiniert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-U Template English Light+Dark 20231201" id="{FA49DF89-780E-4C94-B9F4-3479F3ED818E}" vid="{72A7C241-BF71-41F8-8E13-BDE534C1B234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AC170F47362F0458F1E3D3EA0188C65" ma:contentTypeVersion="12" ma:contentTypeDescription="Ein neues Dokument erstellen." ma:contentTypeScope="" ma:versionID="8740a7e6b25989cf0d29cc9610ff29fc">
  <xsd:schema xmlns:xsd="http://www.w3.org/2001/XMLSchema" xmlns:xs="http://www.w3.org/2001/XMLSchema" xmlns:p="http://schemas.microsoft.com/office/2006/metadata/properties" xmlns:ns2="e625d377-d1a7-4923-acac-6d241cad34da" xmlns:ns3="8af29931-b107-495b-b2dc-a7868b52d357" targetNamespace="http://schemas.microsoft.com/office/2006/metadata/properties" ma:root="true" ma:fieldsID="a39e89977755b24468092000c5a4deae" ns2:_="" ns3:_="">
    <xsd:import namespace="e625d377-d1a7-4923-acac-6d241cad34da"/>
    <xsd:import namespace="8af29931-b107-495b-b2dc-a7868b52d35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25d377-d1a7-4923-acac-6d241cad34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ildmarkierungen" ma:readOnly="false" ma:fieldId="{5cf76f15-5ced-4ddc-b409-7134ff3c332f}" ma:taxonomyMulti="true" ma:sspId="e1ed6d9a-ae57-4e63-bbaf-f77b291e10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f29931-b107-495b-b2dc-a7868b52d35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5dd4a1a-9309-4ff2-88e3-cc630026780e}" ma:internalName="TaxCatchAll" ma:showField="CatchAllData" ma:web="8af29931-b107-495b-b2dc-a7868b52d35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625d377-d1a7-4923-acac-6d241cad34da">
      <Terms xmlns="http://schemas.microsoft.com/office/infopath/2007/PartnerControls"/>
    </lcf76f155ced4ddcb4097134ff3c332f>
    <TaxCatchAll xmlns="8af29931-b107-495b-b2dc-a7868b52d357" xsi:nil="true"/>
  </documentManagement>
</p:properties>
</file>

<file path=customXml/itemProps1.xml><?xml version="1.0" encoding="utf-8"?>
<ds:datastoreItem xmlns:ds="http://schemas.openxmlformats.org/officeDocument/2006/customXml" ds:itemID="{2B044EF1-13F7-4CFA-9B75-B9A78A0DF4B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806E95F-5162-46C3-BF28-3AE70B735C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625d377-d1a7-4923-acac-6d241cad34da"/>
    <ds:schemaRef ds:uri="8af29931-b107-495b-b2dc-a7868b52d35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C11F553-8970-4BC5-B23A-21EF38BD0EE7}">
  <ds:schemaRefs>
    <ds:schemaRef ds:uri="4aad092f-9ea0-44a1-a670-ab02502a4ca7"/>
    <ds:schemaRef ds:uri="c32e8647-341c-4fed-8361-20b01d5ae0c6"/>
    <ds:schemaRef ds:uri="e625d377-d1a7-4923-acac-6d241cad34d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8af29931-b107-495b-b2dc-a7868b52d35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IT-U template english light-dark 20231201</Template>
  <Application>Microsoft Office PowerPoint</Application>
  <PresentationFormat>Widescreen</PresentationFormat>
  <Slides>34</Slides>
  <Notes>1</Notes>
  <HiddenSlides>1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IT:U Master light</vt:lpstr>
      <vt:lpstr>IT:U Master light pure</vt:lpstr>
      <vt:lpstr>IT:U Master dark</vt:lpstr>
      <vt:lpstr>IT:U Master dark pure</vt:lpstr>
      <vt:lpstr>PowerPoint Presentation</vt:lpstr>
      <vt:lpstr>Digital Sovereignty </vt:lpstr>
      <vt:lpstr>Introduction</vt:lpstr>
      <vt:lpstr>Introduction</vt:lpstr>
      <vt:lpstr>Introduction</vt:lpstr>
      <vt:lpstr>Methodology Overview</vt:lpstr>
      <vt:lpstr>Data Overview: Delft</vt:lpstr>
      <vt:lpstr>Data Overview: Delft</vt:lpstr>
      <vt:lpstr>Data Overview: Delft</vt:lpstr>
      <vt:lpstr>Data Overview: Delft</vt:lpstr>
      <vt:lpstr>Data Overview: Delft</vt:lpstr>
      <vt:lpstr>Data Overview: Delft</vt:lpstr>
      <vt:lpstr>Wikidata Data Model</vt:lpstr>
      <vt:lpstr>Data Overview: Delft</vt:lpstr>
      <vt:lpstr>Data Overview: Delft</vt:lpstr>
      <vt:lpstr>Data Overview: Delft</vt:lpstr>
      <vt:lpstr>Data Overview: Delft </vt:lpstr>
      <vt:lpstr>Data Overview: Delft </vt:lpstr>
      <vt:lpstr>Data Overview: Delft </vt:lpstr>
      <vt:lpstr>Municipal Coverage</vt:lpstr>
      <vt:lpstr>Evaluation and Results</vt:lpstr>
      <vt:lpstr>Digital Sovereignty</vt:lpstr>
      <vt:lpstr>Results 1: Physical Hosting Locations </vt:lpstr>
      <vt:lpstr>Results 1: Physical Hosting Locations </vt:lpstr>
      <vt:lpstr>Results: Physical Hosting Locations </vt:lpstr>
      <vt:lpstr>Results: Jurisdictional  Dependencies </vt:lpstr>
      <vt:lpstr>Results: ​Northern European Mail in the US cloud</vt:lpstr>
      <vt:lpstr>Results: Top Providers</vt:lpstr>
      <vt:lpstr>Results: Top Providers</vt:lpstr>
      <vt:lpstr>Results: Flanders vs. Wallonia</vt:lpstr>
      <vt:lpstr>Results: Centralization</vt:lpstr>
      <vt:lpstr>Results: IPv6  Reachability</vt:lpstr>
      <vt:lpstr>Takeaways</vt:lpstr>
      <vt:lpstr>Check your Country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Prihoda Paul</dc:creator>
  <cp:revision>1790</cp:revision>
  <dcterms:created xsi:type="dcterms:W3CDTF">2023-12-08T13:56:39Z</dcterms:created>
  <dcterms:modified xsi:type="dcterms:W3CDTF">2026-07-01T22:49:01Z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0x0101003AC170F47362F0458F1E3D3EA0188C65</vt:lpwstr>
  </property>
  <property fmtid="{D5CDD505-2E9C-101B-9397-08002B2CF9AE}" pid="3" name="Order">
    <vt:r8>11500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MediaServiceImageTags">
    <vt:lpwstr/>
  </property>
</Properties>
</file>