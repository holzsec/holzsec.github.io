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4"/>
  </p:notesMasterIdLst>
  <p:sldIdLst>
    <p:sldId id="315" r:id="rId2"/>
    <p:sldId id="387" r:id="rId3"/>
    <p:sldId id="360" r:id="rId4"/>
    <p:sldId id="379" r:id="rId5"/>
    <p:sldId id="359" r:id="rId6"/>
    <p:sldId id="361" r:id="rId7"/>
    <p:sldId id="386" r:id="rId8"/>
    <p:sldId id="278" r:id="rId9"/>
    <p:sldId id="366" r:id="rId10"/>
    <p:sldId id="318" r:id="rId11"/>
    <p:sldId id="367" r:id="rId12"/>
    <p:sldId id="378" r:id="rId13"/>
    <p:sldId id="380" r:id="rId14"/>
    <p:sldId id="383" r:id="rId15"/>
    <p:sldId id="369" r:id="rId16"/>
    <p:sldId id="349" r:id="rId17"/>
    <p:sldId id="320" r:id="rId18"/>
    <p:sldId id="370" r:id="rId19"/>
    <p:sldId id="364" r:id="rId20"/>
    <p:sldId id="353" r:id="rId21"/>
    <p:sldId id="388" r:id="rId22"/>
    <p:sldId id="372" r:id="rId23"/>
    <p:sldId id="389" r:id="rId24"/>
    <p:sldId id="390" r:id="rId25"/>
    <p:sldId id="346" r:id="rId26"/>
    <p:sldId id="348" r:id="rId27"/>
    <p:sldId id="373" r:id="rId28"/>
    <p:sldId id="344" r:id="rId29"/>
    <p:sldId id="374" r:id="rId30"/>
    <p:sldId id="347" r:id="rId31"/>
    <p:sldId id="356" r:id="rId32"/>
    <p:sldId id="381" r:id="rId33"/>
  </p:sldIdLst>
  <p:sldSz cx="9144000" cy="5143500" type="screen16x9"/>
  <p:notesSz cx="6858000" cy="9144000"/>
  <p:defaultTex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52" userDrawn="1">
          <p15:clr>
            <a:srgbClr val="A4A3A4"/>
          </p15:clr>
        </p15:guide>
        <p15:guide id="9" orient="horz" pos="441" userDrawn="1">
          <p15:clr>
            <a:srgbClr val="A4A3A4"/>
          </p15:clr>
        </p15:guide>
        <p15:guide id="17" orient="horz" pos="2958" userDrawn="1">
          <p15:clr>
            <a:srgbClr val="A4A3A4"/>
          </p15:clr>
        </p15:guide>
        <p15:guide id="18" orient="horz" pos="2550" userDrawn="1">
          <p15:clr>
            <a:srgbClr val="A4A3A4"/>
          </p15:clr>
        </p15:guide>
        <p15:guide id="19"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liap54" initials="j" lastIdx="8" clrIdx="0">
    <p:extLst>
      <p:ext uri="{19B8F6BF-5375-455C-9EA6-DF929625EA0E}">
        <p15:presenceInfo xmlns:p15="http://schemas.microsoft.com/office/powerpoint/2012/main" userId="juliap54"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3A6"/>
    <a:srgbClr val="E0E0E0"/>
    <a:srgbClr val="FFFFFF"/>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5550C3-1BAF-BE4F-5AE9-4615FAA14203}" v="3434" dt="2024-11-03T10:44:33.027"/>
    <p1510:client id="{689FAD03-DECE-1FBA-7C55-55B19FA0C9AD}" v="97" dt="2024-11-03T22:47:29.0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552"/>
        <p:guide orient="horz" pos="441"/>
        <p:guide orient="horz" pos="2958"/>
        <p:guide orient="horz" pos="2550"/>
        <p:guide pos="288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Calibri Light" panose="020F0302020204030204" pitchFamily="34" charset="0"/>
              </a:defRPr>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Calibri Light" panose="020F0302020204030204" pitchFamily="34" charset="0"/>
              </a:defRPr>
            </a:lvl1pPr>
          </a:lstStyle>
          <a:p>
            <a:fld id="{4E30BB80-9868-F94D-8AE5-D8CFAE2E4F26}" type="datetimeFigureOut">
              <a:rPr lang="de-DE" smtClean="0"/>
              <a:pPr/>
              <a:t>03.11.2024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Calibri Light" panose="020F0302020204030204" pitchFamily="34" charset="0"/>
              </a:defRPr>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Calibri Light" panose="020F0302020204030204" pitchFamily="34" charset="0"/>
              </a:defRPr>
            </a:lvl1pPr>
          </a:lstStyle>
          <a:p>
            <a:fld id="{19A298C3-CA33-C84D-B0E1-7CB4B1CC0154}" type="slidenum">
              <a:rPr lang="de-DE" smtClean="0"/>
              <a:pPr/>
              <a:t>‹#›</a:t>
            </a:fld>
            <a:endParaRPr lang="de-DE"/>
          </a:p>
        </p:txBody>
      </p:sp>
    </p:spTree>
    <p:extLst>
      <p:ext uri="{BB962C8B-B14F-4D97-AF65-F5344CB8AC3E}">
        <p14:creationId xmlns:p14="http://schemas.microsoft.com/office/powerpoint/2010/main" val="1593951120"/>
      </p:ext>
    </p:extLst>
  </p:cSld>
  <p:clrMap bg1="lt1" tx1="dk1" bg2="lt2" tx2="dk2" accent1="accent1" accent2="accent2" accent3="accent3" accent4="accent4" accent5="accent5" accent6="accent6" hlink="hlink" folHlink="folHlink"/>
  <p:notesStyle>
    <a:lvl1pPr marL="0" algn="l" defTabSz="685783" rtl="0" eaLnBrk="1" latinLnBrk="0" hangingPunct="1">
      <a:defRPr sz="900" b="0" i="0" kern="1200">
        <a:solidFill>
          <a:schemeClr val="tx1"/>
        </a:solidFill>
        <a:latin typeface="Calibri Light" panose="020F0302020204030204" pitchFamily="34" charset="0"/>
        <a:ea typeface="+mn-ea"/>
        <a:cs typeface="+mn-cs"/>
      </a:defRPr>
    </a:lvl1pPr>
    <a:lvl2pPr marL="342892" algn="l" defTabSz="685783" rtl="0" eaLnBrk="1" latinLnBrk="0" hangingPunct="1">
      <a:defRPr sz="900" b="0" i="0" kern="1200">
        <a:solidFill>
          <a:schemeClr val="tx1"/>
        </a:solidFill>
        <a:latin typeface="Calibri Light" panose="020F0302020204030204" pitchFamily="34" charset="0"/>
        <a:ea typeface="+mn-ea"/>
        <a:cs typeface="+mn-cs"/>
      </a:defRPr>
    </a:lvl2pPr>
    <a:lvl3pPr marL="685783" algn="l" defTabSz="685783" rtl="0" eaLnBrk="1" latinLnBrk="0" hangingPunct="1">
      <a:defRPr sz="900" b="0" i="0" kern="1200">
        <a:solidFill>
          <a:schemeClr val="tx1"/>
        </a:solidFill>
        <a:latin typeface="Calibri Light" panose="020F0302020204030204" pitchFamily="34" charset="0"/>
        <a:ea typeface="+mn-ea"/>
        <a:cs typeface="+mn-cs"/>
      </a:defRPr>
    </a:lvl3pPr>
    <a:lvl4pPr marL="1028675" algn="l" defTabSz="685783" rtl="0" eaLnBrk="1" latinLnBrk="0" hangingPunct="1">
      <a:defRPr sz="900" b="0" i="0" kern="1200">
        <a:solidFill>
          <a:schemeClr val="tx1"/>
        </a:solidFill>
        <a:latin typeface="Calibri Light" panose="020F0302020204030204" pitchFamily="34" charset="0"/>
        <a:ea typeface="+mn-ea"/>
        <a:cs typeface="+mn-cs"/>
      </a:defRPr>
    </a:lvl4pPr>
    <a:lvl5pPr marL="1371566" algn="l" defTabSz="685783" rtl="0" eaLnBrk="1" latinLnBrk="0" hangingPunct="1">
      <a:defRPr sz="900" b="0" i="0" kern="1200">
        <a:solidFill>
          <a:schemeClr val="tx1"/>
        </a:solidFill>
        <a:latin typeface="Calibri Light" panose="020F0302020204030204" pitchFamily="34" charset="0"/>
        <a:ea typeface="+mn-ea"/>
        <a:cs typeface="+mn-cs"/>
      </a:defRPr>
    </a:lvl5pPr>
    <a:lvl6pPr marL="1714457" algn="l" defTabSz="685783" rtl="0" eaLnBrk="1" latinLnBrk="0" hangingPunct="1">
      <a:defRPr sz="900" kern="1200">
        <a:solidFill>
          <a:schemeClr val="tx1"/>
        </a:solidFill>
        <a:latin typeface="+mn-lt"/>
        <a:ea typeface="+mn-ea"/>
        <a:cs typeface="+mn-cs"/>
      </a:defRPr>
    </a:lvl6pPr>
    <a:lvl7pPr marL="2057348" algn="l" defTabSz="685783" rtl="0" eaLnBrk="1" latinLnBrk="0" hangingPunct="1">
      <a:defRPr sz="900" kern="1200">
        <a:solidFill>
          <a:schemeClr val="tx1"/>
        </a:solidFill>
        <a:latin typeface="+mn-lt"/>
        <a:ea typeface="+mn-ea"/>
        <a:cs typeface="+mn-cs"/>
      </a:defRPr>
    </a:lvl7pPr>
    <a:lvl8pPr marL="2400240" algn="l" defTabSz="685783" rtl="0" eaLnBrk="1" latinLnBrk="0" hangingPunct="1">
      <a:defRPr sz="900" kern="1200">
        <a:solidFill>
          <a:schemeClr val="tx1"/>
        </a:solidFill>
        <a:latin typeface="+mn-lt"/>
        <a:ea typeface="+mn-ea"/>
        <a:cs typeface="+mn-cs"/>
      </a:defRPr>
    </a:lvl8pPr>
    <a:lvl9pPr marL="2743132" algn="l" defTabSz="685783" rtl="0" eaLnBrk="1" latinLnBrk="0" hangingPunct="1">
      <a:defRPr sz="9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ICMPv6 error messages are part of the ICMPv6 protocol, which is an integral part of IPv6 and MUST be implemented by every IPv6 node</a:t>
            </a:r>
          </a:p>
          <a:p>
            <a:r>
              <a:rPr lang="en-US">
                <a:latin typeface="Calibri"/>
                <a:cs typeface="Calibri"/>
              </a:rPr>
              <a:t>It is responsible for reporting errors in processing packets and diagnostics. </a:t>
            </a:r>
          </a:p>
          <a:p>
            <a:r>
              <a:rPr lang="en-US">
                <a:latin typeface="Calibri"/>
                <a:cs typeface="Calibri"/>
              </a:rPr>
              <a:t>Everyone of you is probably familiar with PING,</a:t>
            </a:r>
          </a:p>
          <a:p>
            <a:r>
              <a:rPr lang="en-US">
                <a:latin typeface="Calibri"/>
                <a:cs typeface="Calibri"/>
              </a:rPr>
              <a:t>-  it is the process of sending an echo request and in case of a successful connection we will receive an </a:t>
            </a:r>
            <a:r>
              <a:rPr lang="en-US" b="1">
                <a:latin typeface="Calibri"/>
                <a:cs typeface="Calibri"/>
              </a:rPr>
              <a:t>echo reply</a:t>
            </a:r>
            <a:r>
              <a:rPr lang="en-US">
                <a:latin typeface="Calibri"/>
                <a:cs typeface="Calibri"/>
              </a:rPr>
              <a:t>, however in case of an error we can receive one of the following errors: </a:t>
            </a:r>
            <a:endParaRPr lang="en-US">
              <a:cs typeface="Calibri Light" panose="020F0302020204030204" pitchFamily="34" charset="0"/>
            </a:endParaRPr>
          </a:p>
          <a:p>
            <a:endParaRPr lang="en-US">
              <a:latin typeface="Calibri"/>
              <a:cs typeface="Calibri"/>
            </a:endParaRPr>
          </a:p>
          <a:p>
            <a:endParaRPr lang="en-US">
              <a:latin typeface="Calibri"/>
              <a:cs typeface="Calibri"/>
            </a:endParaRPr>
          </a:p>
        </p:txBody>
      </p:sp>
      <p:sp>
        <p:nvSpPr>
          <p:cNvPr id="4" name="Slide Number Placeholder 3"/>
          <p:cNvSpPr>
            <a:spLocks noGrp="1"/>
          </p:cNvSpPr>
          <p:nvPr>
            <p:ph type="sldNum" sz="quarter" idx="5"/>
          </p:nvPr>
        </p:nvSpPr>
        <p:spPr/>
        <p:txBody>
          <a:bodyPr/>
          <a:lstStyle/>
          <a:p>
            <a:fld id="{19A298C3-CA33-C84D-B0E1-7CB4B1CC0154}" type="slidenum">
              <a:rPr lang="de-DE" smtClean="0"/>
              <a:pPr/>
              <a:t>2</a:t>
            </a:fld>
            <a:endParaRPr lang="de-DE"/>
          </a:p>
        </p:txBody>
      </p:sp>
    </p:spTree>
    <p:extLst>
      <p:ext uri="{BB962C8B-B14F-4D97-AF65-F5344CB8AC3E}">
        <p14:creationId xmlns:p14="http://schemas.microsoft.com/office/powerpoint/2010/main" val="31235227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ICMPv6 currently defines 4 different error message types.</a:t>
            </a:r>
          </a:p>
          <a:p>
            <a:endParaRPr lang="en-US">
              <a:latin typeface="Calibri"/>
              <a:cs typeface="Calibri"/>
            </a:endParaRPr>
          </a:p>
          <a:p>
            <a:r>
              <a:rPr lang="en-US">
                <a:latin typeface="Calibri"/>
                <a:cs typeface="Calibri"/>
              </a:rPr>
              <a:t>In this work the scope lays on Destination Unreachable and Time Exceeded that are returned in response to packets with valid headers and do not exceed the MTU</a:t>
            </a:r>
          </a:p>
          <a:p>
            <a:endParaRPr lang="en-US">
              <a:latin typeface="Calibri"/>
              <a:cs typeface="Calibri"/>
            </a:endParaRPr>
          </a:p>
          <a:p>
            <a:r>
              <a:rPr lang="en-US">
                <a:latin typeface="Calibri"/>
                <a:cs typeface="Calibri"/>
              </a:rPr>
              <a:t>They have different requirement levels. Destination Reachable should be returned to the sender</a:t>
            </a:r>
          </a:p>
          <a:p>
            <a:endParaRPr lang="en-US">
              <a:latin typeface="Calibri"/>
              <a:cs typeface="Calibri"/>
            </a:endParaRPr>
          </a:p>
          <a:p>
            <a:endParaRPr lang="en-US">
              <a:latin typeface="Calibri"/>
              <a:cs typeface="Calibri"/>
            </a:endParaRPr>
          </a:p>
          <a:p>
            <a:endParaRPr lang="en-US">
              <a:latin typeface="Calibri"/>
              <a:cs typeface="Calibri"/>
            </a:endParaRPr>
          </a:p>
        </p:txBody>
      </p:sp>
      <p:sp>
        <p:nvSpPr>
          <p:cNvPr id="4" name="Slide Number Placeholder 3"/>
          <p:cNvSpPr>
            <a:spLocks noGrp="1"/>
          </p:cNvSpPr>
          <p:nvPr>
            <p:ph type="sldNum" sz="quarter" idx="5"/>
          </p:nvPr>
        </p:nvSpPr>
        <p:spPr/>
        <p:txBody>
          <a:bodyPr/>
          <a:lstStyle/>
          <a:p>
            <a:fld id="{19A298C3-CA33-C84D-B0E1-7CB4B1CC0154}" type="slidenum">
              <a:rPr lang="de-DE" smtClean="0"/>
              <a:pPr/>
              <a:t>3</a:t>
            </a:fld>
            <a:endParaRPr lang="de-DE"/>
          </a:p>
        </p:txBody>
      </p:sp>
    </p:spTree>
    <p:extLst>
      <p:ext uri="{BB962C8B-B14F-4D97-AF65-F5344CB8AC3E}">
        <p14:creationId xmlns:p14="http://schemas.microsoft.com/office/powerpoint/2010/main" val="3519364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0) No entry in routing table for </a:t>
            </a:r>
            <a:r>
              <a:rPr lang="en-US" err="1">
                <a:latin typeface="Calibri"/>
                <a:cs typeface="Calibri"/>
              </a:rPr>
              <a:t>dest</a:t>
            </a:r>
            <a:r>
              <a:rPr lang="en-US">
                <a:latin typeface="Calibri"/>
                <a:cs typeface="Calibri"/>
              </a:rPr>
              <a:t>. </a:t>
            </a:r>
            <a:r>
              <a:rPr lang="en-US" err="1">
                <a:latin typeface="Calibri"/>
                <a:cs typeface="Calibri"/>
              </a:rPr>
              <a:t>ip</a:t>
            </a:r>
          </a:p>
          <a:p>
            <a:pPr marL="228600" indent="-228600">
              <a:buAutoNum type="arabicParenR"/>
            </a:pPr>
            <a:r>
              <a:rPr lang="en-US">
                <a:latin typeface="Calibri"/>
                <a:cs typeface="Calibri"/>
              </a:rPr>
              <a:t>Firewalling</a:t>
            </a:r>
          </a:p>
          <a:p>
            <a:r>
              <a:rPr lang="en-US">
                <a:latin typeface="Calibri"/>
                <a:cs typeface="Calibri"/>
              </a:rPr>
              <a:t>2) Beyond scope =  </a:t>
            </a:r>
          </a:p>
          <a:p>
            <a:r>
              <a:rPr lang="en-US">
                <a:latin typeface="Calibri"/>
                <a:cs typeface="Calibri"/>
              </a:rPr>
              <a:t>3) Address Unreachable, no other code matches and mainly if link-local address cannot be resolved</a:t>
            </a:r>
          </a:p>
          <a:p>
            <a:r>
              <a:rPr lang="en-US">
                <a:latin typeface="Calibri"/>
                <a:cs typeface="Calibri"/>
              </a:rPr>
              <a:t>4) Dest. Host has no listener</a:t>
            </a:r>
          </a:p>
          <a:p>
            <a:r>
              <a:rPr lang="en-US">
                <a:latin typeface="Calibri"/>
                <a:cs typeface="Calibri"/>
              </a:rPr>
              <a:t>5) Source based filtering</a:t>
            </a:r>
          </a:p>
          <a:p>
            <a:r>
              <a:rPr lang="en-US">
                <a:latin typeface="Calibri"/>
                <a:cs typeface="Calibri"/>
              </a:rPr>
              <a:t>6) Router has been configured to reject all the traffic for a specific destination prefix (Null Routing)</a:t>
            </a:r>
            <a:endParaRPr lang="en-US"/>
          </a:p>
        </p:txBody>
      </p:sp>
      <p:sp>
        <p:nvSpPr>
          <p:cNvPr id="4" name="Slide Number Placeholder 3"/>
          <p:cNvSpPr>
            <a:spLocks noGrp="1"/>
          </p:cNvSpPr>
          <p:nvPr>
            <p:ph type="sldNum" sz="quarter" idx="5"/>
          </p:nvPr>
        </p:nvSpPr>
        <p:spPr/>
        <p:txBody>
          <a:bodyPr/>
          <a:lstStyle/>
          <a:p>
            <a:fld id="{19A298C3-CA33-C84D-B0E1-7CB4B1CC0154}" type="slidenum">
              <a:rPr lang="de-DE" smtClean="0"/>
              <a:pPr/>
              <a:t>4</a:t>
            </a:fld>
            <a:endParaRPr lang="de-DE"/>
          </a:p>
        </p:txBody>
      </p:sp>
    </p:spTree>
    <p:extLst>
      <p:ext uri="{BB962C8B-B14F-4D97-AF65-F5344CB8AC3E}">
        <p14:creationId xmlns:p14="http://schemas.microsoft.com/office/powerpoint/2010/main" val="901723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GB" sz="900" b="0" i="0" kern="1200">
                <a:solidFill>
                  <a:schemeClr val="tx1"/>
                </a:solidFill>
                <a:effectLst/>
                <a:latin typeface="Calibri Light" panose="020F0302020204030204" pitchFamily="34" charset="0"/>
                <a:ea typeface="+mn-ea"/>
                <a:cs typeface="+mn-cs"/>
              </a:rPr>
              <a:t>Slides in the layout KAPITEL/</a:t>
            </a:r>
            <a:r>
              <a:rPr lang="en-GB" sz="900" b="0" i="0" kern="1200" err="1">
                <a:solidFill>
                  <a:schemeClr val="tx1"/>
                </a:solidFill>
                <a:effectLst/>
                <a:latin typeface="Calibri Light" panose="020F0302020204030204" pitchFamily="34" charset="0"/>
                <a:ea typeface="+mn-ea"/>
                <a:cs typeface="+mn-cs"/>
              </a:rPr>
              <a:t>TRENNfolie</a:t>
            </a:r>
            <a:r>
              <a:rPr lang="en-GB" sz="900" b="0" i="0" kern="1200">
                <a:solidFill>
                  <a:schemeClr val="tx1"/>
                </a:solidFill>
                <a:effectLst/>
                <a:latin typeface="Calibri Light" panose="020F0302020204030204" pitchFamily="34" charset="0"/>
                <a:ea typeface="+mn-ea"/>
                <a:cs typeface="+mn-cs"/>
              </a:rPr>
              <a:t> (main part of the presentation, in contrast to the blue COVER slide) are generally in BLUE colour. Special slides, such as the quote or message slide are held in dark red, dark green or dark grey.</a:t>
            </a:r>
            <a:endParaRPr lang="de-DE" sz="900" b="0" i="0" kern="1200">
              <a:solidFill>
                <a:schemeClr val="tx1"/>
              </a:solidFill>
              <a:effectLst/>
              <a:latin typeface="Calibri Light" panose="020F0302020204030204" pitchFamily="34" charset="0"/>
              <a:ea typeface="+mn-ea"/>
              <a:cs typeface="+mn-cs"/>
            </a:endParaRPr>
          </a:p>
        </p:txBody>
      </p:sp>
      <p:sp>
        <p:nvSpPr>
          <p:cNvPr id="4" name="Foliennummernplatzhalter 3"/>
          <p:cNvSpPr>
            <a:spLocks noGrp="1"/>
          </p:cNvSpPr>
          <p:nvPr>
            <p:ph type="sldNum" sz="quarter" idx="5"/>
          </p:nvPr>
        </p:nvSpPr>
        <p:spPr/>
        <p:txBody>
          <a:bodyPr/>
          <a:lstStyle/>
          <a:p>
            <a:fld id="{19A298C3-CA33-C84D-B0E1-7CB4B1CC0154}" type="slidenum">
              <a:rPr lang="de-DE" smtClean="0"/>
              <a:t>8</a:t>
            </a:fld>
            <a:endParaRPr lang="de-DE"/>
          </a:p>
        </p:txBody>
      </p:sp>
    </p:spTree>
    <p:extLst>
      <p:ext uri="{BB962C8B-B14F-4D97-AF65-F5344CB8AC3E}">
        <p14:creationId xmlns:p14="http://schemas.microsoft.com/office/powerpoint/2010/main" val="3951787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Controlled environment, limited number vendors but full control of the routers. </a:t>
            </a:r>
          </a:p>
          <a:p>
            <a:r>
              <a:rPr lang="en-US" err="1">
                <a:latin typeface="Calibri"/>
                <a:cs typeface="Calibri"/>
              </a:rPr>
              <a:t>Klassifizierung</a:t>
            </a:r>
            <a:r>
              <a:rPr lang="en-US">
                <a:latin typeface="Calibri"/>
                <a:cs typeface="Calibri"/>
              </a:rPr>
              <a:t>: Active, inactive, ambiguous + Timing </a:t>
            </a:r>
            <a:r>
              <a:rPr lang="en-US" err="1">
                <a:latin typeface="Calibri"/>
                <a:cs typeface="Calibri"/>
              </a:rPr>
              <a:t>Unterschied</a:t>
            </a:r>
          </a:p>
        </p:txBody>
      </p:sp>
      <p:sp>
        <p:nvSpPr>
          <p:cNvPr id="4" name="Slide Number Placeholder 3"/>
          <p:cNvSpPr>
            <a:spLocks noGrp="1"/>
          </p:cNvSpPr>
          <p:nvPr>
            <p:ph type="sldNum" sz="quarter" idx="5"/>
          </p:nvPr>
        </p:nvSpPr>
        <p:spPr/>
        <p:txBody>
          <a:bodyPr/>
          <a:lstStyle/>
          <a:p>
            <a:fld id="{19A298C3-CA33-C84D-B0E1-7CB4B1CC0154}" type="slidenum">
              <a:rPr lang="de-DE" smtClean="0"/>
              <a:pPr/>
              <a:t>11</a:t>
            </a:fld>
            <a:endParaRPr lang="de-DE"/>
          </a:p>
        </p:txBody>
      </p:sp>
    </p:spTree>
    <p:extLst>
      <p:ext uri="{BB962C8B-B14F-4D97-AF65-F5344CB8AC3E}">
        <p14:creationId xmlns:p14="http://schemas.microsoft.com/office/powerpoint/2010/main" val="1615773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Controlled environment, limited number vendors but full control of the routers. </a:t>
            </a:r>
          </a:p>
          <a:p>
            <a:r>
              <a:rPr lang="en-US" err="1">
                <a:latin typeface="Calibri"/>
                <a:cs typeface="Calibri"/>
              </a:rPr>
              <a:t>Klassifizierung</a:t>
            </a:r>
            <a:r>
              <a:rPr lang="en-US">
                <a:latin typeface="Calibri"/>
                <a:cs typeface="Calibri"/>
              </a:rPr>
              <a:t>: Active, inactive, ambiguous + Timing </a:t>
            </a:r>
            <a:r>
              <a:rPr lang="en-US" err="1">
                <a:latin typeface="Calibri"/>
                <a:cs typeface="Calibri"/>
              </a:rPr>
              <a:t>Unterschied</a:t>
            </a:r>
          </a:p>
        </p:txBody>
      </p:sp>
      <p:sp>
        <p:nvSpPr>
          <p:cNvPr id="4" name="Slide Number Placeholder 3"/>
          <p:cNvSpPr>
            <a:spLocks noGrp="1"/>
          </p:cNvSpPr>
          <p:nvPr>
            <p:ph type="sldNum" sz="quarter" idx="5"/>
          </p:nvPr>
        </p:nvSpPr>
        <p:spPr/>
        <p:txBody>
          <a:bodyPr/>
          <a:lstStyle/>
          <a:p>
            <a:fld id="{19A298C3-CA33-C84D-B0E1-7CB4B1CC0154}" type="slidenum">
              <a:rPr lang="de-DE" smtClean="0"/>
              <a:pPr/>
              <a:t>12</a:t>
            </a:fld>
            <a:endParaRPr lang="de-DE"/>
          </a:p>
        </p:txBody>
      </p:sp>
    </p:spTree>
    <p:extLst>
      <p:ext uri="{BB962C8B-B14F-4D97-AF65-F5344CB8AC3E}">
        <p14:creationId xmlns:p14="http://schemas.microsoft.com/office/powerpoint/2010/main" val="4099392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Controlled environment, limited number vendors but full control of the routers. </a:t>
            </a:r>
          </a:p>
          <a:p>
            <a:r>
              <a:rPr lang="en-US" err="1">
                <a:latin typeface="Calibri"/>
                <a:cs typeface="Calibri"/>
              </a:rPr>
              <a:t>Klassifizierung</a:t>
            </a:r>
            <a:r>
              <a:rPr lang="en-US">
                <a:latin typeface="Calibri"/>
                <a:cs typeface="Calibri"/>
              </a:rPr>
              <a:t>: Active, inactive, ambiguous + Timing </a:t>
            </a:r>
            <a:r>
              <a:rPr lang="en-US" err="1">
                <a:latin typeface="Calibri"/>
                <a:cs typeface="Calibri"/>
              </a:rPr>
              <a:t>Unterschied</a:t>
            </a:r>
          </a:p>
        </p:txBody>
      </p:sp>
      <p:sp>
        <p:nvSpPr>
          <p:cNvPr id="4" name="Slide Number Placeholder 3"/>
          <p:cNvSpPr>
            <a:spLocks noGrp="1"/>
          </p:cNvSpPr>
          <p:nvPr>
            <p:ph type="sldNum" sz="quarter" idx="5"/>
          </p:nvPr>
        </p:nvSpPr>
        <p:spPr/>
        <p:txBody>
          <a:bodyPr/>
          <a:lstStyle/>
          <a:p>
            <a:fld id="{19A298C3-CA33-C84D-B0E1-7CB4B1CC0154}" type="slidenum">
              <a:rPr lang="de-DE" smtClean="0"/>
              <a:pPr/>
              <a:t>13</a:t>
            </a:fld>
            <a:endParaRPr lang="de-DE"/>
          </a:p>
        </p:txBody>
      </p:sp>
    </p:spTree>
    <p:extLst>
      <p:ext uri="{BB962C8B-B14F-4D97-AF65-F5344CB8AC3E}">
        <p14:creationId xmlns:p14="http://schemas.microsoft.com/office/powerpoint/2010/main" val="18970356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a:cs typeface="Calibri"/>
              </a:rPr>
              <a:t>Controlled environment, limited number vendors but full control of the routers. </a:t>
            </a:r>
          </a:p>
          <a:p>
            <a:r>
              <a:rPr lang="en-US" err="1">
                <a:latin typeface="Calibri"/>
                <a:cs typeface="Calibri"/>
              </a:rPr>
              <a:t>Klassifizierung</a:t>
            </a:r>
            <a:r>
              <a:rPr lang="en-US">
                <a:latin typeface="Calibri"/>
                <a:cs typeface="Calibri"/>
              </a:rPr>
              <a:t>: Active, inactive, ambiguous + Timing </a:t>
            </a:r>
            <a:r>
              <a:rPr lang="en-US" err="1">
                <a:latin typeface="Calibri"/>
                <a:cs typeface="Calibri"/>
              </a:rPr>
              <a:t>Unterschied</a:t>
            </a:r>
          </a:p>
        </p:txBody>
      </p:sp>
      <p:sp>
        <p:nvSpPr>
          <p:cNvPr id="4" name="Slide Number Placeholder 3"/>
          <p:cNvSpPr>
            <a:spLocks noGrp="1"/>
          </p:cNvSpPr>
          <p:nvPr>
            <p:ph type="sldNum" sz="quarter" idx="5"/>
          </p:nvPr>
        </p:nvSpPr>
        <p:spPr/>
        <p:txBody>
          <a:bodyPr/>
          <a:lstStyle/>
          <a:p>
            <a:fld id="{19A298C3-CA33-C84D-B0E1-7CB4B1CC0154}" type="slidenum">
              <a:rPr lang="de-DE" smtClean="0"/>
              <a:pPr/>
              <a:t>14</a:t>
            </a:fld>
            <a:endParaRPr lang="de-DE"/>
          </a:p>
        </p:txBody>
      </p:sp>
    </p:spTree>
    <p:extLst>
      <p:ext uri="{BB962C8B-B14F-4D97-AF65-F5344CB8AC3E}">
        <p14:creationId xmlns:p14="http://schemas.microsoft.com/office/powerpoint/2010/main" val="3784754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False Negatives: Publicly available loopback-interfaces</a:t>
            </a:r>
          </a:p>
          <a:p>
            <a:endParaRPr lang="en-US">
              <a:latin typeface="Calibri"/>
              <a:cs typeface="Calibri"/>
            </a:endParaRPr>
          </a:p>
        </p:txBody>
      </p:sp>
      <p:sp>
        <p:nvSpPr>
          <p:cNvPr id="4" name="Slide Number Placeholder 3"/>
          <p:cNvSpPr>
            <a:spLocks noGrp="1"/>
          </p:cNvSpPr>
          <p:nvPr>
            <p:ph type="sldNum" sz="quarter" idx="5"/>
          </p:nvPr>
        </p:nvSpPr>
        <p:spPr/>
        <p:txBody>
          <a:bodyPr/>
          <a:lstStyle/>
          <a:p>
            <a:fld id="{19A298C3-CA33-C84D-B0E1-7CB4B1CC0154}" type="slidenum">
              <a:rPr lang="de-DE" smtClean="0"/>
              <a:pPr/>
              <a:t>17</a:t>
            </a:fld>
            <a:endParaRPr lang="de-DE"/>
          </a:p>
        </p:txBody>
      </p:sp>
    </p:spTree>
    <p:extLst>
      <p:ext uri="{BB962C8B-B14F-4D97-AF65-F5344CB8AC3E}">
        <p14:creationId xmlns:p14="http://schemas.microsoft.com/office/powerpoint/2010/main" val="2702548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GB" sz="900" b="0" i="0" kern="1200">
                <a:solidFill>
                  <a:schemeClr val="tx1"/>
                </a:solidFill>
                <a:effectLst/>
                <a:latin typeface="Calibri Light" panose="020F0302020204030204" pitchFamily="34" charset="0"/>
                <a:ea typeface="+mn-ea"/>
                <a:cs typeface="+mn-cs"/>
              </a:rPr>
              <a:t>Slides in the layout KAPITEL/</a:t>
            </a:r>
            <a:r>
              <a:rPr lang="en-GB" sz="900" b="0" i="0" kern="1200" err="1">
                <a:solidFill>
                  <a:schemeClr val="tx1"/>
                </a:solidFill>
                <a:effectLst/>
                <a:latin typeface="Calibri Light" panose="020F0302020204030204" pitchFamily="34" charset="0"/>
                <a:ea typeface="+mn-ea"/>
                <a:cs typeface="+mn-cs"/>
              </a:rPr>
              <a:t>TRENNfolie</a:t>
            </a:r>
            <a:r>
              <a:rPr lang="en-GB" sz="900" b="0" i="0" kern="1200">
                <a:solidFill>
                  <a:schemeClr val="tx1"/>
                </a:solidFill>
                <a:effectLst/>
                <a:latin typeface="Calibri Light" panose="020F0302020204030204" pitchFamily="34" charset="0"/>
                <a:ea typeface="+mn-ea"/>
                <a:cs typeface="+mn-cs"/>
              </a:rPr>
              <a:t> (main part of the presentation, in contrast to the blue COVER slide) are generally in BLUE colour. Special slides, such as the quote or message slide are held in dark red, dark green or dark grey.</a:t>
            </a:r>
            <a:endParaRPr lang="de-DE" sz="900" b="0" i="0" kern="1200">
              <a:solidFill>
                <a:schemeClr val="tx1"/>
              </a:solidFill>
              <a:effectLst/>
              <a:latin typeface="Calibri Light" panose="020F0302020204030204" pitchFamily="34" charset="0"/>
              <a:ea typeface="+mn-ea"/>
              <a:cs typeface="+mn-cs"/>
            </a:endParaRPr>
          </a:p>
        </p:txBody>
      </p:sp>
      <p:sp>
        <p:nvSpPr>
          <p:cNvPr id="4" name="Foliennummernplatzhalter 3"/>
          <p:cNvSpPr>
            <a:spLocks noGrp="1"/>
          </p:cNvSpPr>
          <p:nvPr>
            <p:ph type="sldNum" sz="quarter" idx="5"/>
          </p:nvPr>
        </p:nvSpPr>
        <p:spPr/>
        <p:txBody>
          <a:bodyPr/>
          <a:lstStyle/>
          <a:p>
            <a:fld id="{19A298C3-CA33-C84D-B0E1-7CB4B1CC0154}" type="slidenum">
              <a:rPr lang="de-DE" smtClean="0"/>
              <a:t>21</a:t>
            </a:fld>
            <a:endParaRPr lang="de-DE"/>
          </a:p>
        </p:txBody>
      </p:sp>
    </p:spTree>
    <p:extLst>
      <p:ext uri="{BB962C8B-B14F-4D97-AF65-F5344CB8AC3E}">
        <p14:creationId xmlns:p14="http://schemas.microsoft.com/office/powerpoint/2010/main" val="39320640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GB" sz="900" b="0" i="0" kern="1200">
                <a:solidFill>
                  <a:schemeClr val="tx1"/>
                </a:solidFill>
                <a:effectLst/>
                <a:latin typeface="Calibri Light" panose="020F0302020204030204" pitchFamily="34" charset="0"/>
                <a:ea typeface="+mn-ea"/>
                <a:cs typeface="+mn-cs"/>
              </a:rPr>
              <a:t>Slides in the layout KAPITEL/</a:t>
            </a:r>
            <a:r>
              <a:rPr lang="en-GB" sz="900" b="0" i="0" kern="1200" err="1">
                <a:solidFill>
                  <a:schemeClr val="tx1"/>
                </a:solidFill>
                <a:effectLst/>
                <a:latin typeface="Calibri Light" panose="020F0302020204030204" pitchFamily="34" charset="0"/>
                <a:ea typeface="+mn-ea"/>
                <a:cs typeface="+mn-cs"/>
              </a:rPr>
              <a:t>TRENNfolie</a:t>
            </a:r>
            <a:r>
              <a:rPr lang="en-GB" sz="900" b="0" i="0" kern="1200">
                <a:solidFill>
                  <a:schemeClr val="tx1"/>
                </a:solidFill>
                <a:effectLst/>
                <a:latin typeface="Calibri Light" panose="020F0302020204030204" pitchFamily="34" charset="0"/>
                <a:ea typeface="+mn-ea"/>
                <a:cs typeface="+mn-cs"/>
              </a:rPr>
              <a:t> (main part of the presentation, in contrast to the blue COVER slide) are generally in BLUE colour. Special slides, such as the quote or message slide are held in dark red, dark green or dark grey.</a:t>
            </a:r>
            <a:endParaRPr lang="de-DE" sz="900" b="0" i="0" kern="1200">
              <a:solidFill>
                <a:schemeClr val="tx1"/>
              </a:solidFill>
              <a:effectLst/>
              <a:latin typeface="Calibri Light" panose="020F0302020204030204" pitchFamily="34" charset="0"/>
              <a:ea typeface="+mn-ea"/>
              <a:cs typeface="+mn-cs"/>
            </a:endParaRPr>
          </a:p>
        </p:txBody>
      </p:sp>
      <p:sp>
        <p:nvSpPr>
          <p:cNvPr id="4" name="Foliennummernplatzhalter 3"/>
          <p:cNvSpPr>
            <a:spLocks noGrp="1"/>
          </p:cNvSpPr>
          <p:nvPr>
            <p:ph type="sldNum" sz="quarter" idx="5"/>
          </p:nvPr>
        </p:nvSpPr>
        <p:spPr/>
        <p:txBody>
          <a:bodyPr/>
          <a:lstStyle/>
          <a:p>
            <a:fld id="{19A298C3-CA33-C84D-B0E1-7CB4B1CC0154}" type="slidenum">
              <a:rPr lang="de-DE" smtClean="0"/>
              <a:t>31</a:t>
            </a:fld>
            <a:endParaRPr lang="de-DE"/>
          </a:p>
        </p:txBody>
      </p:sp>
    </p:spTree>
    <p:extLst>
      <p:ext uri="{BB962C8B-B14F-4D97-AF65-F5344CB8AC3E}">
        <p14:creationId xmlns:p14="http://schemas.microsoft.com/office/powerpoint/2010/main" val="38077735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 - cover">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EB48A3A9-5DBD-CA8C-4366-82892E5EADAF}"/>
              </a:ext>
            </a:extLst>
          </p:cNvPr>
          <p:cNvSpPr>
            <a:spLocks noGrp="1"/>
          </p:cNvSpPr>
          <p:nvPr>
            <p:ph type="ctrTitle"/>
          </p:nvPr>
        </p:nvSpPr>
        <p:spPr>
          <a:xfrm>
            <a:off x="792000" y="950912"/>
            <a:ext cx="7560000" cy="2268537"/>
          </a:xfrm>
        </p:spPr>
        <p:txBody>
          <a:bodyPr anchor="b"/>
          <a:lstStyle>
            <a:lvl1pPr algn="l">
              <a:lnSpc>
                <a:spcPts val="5000"/>
              </a:lnSpc>
              <a:defRPr sz="4500" b="0" i="0">
                <a:latin typeface="+mj-lt"/>
                <a:cs typeface="Calibri Light" panose="020F0302020204030204" pitchFamily="34" charset="0"/>
              </a:defRPr>
            </a:lvl1pPr>
          </a:lstStyle>
          <a:p>
            <a:r>
              <a:rPr lang="de-DE"/>
              <a:t>Mastertitelformat bearbeiten</a:t>
            </a:r>
          </a:p>
        </p:txBody>
      </p:sp>
      <p:sp>
        <p:nvSpPr>
          <p:cNvPr id="7" name="Untertitel 2">
            <a:extLst>
              <a:ext uri="{FF2B5EF4-FFF2-40B4-BE49-F238E27FC236}">
                <a16:creationId xmlns:a16="http://schemas.microsoft.com/office/drawing/2014/main" id="{54763820-69C2-AD99-FB54-EBEB24DBF115}"/>
              </a:ext>
            </a:extLst>
          </p:cNvPr>
          <p:cNvSpPr>
            <a:spLocks noGrp="1"/>
          </p:cNvSpPr>
          <p:nvPr>
            <p:ph type="subTitle" idx="1"/>
          </p:nvPr>
        </p:nvSpPr>
        <p:spPr>
          <a:xfrm>
            <a:off x="792000" y="3219450"/>
            <a:ext cx="7560000" cy="1090922"/>
          </a:xfrm>
        </p:spPr>
        <p:txBody>
          <a:bodyPr lIns="0">
            <a:noAutofit/>
          </a:bodyPr>
          <a:lstStyle>
            <a:lvl1pPr marL="0" indent="0" algn="l">
              <a:buNone/>
              <a:defRPr sz="1800" b="0" i="0" baseline="0">
                <a:latin typeface="+mn-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de-DE"/>
              <a:t>Master-Untertitelformat bearbeiten</a:t>
            </a:r>
          </a:p>
        </p:txBody>
      </p:sp>
      <p:pic>
        <p:nvPicPr>
          <p:cNvPr id="8" name="Grafik 7">
            <a:extLst>
              <a:ext uri="{FF2B5EF4-FFF2-40B4-BE49-F238E27FC236}">
                <a16:creationId xmlns:a16="http://schemas.microsoft.com/office/drawing/2014/main" id="{1D9A1085-ED65-B559-AE7A-FB381007B94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250825" y="268288"/>
            <a:ext cx="1775728" cy="484289"/>
          </a:xfrm>
          <a:prstGeom prst="rect">
            <a:avLst/>
          </a:prstGeom>
        </p:spPr>
      </p:pic>
    </p:spTree>
    <p:extLst>
      <p:ext uri="{BB962C8B-B14F-4D97-AF65-F5344CB8AC3E}">
        <p14:creationId xmlns:p14="http://schemas.microsoft.com/office/powerpoint/2010/main" val="843523704"/>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 - cover - BLAU">
    <p:bg>
      <p:bgPr>
        <a:solidFill>
          <a:schemeClr val="accent1"/>
        </a:solidFill>
        <a:effectLst/>
      </p:bgPr>
    </p:bg>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EB48A3A9-5DBD-CA8C-4366-82892E5EADAF}"/>
              </a:ext>
            </a:extLst>
          </p:cNvPr>
          <p:cNvSpPr>
            <a:spLocks noGrp="1"/>
          </p:cNvSpPr>
          <p:nvPr>
            <p:ph type="ctrTitle"/>
          </p:nvPr>
        </p:nvSpPr>
        <p:spPr>
          <a:xfrm>
            <a:off x="792000" y="950912"/>
            <a:ext cx="7560000" cy="2268537"/>
          </a:xfrm>
        </p:spPr>
        <p:txBody>
          <a:bodyPr anchor="b"/>
          <a:lstStyle>
            <a:lvl1pPr algn="l">
              <a:lnSpc>
                <a:spcPts val="5000"/>
              </a:lnSpc>
              <a:defRPr sz="4500">
                <a:solidFill>
                  <a:schemeClr val="bg1"/>
                </a:solidFill>
              </a:defRPr>
            </a:lvl1pPr>
          </a:lstStyle>
          <a:p>
            <a:r>
              <a:rPr lang="de-DE"/>
              <a:t>Mastertitelformat bearbeiten</a:t>
            </a:r>
          </a:p>
        </p:txBody>
      </p:sp>
      <p:sp>
        <p:nvSpPr>
          <p:cNvPr id="7" name="Untertitel 2">
            <a:extLst>
              <a:ext uri="{FF2B5EF4-FFF2-40B4-BE49-F238E27FC236}">
                <a16:creationId xmlns:a16="http://schemas.microsoft.com/office/drawing/2014/main" id="{54763820-69C2-AD99-FB54-EBEB24DBF115}"/>
              </a:ext>
            </a:extLst>
          </p:cNvPr>
          <p:cNvSpPr>
            <a:spLocks noGrp="1"/>
          </p:cNvSpPr>
          <p:nvPr>
            <p:ph type="subTitle" idx="1"/>
          </p:nvPr>
        </p:nvSpPr>
        <p:spPr>
          <a:xfrm>
            <a:off x="792000" y="3219450"/>
            <a:ext cx="7560000" cy="1090922"/>
          </a:xfrm>
        </p:spPr>
        <p:txBody>
          <a:bodyPr lIns="0">
            <a:noAutofit/>
          </a:bodyPr>
          <a:lstStyle>
            <a:lvl1pPr marL="0" indent="0" algn="l">
              <a:buNone/>
              <a:defRPr sz="1800">
                <a:solidFill>
                  <a:schemeClr val="bg1"/>
                </a:solidFill>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de-DE"/>
              <a:t>Master-Untertitelformat bearbeiten</a:t>
            </a:r>
          </a:p>
        </p:txBody>
      </p:sp>
      <p:pic>
        <p:nvPicPr>
          <p:cNvPr id="8" name="Grafik 7">
            <a:extLst>
              <a:ext uri="{FF2B5EF4-FFF2-40B4-BE49-F238E27FC236}">
                <a16:creationId xmlns:a16="http://schemas.microsoft.com/office/drawing/2014/main" id="{1D9A1085-ED65-B559-AE7A-FB381007B94C}"/>
              </a:ext>
            </a:extLst>
          </p:cNvPr>
          <p:cNvPicPr>
            <a:picLocks noChangeAspect="1"/>
          </p:cNvPicPr>
          <p:nvPr userDrawn="1"/>
        </p:nvPicPr>
        <p:blipFill>
          <a:blip r:embed="rId2" cstate="screen">
            <a:biLevel thresh="25000"/>
            <a:extLst>
              <a:ext uri="{28A0092B-C50C-407E-A947-70E740481C1C}">
                <a14:useLocalDpi xmlns:a14="http://schemas.microsoft.com/office/drawing/2010/main"/>
              </a:ext>
            </a:extLst>
          </a:blip>
          <a:stretch>
            <a:fillRect/>
          </a:stretch>
        </p:blipFill>
        <p:spPr bwMode="black">
          <a:xfrm>
            <a:off x="250825" y="268288"/>
            <a:ext cx="1775728" cy="484289"/>
          </a:xfrm>
          <a:prstGeom prst="rect">
            <a:avLst/>
          </a:prstGeom>
        </p:spPr>
      </p:pic>
    </p:spTree>
    <p:extLst>
      <p:ext uri="{BB962C8B-B14F-4D97-AF65-F5344CB8AC3E}">
        <p14:creationId xmlns:p14="http://schemas.microsoft.com/office/powerpoint/2010/main" val="3822931448"/>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 - cover - ROT">
    <p:bg>
      <p:bgPr>
        <a:solidFill>
          <a:schemeClr val="accent2"/>
        </a:solidFill>
        <a:effectLst/>
      </p:bgPr>
    </p:bg>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EB48A3A9-5DBD-CA8C-4366-82892E5EADAF}"/>
              </a:ext>
            </a:extLst>
          </p:cNvPr>
          <p:cNvSpPr>
            <a:spLocks noGrp="1"/>
          </p:cNvSpPr>
          <p:nvPr>
            <p:ph type="ctrTitle"/>
          </p:nvPr>
        </p:nvSpPr>
        <p:spPr>
          <a:xfrm>
            <a:off x="792000" y="950912"/>
            <a:ext cx="7560000" cy="2268537"/>
          </a:xfrm>
        </p:spPr>
        <p:txBody>
          <a:bodyPr anchor="b"/>
          <a:lstStyle>
            <a:lvl1pPr algn="l">
              <a:lnSpc>
                <a:spcPts val="5000"/>
              </a:lnSpc>
              <a:defRPr sz="4500">
                <a:solidFill>
                  <a:schemeClr val="bg1"/>
                </a:solidFill>
              </a:defRPr>
            </a:lvl1pPr>
          </a:lstStyle>
          <a:p>
            <a:r>
              <a:rPr lang="de-DE"/>
              <a:t>Mastertitelformat bearbeiten</a:t>
            </a:r>
          </a:p>
        </p:txBody>
      </p:sp>
      <p:sp>
        <p:nvSpPr>
          <p:cNvPr id="7" name="Untertitel 2">
            <a:extLst>
              <a:ext uri="{FF2B5EF4-FFF2-40B4-BE49-F238E27FC236}">
                <a16:creationId xmlns:a16="http://schemas.microsoft.com/office/drawing/2014/main" id="{54763820-69C2-AD99-FB54-EBEB24DBF115}"/>
              </a:ext>
            </a:extLst>
          </p:cNvPr>
          <p:cNvSpPr>
            <a:spLocks noGrp="1"/>
          </p:cNvSpPr>
          <p:nvPr>
            <p:ph type="subTitle" idx="1"/>
          </p:nvPr>
        </p:nvSpPr>
        <p:spPr>
          <a:xfrm>
            <a:off x="792000" y="3219450"/>
            <a:ext cx="7560000" cy="1090922"/>
          </a:xfrm>
        </p:spPr>
        <p:txBody>
          <a:bodyPr lIns="0">
            <a:noAutofit/>
          </a:bodyPr>
          <a:lstStyle>
            <a:lvl1pPr marL="0" indent="0" algn="l">
              <a:buNone/>
              <a:defRPr sz="1800">
                <a:solidFill>
                  <a:schemeClr val="bg1"/>
                </a:solidFill>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de-DE"/>
              <a:t>Master-Untertitelformat bearbeiten</a:t>
            </a:r>
          </a:p>
        </p:txBody>
      </p:sp>
      <p:pic>
        <p:nvPicPr>
          <p:cNvPr id="8" name="Grafik 7">
            <a:extLst>
              <a:ext uri="{FF2B5EF4-FFF2-40B4-BE49-F238E27FC236}">
                <a16:creationId xmlns:a16="http://schemas.microsoft.com/office/drawing/2014/main" id="{1D9A1085-ED65-B559-AE7A-FB381007B94C}"/>
              </a:ext>
            </a:extLst>
          </p:cNvPr>
          <p:cNvPicPr>
            <a:picLocks noChangeAspect="1"/>
          </p:cNvPicPr>
          <p:nvPr userDrawn="1"/>
        </p:nvPicPr>
        <p:blipFill>
          <a:blip r:embed="rId2" cstate="screen">
            <a:biLevel thresh="25000"/>
            <a:extLst>
              <a:ext uri="{28A0092B-C50C-407E-A947-70E740481C1C}">
                <a14:useLocalDpi xmlns:a14="http://schemas.microsoft.com/office/drawing/2010/main"/>
              </a:ext>
            </a:extLst>
          </a:blip>
          <a:stretch>
            <a:fillRect/>
          </a:stretch>
        </p:blipFill>
        <p:spPr bwMode="black">
          <a:xfrm>
            <a:off x="250825" y="268288"/>
            <a:ext cx="1775728" cy="484289"/>
          </a:xfrm>
          <a:prstGeom prst="rect">
            <a:avLst/>
          </a:prstGeom>
        </p:spPr>
      </p:pic>
    </p:spTree>
    <p:extLst>
      <p:ext uri="{BB962C8B-B14F-4D97-AF65-F5344CB8AC3E}">
        <p14:creationId xmlns:p14="http://schemas.microsoft.com/office/powerpoint/2010/main" val="53711281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 - cover - dklGRUEN">
    <p:bg>
      <p:bgPr>
        <a:solidFill>
          <a:schemeClr val="accent6"/>
        </a:solidFill>
        <a:effectLst/>
      </p:bgPr>
    </p:bg>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EB48A3A9-5DBD-CA8C-4366-82892E5EADAF}"/>
              </a:ext>
            </a:extLst>
          </p:cNvPr>
          <p:cNvSpPr>
            <a:spLocks noGrp="1"/>
          </p:cNvSpPr>
          <p:nvPr>
            <p:ph type="ctrTitle"/>
          </p:nvPr>
        </p:nvSpPr>
        <p:spPr>
          <a:xfrm>
            <a:off x="792000" y="950912"/>
            <a:ext cx="7560000" cy="2268537"/>
          </a:xfrm>
        </p:spPr>
        <p:txBody>
          <a:bodyPr anchor="b"/>
          <a:lstStyle>
            <a:lvl1pPr algn="l">
              <a:lnSpc>
                <a:spcPts val="5000"/>
              </a:lnSpc>
              <a:defRPr sz="4500">
                <a:solidFill>
                  <a:schemeClr val="bg1"/>
                </a:solidFill>
              </a:defRPr>
            </a:lvl1pPr>
          </a:lstStyle>
          <a:p>
            <a:r>
              <a:rPr lang="de-DE"/>
              <a:t>Mastertitelformat bearbeiten</a:t>
            </a:r>
          </a:p>
        </p:txBody>
      </p:sp>
      <p:sp>
        <p:nvSpPr>
          <p:cNvPr id="7" name="Untertitel 2">
            <a:extLst>
              <a:ext uri="{FF2B5EF4-FFF2-40B4-BE49-F238E27FC236}">
                <a16:creationId xmlns:a16="http://schemas.microsoft.com/office/drawing/2014/main" id="{54763820-69C2-AD99-FB54-EBEB24DBF115}"/>
              </a:ext>
            </a:extLst>
          </p:cNvPr>
          <p:cNvSpPr>
            <a:spLocks noGrp="1"/>
          </p:cNvSpPr>
          <p:nvPr>
            <p:ph type="subTitle" idx="1"/>
          </p:nvPr>
        </p:nvSpPr>
        <p:spPr>
          <a:xfrm>
            <a:off x="792000" y="3219450"/>
            <a:ext cx="7560000" cy="1090922"/>
          </a:xfrm>
        </p:spPr>
        <p:txBody>
          <a:bodyPr lIns="0">
            <a:noAutofit/>
          </a:bodyPr>
          <a:lstStyle>
            <a:lvl1pPr marL="0" indent="0" algn="l">
              <a:buNone/>
              <a:defRPr sz="1800">
                <a:solidFill>
                  <a:schemeClr val="bg1"/>
                </a:solidFill>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de-DE"/>
              <a:t>Master-Untertitelformat bearbeiten</a:t>
            </a:r>
          </a:p>
        </p:txBody>
      </p:sp>
      <p:pic>
        <p:nvPicPr>
          <p:cNvPr id="8" name="Grafik 7">
            <a:extLst>
              <a:ext uri="{FF2B5EF4-FFF2-40B4-BE49-F238E27FC236}">
                <a16:creationId xmlns:a16="http://schemas.microsoft.com/office/drawing/2014/main" id="{1D9A1085-ED65-B559-AE7A-FB381007B94C}"/>
              </a:ext>
            </a:extLst>
          </p:cNvPr>
          <p:cNvPicPr>
            <a:picLocks noChangeAspect="1"/>
          </p:cNvPicPr>
          <p:nvPr userDrawn="1"/>
        </p:nvPicPr>
        <p:blipFill>
          <a:blip r:embed="rId2" cstate="screen">
            <a:biLevel thresh="25000"/>
            <a:extLst>
              <a:ext uri="{28A0092B-C50C-407E-A947-70E740481C1C}">
                <a14:useLocalDpi xmlns:a14="http://schemas.microsoft.com/office/drawing/2010/main"/>
              </a:ext>
            </a:extLst>
          </a:blip>
          <a:stretch>
            <a:fillRect/>
          </a:stretch>
        </p:blipFill>
        <p:spPr bwMode="black">
          <a:xfrm>
            <a:off x="250825" y="268288"/>
            <a:ext cx="1775728" cy="484289"/>
          </a:xfrm>
          <a:prstGeom prst="rect">
            <a:avLst/>
          </a:prstGeom>
        </p:spPr>
      </p:pic>
    </p:spTree>
    <p:extLst>
      <p:ext uri="{BB962C8B-B14F-4D97-AF65-F5344CB8AC3E}">
        <p14:creationId xmlns:p14="http://schemas.microsoft.com/office/powerpoint/2010/main" val="381791725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 - cover + BILD vollflächig">
    <p:spTree>
      <p:nvGrpSpPr>
        <p:cNvPr id="1" name=""/>
        <p:cNvGrpSpPr/>
        <p:nvPr/>
      </p:nvGrpSpPr>
      <p:grpSpPr>
        <a:xfrm>
          <a:off x="0" y="0"/>
          <a:ext cx="0" cy="0"/>
          <a:chOff x="0" y="0"/>
          <a:chExt cx="0" cy="0"/>
        </a:xfrm>
      </p:grpSpPr>
      <p:sp>
        <p:nvSpPr>
          <p:cNvPr id="16" name="Bildplatzhalter 15">
            <a:extLst>
              <a:ext uri="{FF2B5EF4-FFF2-40B4-BE49-F238E27FC236}">
                <a16:creationId xmlns:a16="http://schemas.microsoft.com/office/drawing/2014/main" id="{67B9C64E-F4B8-3924-86B6-2EE4B099731B}"/>
              </a:ext>
            </a:extLst>
          </p:cNvPr>
          <p:cNvSpPr>
            <a:spLocks noGrp="1"/>
          </p:cNvSpPr>
          <p:nvPr>
            <p:ph type="pic" sz="quarter" idx="13"/>
          </p:nvPr>
        </p:nvSpPr>
        <p:spPr>
          <a:xfrm>
            <a:off x="0" y="0"/>
            <a:ext cx="9144000" cy="5143500"/>
          </a:xfrm>
        </p:spPr>
        <p:txBody>
          <a:bodyPr>
            <a:noAutofit/>
          </a:bodyPr>
          <a:lstStyle/>
          <a:p>
            <a:endParaRPr lang="de-DE"/>
          </a:p>
        </p:txBody>
      </p:sp>
      <p:sp>
        <p:nvSpPr>
          <p:cNvPr id="13" name="Titel 1">
            <a:extLst>
              <a:ext uri="{FF2B5EF4-FFF2-40B4-BE49-F238E27FC236}">
                <a16:creationId xmlns:a16="http://schemas.microsoft.com/office/drawing/2014/main" id="{3370CC4E-88B5-2374-713D-E1402183FCFF}"/>
              </a:ext>
            </a:extLst>
          </p:cNvPr>
          <p:cNvSpPr>
            <a:spLocks noGrp="1"/>
          </p:cNvSpPr>
          <p:nvPr>
            <p:ph type="ctrTitle"/>
          </p:nvPr>
        </p:nvSpPr>
        <p:spPr>
          <a:xfrm>
            <a:off x="0" y="2643450"/>
            <a:ext cx="7704138" cy="576000"/>
          </a:xfrm>
          <a:solidFill>
            <a:schemeClr val="tx1">
              <a:alpha val="49727"/>
            </a:schemeClr>
          </a:solidFill>
        </p:spPr>
        <p:txBody>
          <a:bodyPr wrap="square" lIns="0" tIns="0" rIns="180000" bIns="0" anchor="b" anchorCtr="0">
            <a:noAutofit/>
          </a:bodyPr>
          <a:lstStyle>
            <a:lvl1pPr marL="792000" algn="l">
              <a:lnSpc>
                <a:spcPct val="100000"/>
              </a:lnSpc>
              <a:spcAft>
                <a:spcPts val="0"/>
              </a:spcAft>
              <a:defRPr sz="4500" b="0" i="0">
                <a:solidFill>
                  <a:schemeClr val="bg1"/>
                </a:solidFill>
                <a:latin typeface="+mj-lt"/>
                <a:cs typeface="Calibri Light" panose="020F0302020204030204" pitchFamily="34" charset="0"/>
              </a:defRPr>
            </a:lvl1pPr>
          </a:lstStyle>
          <a:p>
            <a:pPr marL="792000" marR="0" lvl="0" indent="0" algn="l" defTabSz="685783" rtl="0" eaLnBrk="1" fontAlgn="auto" latinLnBrk="0" hangingPunct="1">
              <a:lnSpc>
                <a:spcPct val="110000"/>
              </a:lnSpc>
              <a:spcBef>
                <a:spcPct val="0"/>
              </a:spcBef>
              <a:spcAft>
                <a:spcPts val="300"/>
              </a:spcAft>
              <a:buClrTx/>
              <a:buSzTx/>
              <a:buFontTx/>
              <a:buNone/>
              <a:tabLst/>
              <a:defRPr/>
            </a:pPr>
            <a:r>
              <a:rPr lang="de-DE"/>
              <a:t>Mastertitelformat bearbeiten</a:t>
            </a:r>
          </a:p>
        </p:txBody>
      </p:sp>
      <p:sp>
        <p:nvSpPr>
          <p:cNvPr id="17" name="Untertitel 2">
            <a:extLst>
              <a:ext uri="{FF2B5EF4-FFF2-40B4-BE49-F238E27FC236}">
                <a16:creationId xmlns:a16="http://schemas.microsoft.com/office/drawing/2014/main" id="{528D2904-D97B-0FC1-2F3D-AF347A35076D}"/>
              </a:ext>
            </a:extLst>
          </p:cNvPr>
          <p:cNvSpPr>
            <a:spLocks noGrp="1"/>
          </p:cNvSpPr>
          <p:nvPr>
            <p:ph type="subTitle" idx="1"/>
          </p:nvPr>
        </p:nvSpPr>
        <p:spPr>
          <a:xfrm>
            <a:off x="0" y="3219450"/>
            <a:ext cx="4297143" cy="289438"/>
          </a:xfrm>
          <a:solidFill>
            <a:schemeClr val="tx1">
              <a:alpha val="49727"/>
            </a:schemeClr>
          </a:solidFill>
        </p:spPr>
        <p:txBody>
          <a:bodyPr wrap="none" lIns="792000" tIns="0" rIns="180000">
            <a:spAutoFit/>
          </a:bodyPr>
          <a:lstStyle>
            <a:lvl1pPr marL="0" indent="0" algn="l">
              <a:spcAft>
                <a:spcPts val="0"/>
              </a:spcAft>
              <a:buNone/>
              <a:defRPr sz="1800">
                <a:solidFill>
                  <a:schemeClr val="bg1"/>
                </a:solidFill>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de-DE"/>
              <a:t>Master-Untertitelformat bearbeiten</a:t>
            </a:r>
          </a:p>
        </p:txBody>
      </p:sp>
    </p:spTree>
    <p:extLst>
      <p:ext uri="{BB962C8B-B14F-4D97-AF65-F5344CB8AC3E}">
        <p14:creationId xmlns:p14="http://schemas.microsoft.com/office/powerpoint/2010/main" val="294410641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KAPitel/TRENNfolie_BLAU">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62CE26-2035-E03C-64B0-393982991863}"/>
              </a:ext>
            </a:extLst>
          </p:cNvPr>
          <p:cNvSpPr>
            <a:spLocks noGrp="1"/>
          </p:cNvSpPr>
          <p:nvPr>
            <p:ph type="ctrTitle"/>
          </p:nvPr>
        </p:nvSpPr>
        <p:spPr>
          <a:xfrm>
            <a:off x="792000" y="555626"/>
            <a:ext cx="7560000" cy="2124074"/>
          </a:xfrm>
        </p:spPr>
        <p:txBody>
          <a:bodyPr anchor="b"/>
          <a:lstStyle>
            <a:lvl1pPr algn="l">
              <a:lnSpc>
                <a:spcPts val="5000"/>
              </a:lnSpc>
              <a:defRPr sz="4500">
                <a:solidFill>
                  <a:schemeClr val="bg1"/>
                </a:solidFill>
              </a:defRPr>
            </a:lvl1pPr>
          </a:lstStyle>
          <a:p>
            <a:r>
              <a:rPr lang="de-DE"/>
              <a:t>Mastertitelformat bearbeiten</a:t>
            </a:r>
          </a:p>
        </p:txBody>
      </p:sp>
      <p:sp>
        <p:nvSpPr>
          <p:cNvPr id="3" name="Untertitel 2">
            <a:extLst>
              <a:ext uri="{FF2B5EF4-FFF2-40B4-BE49-F238E27FC236}">
                <a16:creationId xmlns:a16="http://schemas.microsoft.com/office/drawing/2014/main" id="{42259784-9275-9A1D-4D9F-055B6A17C64D}"/>
              </a:ext>
            </a:extLst>
          </p:cNvPr>
          <p:cNvSpPr>
            <a:spLocks noGrp="1"/>
          </p:cNvSpPr>
          <p:nvPr>
            <p:ph type="subTitle" idx="1"/>
          </p:nvPr>
        </p:nvSpPr>
        <p:spPr>
          <a:xfrm>
            <a:off x="792000" y="2679700"/>
            <a:ext cx="7560000" cy="1630672"/>
          </a:xfrm>
        </p:spPr>
        <p:txBody>
          <a:bodyPr lIns="0">
            <a:noAutofit/>
          </a:bodyPr>
          <a:lstStyle>
            <a:lvl1pPr marL="0" indent="0" algn="l">
              <a:buNone/>
              <a:defRPr sz="1800">
                <a:solidFill>
                  <a:schemeClr val="bg1"/>
                </a:solidFill>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de-DE"/>
              <a:t>Master-Untertitelformat bearbeiten</a:t>
            </a:r>
          </a:p>
        </p:txBody>
      </p:sp>
      <p:pic>
        <p:nvPicPr>
          <p:cNvPr id="8" name="Grafik 7">
            <a:extLst>
              <a:ext uri="{FF2B5EF4-FFF2-40B4-BE49-F238E27FC236}">
                <a16:creationId xmlns:a16="http://schemas.microsoft.com/office/drawing/2014/main" id="{07C55BC5-6412-F71D-1382-F45BB124FCBB}"/>
              </a:ext>
            </a:extLst>
          </p:cNvPr>
          <p:cNvPicPr>
            <a:picLocks noChangeAspect="1"/>
          </p:cNvPicPr>
          <p:nvPr userDrawn="1"/>
        </p:nvPicPr>
        <p:blipFill>
          <a:blip r:embed="rId2" cstate="screen">
            <a:biLevel thresh="25000"/>
            <a:extLst>
              <a:ext uri="{28A0092B-C50C-407E-A947-70E740481C1C}">
                <a14:useLocalDpi xmlns:a14="http://schemas.microsoft.com/office/drawing/2010/main"/>
              </a:ext>
            </a:extLst>
          </a:blip>
          <a:stretch>
            <a:fillRect/>
          </a:stretch>
        </p:blipFill>
        <p:spPr bwMode="black">
          <a:xfrm>
            <a:off x="250825" y="4660972"/>
            <a:ext cx="1174800" cy="320400"/>
          </a:xfrm>
          <a:prstGeom prst="rect">
            <a:avLst/>
          </a:prstGeom>
        </p:spPr>
      </p:pic>
    </p:spTree>
    <p:extLst>
      <p:ext uri="{BB962C8B-B14F-4D97-AF65-F5344CB8AC3E}">
        <p14:creationId xmlns:p14="http://schemas.microsoft.com/office/powerpoint/2010/main" val="176331971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ZITAT/BOTSCHAFT_dklROT">
    <p:bg>
      <p:bgPr>
        <a:solidFill>
          <a:schemeClr val="accent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62CE26-2035-E03C-64B0-393982991863}"/>
              </a:ext>
            </a:extLst>
          </p:cNvPr>
          <p:cNvSpPr>
            <a:spLocks noGrp="1"/>
          </p:cNvSpPr>
          <p:nvPr>
            <p:ph type="ctrTitle"/>
          </p:nvPr>
        </p:nvSpPr>
        <p:spPr>
          <a:xfrm>
            <a:off x="792000" y="555626"/>
            <a:ext cx="7560000" cy="2124074"/>
          </a:xfrm>
        </p:spPr>
        <p:txBody>
          <a:bodyPr anchor="b"/>
          <a:lstStyle>
            <a:lvl1pPr algn="l">
              <a:lnSpc>
                <a:spcPts val="5000"/>
              </a:lnSpc>
              <a:defRPr sz="4500">
                <a:solidFill>
                  <a:schemeClr val="bg1"/>
                </a:solidFill>
              </a:defRPr>
            </a:lvl1pPr>
          </a:lstStyle>
          <a:p>
            <a:r>
              <a:rPr lang="de-DE"/>
              <a:t>Mastertitelformat bearbeiten</a:t>
            </a:r>
          </a:p>
        </p:txBody>
      </p:sp>
      <p:sp>
        <p:nvSpPr>
          <p:cNvPr id="3" name="Untertitel 2">
            <a:extLst>
              <a:ext uri="{FF2B5EF4-FFF2-40B4-BE49-F238E27FC236}">
                <a16:creationId xmlns:a16="http://schemas.microsoft.com/office/drawing/2014/main" id="{42259784-9275-9A1D-4D9F-055B6A17C64D}"/>
              </a:ext>
            </a:extLst>
          </p:cNvPr>
          <p:cNvSpPr>
            <a:spLocks noGrp="1"/>
          </p:cNvSpPr>
          <p:nvPr>
            <p:ph type="subTitle" idx="1"/>
          </p:nvPr>
        </p:nvSpPr>
        <p:spPr>
          <a:xfrm>
            <a:off x="792000" y="2679700"/>
            <a:ext cx="7560000" cy="1630672"/>
          </a:xfrm>
        </p:spPr>
        <p:txBody>
          <a:bodyPr lIns="0">
            <a:noAutofit/>
          </a:bodyPr>
          <a:lstStyle>
            <a:lvl1pPr marL="0" indent="0" algn="l">
              <a:buNone/>
              <a:defRPr sz="1800">
                <a:solidFill>
                  <a:schemeClr val="bg1"/>
                </a:solidFill>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de-DE"/>
              <a:t>Master-Untertitelformat bearbeiten</a:t>
            </a:r>
          </a:p>
        </p:txBody>
      </p:sp>
      <p:pic>
        <p:nvPicPr>
          <p:cNvPr id="7" name="Grafik 6">
            <a:extLst>
              <a:ext uri="{FF2B5EF4-FFF2-40B4-BE49-F238E27FC236}">
                <a16:creationId xmlns:a16="http://schemas.microsoft.com/office/drawing/2014/main" id="{70A99C4E-0905-655F-A3CF-DBECACA84A8E}"/>
              </a:ext>
            </a:extLst>
          </p:cNvPr>
          <p:cNvPicPr>
            <a:picLocks noChangeAspect="1"/>
          </p:cNvPicPr>
          <p:nvPr userDrawn="1"/>
        </p:nvPicPr>
        <p:blipFill>
          <a:blip r:embed="rId2" cstate="screen">
            <a:biLevel thresh="25000"/>
            <a:extLst>
              <a:ext uri="{28A0092B-C50C-407E-A947-70E740481C1C}">
                <a14:useLocalDpi xmlns:a14="http://schemas.microsoft.com/office/drawing/2010/main"/>
              </a:ext>
            </a:extLst>
          </a:blip>
          <a:stretch>
            <a:fillRect/>
          </a:stretch>
        </p:blipFill>
        <p:spPr bwMode="black">
          <a:xfrm>
            <a:off x="250825" y="4660972"/>
            <a:ext cx="1174800" cy="320400"/>
          </a:xfrm>
          <a:prstGeom prst="rect">
            <a:avLst/>
          </a:prstGeom>
        </p:spPr>
      </p:pic>
    </p:spTree>
    <p:extLst>
      <p:ext uri="{BB962C8B-B14F-4D97-AF65-F5344CB8AC3E}">
        <p14:creationId xmlns:p14="http://schemas.microsoft.com/office/powerpoint/2010/main" val="420034812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ZITAT/BOTSCHAFT_dklGRUEN">
    <p:bg>
      <p:bgPr>
        <a:solidFill>
          <a:schemeClr val="accent6"/>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62CE26-2035-E03C-64B0-393982991863}"/>
              </a:ext>
            </a:extLst>
          </p:cNvPr>
          <p:cNvSpPr>
            <a:spLocks noGrp="1"/>
          </p:cNvSpPr>
          <p:nvPr>
            <p:ph type="ctrTitle"/>
          </p:nvPr>
        </p:nvSpPr>
        <p:spPr>
          <a:xfrm>
            <a:off x="792000" y="555626"/>
            <a:ext cx="7560000" cy="2124074"/>
          </a:xfrm>
        </p:spPr>
        <p:txBody>
          <a:bodyPr anchor="b"/>
          <a:lstStyle>
            <a:lvl1pPr algn="l">
              <a:lnSpc>
                <a:spcPts val="5000"/>
              </a:lnSpc>
              <a:defRPr sz="4500">
                <a:solidFill>
                  <a:schemeClr val="bg1"/>
                </a:solidFill>
              </a:defRPr>
            </a:lvl1pPr>
          </a:lstStyle>
          <a:p>
            <a:r>
              <a:rPr lang="de-DE"/>
              <a:t>Mastertitelformat bearbeiten</a:t>
            </a:r>
          </a:p>
        </p:txBody>
      </p:sp>
      <p:sp>
        <p:nvSpPr>
          <p:cNvPr id="3" name="Untertitel 2">
            <a:extLst>
              <a:ext uri="{FF2B5EF4-FFF2-40B4-BE49-F238E27FC236}">
                <a16:creationId xmlns:a16="http://schemas.microsoft.com/office/drawing/2014/main" id="{42259784-9275-9A1D-4D9F-055B6A17C64D}"/>
              </a:ext>
            </a:extLst>
          </p:cNvPr>
          <p:cNvSpPr>
            <a:spLocks noGrp="1"/>
          </p:cNvSpPr>
          <p:nvPr>
            <p:ph type="subTitle" idx="1"/>
          </p:nvPr>
        </p:nvSpPr>
        <p:spPr>
          <a:xfrm>
            <a:off x="792000" y="2679700"/>
            <a:ext cx="7560000" cy="1630672"/>
          </a:xfrm>
        </p:spPr>
        <p:txBody>
          <a:bodyPr lIns="0">
            <a:noAutofit/>
          </a:bodyPr>
          <a:lstStyle>
            <a:lvl1pPr marL="0" indent="0" algn="l">
              <a:buNone/>
              <a:defRPr sz="1800">
                <a:solidFill>
                  <a:schemeClr val="bg1"/>
                </a:solidFill>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de-DE"/>
              <a:t>Master-Untertitelformat bearbeiten</a:t>
            </a:r>
          </a:p>
        </p:txBody>
      </p:sp>
      <p:pic>
        <p:nvPicPr>
          <p:cNvPr id="7" name="Grafik 6">
            <a:extLst>
              <a:ext uri="{FF2B5EF4-FFF2-40B4-BE49-F238E27FC236}">
                <a16:creationId xmlns:a16="http://schemas.microsoft.com/office/drawing/2014/main" id="{70A99C4E-0905-655F-A3CF-DBECACA84A8E}"/>
              </a:ext>
            </a:extLst>
          </p:cNvPr>
          <p:cNvPicPr>
            <a:picLocks noChangeAspect="1"/>
          </p:cNvPicPr>
          <p:nvPr userDrawn="1"/>
        </p:nvPicPr>
        <p:blipFill>
          <a:blip r:embed="rId2" cstate="screen">
            <a:biLevel thresh="25000"/>
            <a:extLst>
              <a:ext uri="{28A0092B-C50C-407E-A947-70E740481C1C}">
                <a14:useLocalDpi xmlns:a14="http://schemas.microsoft.com/office/drawing/2010/main"/>
              </a:ext>
            </a:extLst>
          </a:blip>
          <a:stretch>
            <a:fillRect/>
          </a:stretch>
        </p:blipFill>
        <p:spPr bwMode="black">
          <a:xfrm>
            <a:off x="250825" y="4660972"/>
            <a:ext cx="1174800" cy="320400"/>
          </a:xfrm>
          <a:prstGeom prst="rect">
            <a:avLst/>
          </a:prstGeom>
        </p:spPr>
      </p:pic>
    </p:spTree>
    <p:extLst>
      <p:ext uri="{BB962C8B-B14F-4D97-AF65-F5344CB8AC3E}">
        <p14:creationId xmlns:p14="http://schemas.microsoft.com/office/powerpoint/2010/main" val="14771760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itle" preserve="1">
  <p:cSld name="ZITAT/BOTSCHAFT_dklGRAU">
    <p:bg>
      <p:bgPr>
        <a:solidFill>
          <a:schemeClr val="tx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62CE26-2035-E03C-64B0-393982991863}"/>
              </a:ext>
            </a:extLst>
          </p:cNvPr>
          <p:cNvSpPr>
            <a:spLocks noGrp="1"/>
          </p:cNvSpPr>
          <p:nvPr>
            <p:ph type="ctrTitle"/>
          </p:nvPr>
        </p:nvSpPr>
        <p:spPr>
          <a:xfrm>
            <a:off x="792000" y="555626"/>
            <a:ext cx="7560000" cy="2124074"/>
          </a:xfrm>
        </p:spPr>
        <p:txBody>
          <a:bodyPr anchor="b"/>
          <a:lstStyle>
            <a:lvl1pPr algn="l">
              <a:lnSpc>
                <a:spcPts val="5000"/>
              </a:lnSpc>
              <a:defRPr sz="4500">
                <a:solidFill>
                  <a:schemeClr val="bg1"/>
                </a:solidFill>
              </a:defRPr>
            </a:lvl1pPr>
          </a:lstStyle>
          <a:p>
            <a:r>
              <a:rPr lang="de-DE"/>
              <a:t>Mastertitelformat bearbeiten</a:t>
            </a:r>
          </a:p>
        </p:txBody>
      </p:sp>
      <p:sp>
        <p:nvSpPr>
          <p:cNvPr id="3" name="Untertitel 2">
            <a:extLst>
              <a:ext uri="{FF2B5EF4-FFF2-40B4-BE49-F238E27FC236}">
                <a16:creationId xmlns:a16="http://schemas.microsoft.com/office/drawing/2014/main" id="{42259784-9275-9A1D-4D9F-055B6A17C64D}"/>
              </a:ext>
            </a:extLst>
          </p:cNvPr>
          <p:cNvSpPr>
            <a:spLocks noGrp="1"/>
          </p:cNvSpPr>
          <p:nvPr>
            <p:ph type="subTitle" idx="1"/>
          </p:nvPr>
        </p:nvSpPr>
        <p:spPr>
          <a:xfrm>
            <a:off x="792000" y="2679700"/>
            <a:ext cx="7560000" cy="1630672"/>
          </a:xfrm>
        </p:spPr>
        <p:txBody>
          <a:bodyPr lIns="0">
            <a:noAutofit/>
          </a:bodyPr>
          <a:lstStyle>
            <a:lvl1pPr marL="0" indent="0" algn="l">
              <a:buNone/>
              <a:defRPr sz="1800">
                <a:solidFill>
                  <a:schemeClr val="bg1"/>
                </a:solidFill>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de-DE"/>
              <a:t>Master-Untertitelformat bearbeiten</a:t>
            </a:r>
          </a:p>
        </p:txBody>
      </p:sp>
      <p:pic>
        <p:nvPicPr>
          <p:cNvPr id="7" name="Grafik 6">
            <a:extLst>
              <a:ext uri="{FF2B5EF4-FFF2-40B4-BE49-F238E27FC236}">
                <a16:creationId xmlns:a16="http://schemas.microsoft.com/office/drawing/2014/main" id="{70A99C4E-0905-655F-A3CF-DBECACA84A8E}"/>
              </a:ext>
            </a:extLst>
          </p:cNvPr>
          <p:cNvPicPr>
            <a:picLocks noChangeAspect="1"/>
          </p:cNvPicPr>
          <p:nvPr userDrawn="1"/>
        </p:nvPicPr>
        <p:blipFill>
          <a:blip r:embed="rId2" cstate="screen">
            <a:biLevel thresh="25000"/>
            <a:extLst>
              <a:ext uri="{28A0092B-C50C-407E-A947-70E740481C1C}">
                <a14:useLocalDpi xmlns:a14="http://schemas.microsoft.com/office/drawing/2010/main"/>
              </a:ext>
            </a:extLst>
          </a:blip>
          <a:stretch>
            <a:fillRect/>
          </a:stretch>
        </p:blipFill>
        <p:spPr bwMode="black">
          <a:xfrm>
            <a:off x="250825" y="4660972"/>
            <a:ext cx="1174800" cy="320400"/>
          </a:xfrm>
          <a:prstGeom prst="rect">
            <a:avLst/>
          </a:prstGeom>
        </p:spPr>
      </p:pic>
    </p:spTree>
    <p:extLst>
      <p:ext uri="{BB962C8B-B14F-4D97-AF65-F5344CB8AC3E}">
        <p14:creationId xmlns:p14="http://schemas.microsoft.com/office/powerpoint/2010/main" val="34656631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D32508F5-B2AC-58FE-0408-4882BEF59F7F}"/>
              </a:ext>
            </a:extLst>
          </p:cNvPr>
          <p:cNvSpPr/>
          <p:nvPr userDrawn="1"/>
        </p:nvSpPr>
        <p:spPr>
          <a:xfrm>
            <a:off x="-1" y="1116000"/>
            <a:ext cx="9143999" cy="34210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0" i="0">
              <a:latin typeface="Calibri Light" panose="020F0302020204030204" pitchFamily="34" charset="0"/>
            </a:endParaRPr>
          </a:p>
        </p:txBody>
      </p:sp>
      <p:sp>
        <p:nvSpPr>
          <p:cNvPr id="2" name="Titel 1">
            <a:extLst>
              <a:ext uri="{FF2B5EF4-FFF2-40B4-BE49-F238E27FC236}">
                <a16:creationId xmlns:a16="http://schemas.microsoft.com/office/drawing/2014/main" id="{59BFA250-EECC-C4C3-7D55-F5C823A54B74}"/>
              </a:ext>
            </a:extLst>
          </p:cNvPr>
          <p:cNvSpPr>
            <a:spLocks noGrp="1"/>
          </p:cNvSpPr>
          <p:nvPr>
            <p:ph type="title"/>
          </p:nvPr>
        </p:nvSpPr>
        <p:spPr/>
        <p:txBody>
          <a:bodyPr/>
          <a:lstStyle/>
          <a:p>
            <a:r>
              <a:rPr lang="de-DE"/>
              <a:t>Mastertitelformat bearbeiten</a:t>
            </a:r>
          </a:p>
        </p:txBody>
      </p:sp>
      <p:sp>
        <p:nvSpPr>
          <p:cNvPr id="7" name="Textplatzhalter 6">
            <a:extLst>
              <a:ext uri="{FF2B5EF4-FFF2-40B4-BE49-F238E27FC236}">
                <a16:creationId xmlns:a16="http://schemas.microsoft.com/office/drawing/2014/main" id="{0F064994-FA18-C855-5A48-3F7ED730E05D}"/>
              </a:ext>
            </a:extLst>
          </p:cNvPr>
          <p:cNvSpPr>
            <a:spLocks noGrp="1"/>
          </p:cNvSpPr>
          <p:nvPr>
            <p:ph type="body" sz="quarter" idx="10"/>
          </p:nvPr>
        </p:nvSpPr>
        <p:spPr>
          <a:xfrm>
            <a:off x="250823" y="1419225"/>
            <a:ext cx="8389939" cy="2773362"/>
          </a:xfrm>
          <a:noFill/>
        </p:spPr>
        <p:txBody>
          <a:bodyPr wrap="square" tIns="0" rIns="0" bIns="0" anchor="t" anchorCtr="0">
            <a:noAutofit/>
          </a:bodyPr>
          <a:lstStyle>
            <a:lvl1pPr marL="0" indent="0">
              <a:lnSpc>
                <a:spcPct val="90000"/>
              </a:lnSpc>
              <a:spcAft>
                <a:spcPts val="375"/>
              </a:spcAft>
              <a:buNone/>
              <a:defRPr sz="1350" b="0" i="0">
                <a:solidFill>
                  <a:schemeClr val="bg1"/>
                </a:solidFill>
                <a:latin typeface="+mn-lt"/>
                <a:cs typeface="Calibri Light" panose="020F0302020204030204" pitchFamily="34" charset="0"/>
              </a:defRPr>
            </a:lvl1pPr>
            <a:lvl2pPr marL="252000" indent="0">
              <a:lnSpc>
                <a:spcPct val="90000"/>
              </a:lnSpc>
              <a:spcAft>
                <a:spcPts val="0"/>
              </a:spcAft>
              <a:buNone/>
              <a:defRPr sz="1350" b="0" i="0">
                <a:solidFill>
                  <a:schemeClr val="bg1"/>
                </a:solidFill>
                <a:latin typeface="Calibri Light" panose="020F0302020204030204" pitchFamily="34" charset="0"/>
                <a:cs typeface="Calibri Light" panose="020F0302020204030204" pitchFamily="34" charset="0"/>
              </a:defRPr>
            </a:lvl2pPr>
            <a:lvl3pPr marL="252000" indent="0">
              <a:lnSpc>
                <a:spcPct val="90000"/>
              </a:lnSpc>
              <a:spcAft>
                <a:spcPts val="0"/>
              </a:spcAft>
              <a:buNone/>
              <a:defRPr sz="1350" b="0" i="0">
                <a:solidFill>
                  <a:schemeClr val="bg1"/>
                </a:solidFill>
                <a:latin typeface="Calibri Light" panose="020F0302020204030204" pitchFamily="34" charset="0"/>
                <a:cs typeface="Calibri Light" panose="020F0302020204030204" pitchFamily="34" charset="0"/>
              </a:defRPr>
            </a:lvl3pPr>
            <a:lvl4pPr marL="252000" indent="0">
              <a:lnSpc>
                <a:spcPct val="90000"/>
              </a:lnSpc>
              <a:spcAft>
                <a:spcPts val="0"/>
              </a:spcAft>
              <a:buNone/>
              <a:defRPr sz="1350" b="0" i="0">
                <a:solidFill>
                  <a:schemeClr val="bg1"/>
                </a:solidFill>
                <a:latin typeface="Calibri Light" panose="020F0302020204030204" pitchFamily="34" charset="0"/>
                <a:cs typeface="Calibri Light" panose="020F0302020204030204" pitchFamily="34" charset="0"/>
              </a:defRPr>
            </a:lvl4pPr>
            <a:lvl5pPr marL="252000" indent="0">
              <a:lnSpc>
                <a:spcPct val="90000"/>
              </a:lnSpc>
              <a:spcAft>
                <a:spcPts val="0"/>
              </a:spcAft>
              <a:buNone/>
              <a:defRPr sz="1350" b="0" i="0">
                <a:solidFill>
                  <a:schemeClr val="bg1"/>
                </a:solidFill>
                <a:latin typeface="Calibri Light" panose="020F0302020204030204" pitchFamily="34" charset="0"/>
                <a:cs typeface="Calibri Light" panose="020F0302020204030204" pitchFamily="34" charset="0"/>
              </a:defRPr>
            </a:lvl5pPr>
          </a:lstStyle>
          <a:p>
            <a:pPr lvl="0"/>
            <a:r>
              <a:rPr lang="de-DE"/>
              <a:t>Mastertextformat bearbeiten</a:t>
            </a:r>
          </a:p>
        </p:txBody>
      </p:sp>
    </p:spTree>
    <p:extLst>
      <p:ext uri="{BB962C8B-B14F-4D97-AF65-F5344CB8AC3E}">
        <p14:creationId xmlns:p14="http://schemas.microsoft.com/office/powerpoint/2010/main" val="48379193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0E68FD-E530-292F-351B-4962412B5762}"/>
              </a:ext>
            </a:extLst>
          </p:cNvPr>
          <p:cNvSpPr>
            <a:spLocks noGrp="1"/>
          </p:cNvSpPr>
          <p:nvPr>
            <p:ph type="title"/>
          </p:nvPr>
        </p:nvSpPr>
        <p:spPr>
          <a:xfrm>
            <a:off x="250825" y="252000"/>
            <a:ext cx="8640000" cy="864000"/>
          </a:xfrm>
        </p:spPr>
        <p:txBody>
          <a:bodyPr>
            <a:noAutofit/>
          </a:bodyPr>
          <a:lstStyle/>
          <a:p>
            <a:r>
              <a:rPr lang="de-DE"/>
              <a:t>Mastertitelformat bearbeiten</a:t>
            </a:r>
          </a:p>
        </p:txBody>
      </p:sp>
      <p:sp>
        <p:nvSpPr>
          <p:cNvPr id="3" name="Inhaltsplatzhalter 2">
            <a:extLst>
              <a:ext uri="{FF2B5EF4-FFF2-40B4-BE49-F238E27FC236}">
                <a16:creationId xmlns:a16="http://schemas.microsoft.com/office/drawing/2014/main" id="{C90F2429-7D1B-F824-B259-E8DCD3A201DB}"/>
              </a:ext>
            </a:extLst>
          </p:cNvPr>
          <p:cNvSpPr>
            <a:spLocks noGrp="1"/>
          </p:cNvSpPr>
          <p:nvPr>
            <p:ph idx="1"/>
          </p:nvPr>
        </p:nvSpPr>
        <p:spPr>
          <a:xfrm>
            <a:off x="250825" y="1419225"/>
            <a:ext cx="8389938" cy="2988000"/>
          </a:xfrm>
        </p:spPr>
        <p:txBody>
          <a:bodyPr>
            <a:noAutofit/>
          </a:bodyPr>
          <a:lstStyle>
            <a:lvl2pPr>
              <a:spcBef>
                <a:spcPts val="200"/>
              </a:spcBef>
              <a:defRPr/>
            </a:lvl2pPr>
            <a:lvl3pPr>
              <a:spcBef>
                <a:spcPts val="200"/>
              </a:spcBef>
              <a:defRPr/>
            </a:lvl3pPr>
            <a:lvl4pPr>
              <a:spcBef>
                <a:spcPts val="200"/>
              </a:spcBef>
              <a:defRPr/>
            </a:lvl4pPr>
            <a:lvl5pPr>
              <a:spcBef>
                <a:spcPts val="200"/>
              </a:spcBef>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3F5CE11E-0EE0-3708-A4B4-6BD86C76A956}"/>
              </a:ext>
            </a:extLst>
          </p:cNvPr>
          <p:cNvSpPr>
            <a:spLocks noGrp="1"/>
          </p:cNvSpPr>
          <p:nvPr>
            <p:ph type="dt" sz="half" idx="10"/>
          </p:nvPr>
        </p:nvSpPr>
        <p:spPr/>
        <p:txBody>
          <a:bodyPr/>
          <a:lstStyle/>
          <a:p>
            <a:r>
              <a:rPr lang="de-AT"/>
              <a:t>20. Januar 2023</a:t>
            </a:r>
            <a:endParaRPr lang="de-DE"/>
          </a:p>
        </p:txBody>
      </p:sp>
      <p:sp>
        <p:nvSpPr>
          <p:cNvPr id="5" name="Fußzeilenplatzhalter 4">
            <a:extLst>
              <a:ext uri="{FF2B5EF4-FFF2-40B4-BE49-F238E27FC236}">
                <a16:creationId xmlns:a16="http://schemas.microsoft.com/office/drawing/2014/main" id="{BF8A7A72-755A-034C-EF48-B9A3471E20B6}"/>
              </a:ext>
            </a:extLst>
          </p:cNvPr>
          <p:cNvSpPr>
            <a:spLocks noGrp="1"/>
          </p:cNvSpPr>
          <p:nvPr>
            <p:ph type="ftr" sz="quarter" idx="11"/>
          </p:nvPr>
        </p:nvSpPr>
        <p:spPr/>
        <p:txBody>
          <a:bodyPr/>
          <a:lstStyle>
            <a:lvl1pPr algn="r">
              <a:defRPr/>
            </a:lvl1pPr>
          </a:lstStyle>
          <a:p>
            <a:endParaRPr lang="de-DE"/>
          </a:p>
        </p:txBody>
      </p:sp>
      <p:sp>
        <p:nvSpPr>
          <p:cNvPr id="6" name="Foliennummernplatzhalter 5">
            <a:extLst>
              <a:ext uri="{FF2B5EF4-FFF2-40B4-BE49-F238E27FC236}">
                <a16:creationId xmlns:a16="http://schemas.microsoft.com/office/drawing/2014/main" id="{EA42C0A5-ADFB-7F17-EF61-5F809355A479}"/>
              </a:ext>
            </a:extLst>
          </p:cNvPr>
          <p:cNvSpPr>
            <a:spLocks noGrp="1"/>
          </p:cNvSpPr>
          <p:nvPr>
            <p:ph type="sldNum" sz="quarter" idx="12"/>
          </p:nvPr>
        </p:nvSpPr>
        <p:spPr/>
        <p:txBody>
          <a:bodyPr/>
          <a:lstStyle/>
          <a:p>
            <a:fld id="{8A659B55-214A-9244-B2C4-88C435D949E0}" type="slidenum">
              <a:rPr lang="de-DE" smtClean="0"/>
              <a:t>‹#›</a:t>
            </a:fld>
            <a:endParaRPr lang="de-DE"/>
          </a:p>
        </p:txBody>
      </p:sp>
    </p:spTree>
    <p:extLst>
      <p:ext uri="{BB962C8B-B14F-4D97-AF65-F5344CB8AC3E}">
        <p14:creationId xmlns:p14="http://schemas.microsoft.com/office/powerpoint/2010/main" val="34812754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419EC9-6882-0BF7-5663-D864B3D37422}"/>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66D84DC3-3145-C73B-5D45-CD29A4512755}"/>
              </a:ext>
            </a:extLst>
          </p:cNvPr>
          <p:cNvSpPr>
            <a:spLocks noGrp="1"/>
          </p:cNvSpPr>
          <p:nvPr>
            <p:ph sz="half" idx="1"/>
          </p:nvPr>
        </p:nvSpPr>
        <p:spPr>
          <a:xfrm>
            <a:off x="250825" y="1419225"/>
            <a:ext cx="4140000" cy="2988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8EF07955-52E1-CB01-7736-87386E74B0D9}"/>
              </a:ext>
            </a:extLst>
          </p:cNvPr>
          <p:cNvSpPr>
            <a:spLocks noGrp="1"/>
          </p:cNvSpPr>
          <p:nvPr>
            <p:ph sz="half" idx="2"/>
          </p:nvPr>
        </p:nvSpPr>
        <p:spPr>
          <a:xfrm>
            <a:off x="4750825" y="1419225"/>
            <a:ext cx="4140000" cy="2988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3F395F6D-8038-B304-E336-B21A2D9C4ABA}"/>
              </a:ext>
            </a:extLst>
          </p:cNvPr>
          <p:cNvSpPr>
            <a:spLocks noGrp="1"/>
          </p:cNvSpPr>
          <p:nvPr>
            <p:ph type="dt" sz="half" idx="10"/>
          </p:nvPr>
        </p:nvSpPr>
        <p:spPr/>
        <p:txBody>
          <a:bodyPr/>
          <a:lstStyle/>
          <a:p>
            <a:r>
              <a:rPr lang="de-AT"/>
              <a:t>20. Januar 2023</a:t>
            </a:r>
            <a:endParaRPr lang="de-DE"/>
          </a:p>
        </p:txBody>
      </p:sp>
      <p:sp>
        <p:nvSpPr>
          <p:cNvPr id="6" name="Fußzeilenplatzhalter 5">
            <a:extLst>
              <a:ext uri="{FF2B5EF4-FFF2-40B4-BE49-F238E27FC236}">
                <a16:creationId xmlns:a16="http://schemas.microsoft.com/office/drawing/2014/main" id="{E584AFB6-A175-D11E-2098-7736F229417E}"/>
              </a:ext>
            </a:extLst>
          </p:cNvPr>
          <p:cNvSpPr>
            <a:spLocks noGrp="1"/>
          </p:cNvSpPr>
          <p:nvPr>
            <p:ph type="ftr" sz="quarter" idx="11"/>
          </p:nvPr>
        </p:nvSpPr>
        <p:spPr/>
        <p:txBody>
          <a:bodyPr/>
          <a:lstStyle>
            <a:lvl1pPr algn="r">
              <a:defRPr/>
            </a:lvl1pPr>
          </a:lstStyle>
          <a:p>
            <a:endParaRPr lang="de-DE"/>
          </a:p>
        </p:txBody>
      </p:sp>
      <p:sp>
        <p:nvSpPr>
          <p:cNvPr id="7" name="Foliennummernplatzhalter 6">
            <a:extLst>
              <a:ext uri="{FF2B5EF4-FFF2-40B4-BE49-F238E27FC236}">
                <a16:creationId xmlns:a16="http://schemas.microsoft.com/office/drawing/2014/main" id="{483388A9-2DFB-4B6F-2DC6-73CB885F90A9}"/>
              </a:ext>
            </a:extLst>
          </p:cNvPr>
          <p:cNvSpPr>
            <a:spLocks noGrp="1"/>
          </p:cNvSpPr>
          <p:nvPr>
            <p:ph type="sldNum" sz="quarter" idx="12"/>
          </p:nvPr>
        </p:nvSpPr>
        <p:spPr/>
        <p:txBody>
          <a:bodyPr/>
          <a:lstStyle/>
          <a:p>
            <a:fld id="{8A659B55-214A-9244-B2C4-88C435D949E0}" type="slidenum">
              <a:rPr lang="de-DE" smtClean="0"/>
              <a:t>‹#›</a:t>
            </a:fld>
            <a:endParaRPr lang="de-DE"/>
          </a:p>
        </p:txBody>
      </p:sp>
    </p:spTree>
    <p:extLst>
      <p:ext uri="{BB962C8B-B14F-4D97-AF65-F5344CB8AC3E}">
        <p14:creationId xmlns:p14="http://schemas.microsoft.com/office/powerpoint/2010/main" val="3982297613"/>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ild +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419EC9-6882-0BF7-5663-D864B3D37422}"/>
              </a:ext>
            </a:extLst>
          </p:cNvPr>
          <p:cNvSpPr>
            <a:spLocks noGrp="1"/>
          </p:cNvSpPr>
          <p:nvPr>
            <p:ph type="title"/>
          </p:nvPr>
        </p:nvSpPr>
        <p:spPr/>
        <p:txBody>
          <a:bodyPr/>
          <a:lstStyle/>
          <a:p>
            <a:r>
              <a:rPr lang="de-DE"/>
              <a:t>Mastertitelformat bearbeiten</a:t>
            </a:r>
          </a:p>
        </p:txBody>
      </p:sp>
      <p:sp>
        <p:nvSpPr>
          <p:cNvPr id="4" name="Inhaltsplatzhalter 3">
            <a:extLst>
              <a:ext uri="{FF2B5EF4-FFF2-40B4-BE49-F238E27FC236}">
                <a16:creationId xmlns:a16="http://schemas.microsoft.com/office/drawing/2014/main" id="{8EF07955-52E1-CB01-7736-87386E74B0D9}"/>
              </a:ext>
            </a:extLst>
          </p:cNvPr>
          <p:cNvSpPr>
            <a:spLocks noGrp="1"/>
          </p:cNvSpPr>
          <p:nvPr>
            <p:ph sz="half" idx="2"/>
          </p:nvPr>
        </p:nvSpPr>
        <p:spPr>
          <a:xfrm>
            <a:off x="4319587" y="1419225"/>
            <a:ext cx="4571237" cy="2988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3F395F6D-8038-B304-E336-B21A2D9C4ABA}"/>
              </a:ext>
            </a:extLst>
          </p:cNvPr>
          <p:cNvSpPr>
            <a:spLocks noGrp="1"/>
          </p:cNvSpPr>
          <p:nvPr>
            <p:ph type="dt" sz="half" idx="10"/>
          </p:nvPr>
        </p:nvSpPr>
        <p:spPr/>
        <p:txBody>
          <a:bodyPr/>
          <a:lstStyle/>
          <a:p>
            <a:r>
              <a:rPr lang="de-AT"/>
              <a:t>20. Januar 2023</a:t>
            </a:r>
            <a:endParaRPr lang="de-DE"/>
          </a:p>
        </p:txBody>
      </p:sp>
      <p:sp>
        <p:nvSpPr>
          <p:cNvPr id="6" name="Fußzeilenplatzhalter 5">
            <a:extLst>
              <a:ext uri="{FF2B5EF4-FFF2-40B4-BE49-F238E27FC236}">
                <a16:creationId xmlns:a16="http://schemas.microsoft.com/office/drawing/2014/main" id="{E584AFB6-A175-D11E-2098-7736F229417E}"/>
              </a:ext>
            </a:extLst>
          </p:cNvPr>
          <p:cNvSpPr>
            <a:spLocks noGrp="1"/>
          </p:cNvSpPr>
          <p:nvPr>
            <p:ph type="ftr" sz="quarter" idx="11"/>
          </p:nvPr>
        </p:nvSpPr>
        <p:spPr/>
        <p:txBody>
          <a:bodyPr/>
          <a:lstStyle>
            <a:lvl1pPr algn="r">
              <a:defRPr/>
            </a:lvl1pPr>
          </a:lstStyle>
          <a:p>
            <a:endParaRPr lang="de-DE"/>
          </a:p>
        </p:txBody>
      </p:sp>
      <p:sp>
        <p:nvSpPr>
          <p:cNvPr id="7" name="Foliennummernplatzhalter 6">
            <a:extLst>
              <a:ext uri="{FF2B5EF4-FFF2-40B4-BE49-F238E27FC236}">
                <a16:creationId xmlns:a16="http://schemas.microsoft.com/office/drawing/2014/main" id="{483388A9-2DFB-4B6F-2DC6-73CB885F90A9}"/>
              </a:ext>
            </a:extLst>
          </p:cNvPr>
          <p:cNvSpPr>
            <a:spLocks noGrp="1"/>
          </p:cNvSpPr>
          <p:nvPr>
            <p:ph type="sldNum" sz="quarter" idx="12"/>
          </p:nvPr>
        </p:nvSpPr>
        <p:spPr/>
        <p:txBody>
          <a:bodyPr/>
          <a:lstStyle/>
          <a:p>
            <a:fld id="{8A659B55-214A-9244-B2C4-88C435D949E0}" type="slidenum">
              <a:rPr lang="de-DE" smtClean="0"/>
              <a:t>‹#›</a:t>
            </a:fld>
            <a:endParaRPr lang="de-DE"/>
          </a:p>
        </p:txBody>
      </p:sp>
      <p:sp>
        <p:nvSpPr>
          <p:cNvPr id="9" name="Bildplatzhalter 8">
            <a:extLst>
              <a:ext uri="{FF2B5EF4-FFF2-40B4-BE49-F238E27FC236}">
                <a16:creationId xmlns:a16="http://schemas.microsoft.com/office/drawing/2014/main" id="{FA09A77C-9E9D-07EB-3B19-9FE991F53B22}"/>
              </a:ext>
            </a:extLst>
          </p:cNvPr>
          <p:cNvSpPr>
            <a:spLocks noGrp="1"/>
          </p:cNvSpPr>
          <p:nvPr>
            <p:ph type="pic" sz="quarter" idx="13"/>
          </p:nvPr>
        </p:nvSpPr>
        <p:spPr>
          <a:xfrm>
            <a:off x="0" y="1492250"/>
            <a:ext cx="4067175" cy="2879725"/>
          </a:xfrm>
        </p:spPr>
        <p:txBody>
          <a:bodyPr/>
          <a:lstStyle/>
          <a:p>
            <a:endParaRPr lang="de-DE"/>
          </a:p>
        </p:txBody>
      </p:sp>
      <p:sp>
        <p:nvSpPr>
          <p:cNvPr id="3" name="Textplatzhalter 5">
            <a:extLst>
              <a:ext uri="{FF2B5EF4-FFF2-40B4-BE49-F238E27FC236}">
                <a16:creationId xmlns:a16="http://schemas.microsoft.com/office/drawing/2014/main" id="{5BA5E70F-65BB-5089-9B29-F9EEEE479FC3}"/>
              </a:ext>
            </a:extLst>
          </p:cNvPr>
          <p:cNvSpPr>
            <a:spLocks noGrp="1"/>
          </p:cNvSpPr>
          <p:nvPr>
            <p:ph type="body" sz="quarter" idx="28"/>
          </p:nvPr>
        </p:nvSpPr>
        <p:spPr>
          <a:xfrm>
            <a:off x="250825" y="4374000"/>
            <a:ext cx="3816350" cy="108000"/>
          </a:xfrm>
        </p:spPr>
        <p:txBody>
          <a:bodyPr anchor="b" anchorCtr="0">
            <a:noAutofit/>
          </a:bodyPr>
          <a:lstStyle>
            <a:lvl1pPr marL="0" indent="0" algn="r">
              <a:buFontTx/>
              <a:buNone/>
              <a:defRPr sz="650" b="0" i="1">
                <a:latin typeface="Calibri Light" panose="020F0302020204030204" pitchFamily="34" charset="0"/>
                <a:cs typeface="Calibri Light" panose="020F0302020204030204" pitchFamily="34" charset="0"/>
              </a:defRPr>
            </a:lvl1pPr>
            <a:lvl2pPr marL="180000" indent="0" algn="r">
              <a:buFontTx/>
              <a:buNone/>
              <a:defRPr sz="700" b="0" i="1">
                <a:latin typeface="Calibri Light" panose="020F0302020204030204" pitchFamily="34" charset="0"/>
                <a:cs typeface="Calibri Light" panose="020F0302020204030204" pitchFamily="34" charset="0"/>
              </a:defRPr>
            </a:lvl2pPr>
            <a:lvl3pPr marL="360000" indent="0" algn="r">
              <a:buFontTx/>
              <a:buNone/>
              <a:defRPr sz="700" b="0" i="1">
                <a:latin typeface="Calibri Light" panose="020F0302020204030204" pitchFamily="34" charset="0"/>
                <a:cs typeface="Calibri Light" panose="020F0302020204030204" pitchFamily="34" charset="0"/>
              </a:defRPr>
            </a:lvl3pPr>
            <a:lvl4pPr marL="540000" indent="0" algn="r">
              <a:buFontTx/>
              <a:buNone/>
              <a:defRPr sz="700" b="0" i="1">
                <a:latin typeface="Calibri Light" panose="020F0302020204030204" pitchFamily="34" charset="0"/>
                <a:cs typeface="Calibri Light" panose="020F0302020204030204" pitchFamily="34" charset="0"/>
              </a:defRPr>
            </a:lvl4pPr>
            <a:lvl5pPr marL="720000" indent="0" algn="r">
              <a:buFontTx/>
              <a:buNone/>
              <a:defRPr sz="700" b="0" i="1">
                <a:latin typeface="Calibri Light" panose="020F0302020204030204" pitchFamily="34" charset="0"/>
                <a:cs typeface="Calibri Light" panose="020F0302020204030204" pitchFamily="34" charset="0"/>
              </a:defRPr>
            </a:lvl5pPr>
          </a:lstStyle>
          <a:p>
            <a:pPr lvl="0"/>
            <a:r>
              <a:rPr lang="de-DE"/>
              <a:t>Mastertextformat bearbeiten</a:t>
            </a:r>
          </a:p>
        </p:txBody>
      </p:sp>
    </p:spTree>
    <p:extLst>
      <p:ext uri="{BB962C8B-B14F-4D97-AF65-F5344CB8AC3E}">
        <p14:creationId xmlns:p14="http://schemas.microsoft.com/office/powerpoint/2010/main" val="237297030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ld-Hochformat + 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2C2B0B3-5F61-C93D-3649-D4CBEEA37623}"/>
              </a:ext>
            </a:extLst>
          </p:cNvPr>
          <p:cNvSpPr/>
          <p:nvPr userDrawn="1"/>
        </p:nvSpPr>
        <p:spPr>
          <a:xfrm>
            <a:off x="0" y="1492250"/>
            <a:ext cx="4067175" cy="28797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0" i="0">
              <a:latin typeface="Calibri Light" panose="020F0302020204030204" pitchFamily="34" charset="0"/>
            </a:endParaRPr>
          </a:p>
        </p:txBody>
      </p:sp>
      <p:sp>
        <p:nvSpPr>
          <p:cNvPr id="2" name="Titel 1">
            <a:extLst>
              <a:ext uri="{FF2B5EF4-FFF2-40B4-BE49-F238E27FC236}">
                <a16:creationId xmlns:a16="http://schemas.microsoft.com/office/drawing/2014/main" id="{CB419EC9-6882-0BF7-5663-D864B3D37422}"/>
              </a:ext>
            </a:extLst>
          </p:cNvPr>
          <p:cNvSpPr>
            <a:spLocks noGrp="1"/>
          </p:cNvSpPr>
          <p:nvPr>
            <p:ph type="title"/>
          </p:nvPr>
        </p:nvSpPr>
        <p:spPr/>
        <p:txBody>
          <a:bodyPr/>
          <a:lstStyle/>
          <a:p>
            <a:r>
              <a:rPr lang="de-DE"/>
              <a:t>Mastertitelformat bearbeiten</a:t>
            </a:r>
          </a:p>
        </p:txBody>
      </p:sp>
      <p:sp>
        <p:nvSpPr>
          <p:cNvPr id="4" name="Inhaltsplatzhalter 3">
            <a:extLst>
              <a:ext uri="{FF2B5EF4-FFF2-40B4-BE49-F238E27FC236}">
                <a16:creationId xmlns:a16="http://schemas.microsoft.com/office/drawing/2014/main" id="{8EF07955-52E1-CB01-7736-87386E74B0D9}"/>
              </a:ext>
            </a:extLst>
          </p:cNvPr>
          <p:cNvSpPr>
            <a:spLocks noGrp="1"/>
          </p:cNvSpPr>
          <p:nvPr>
            <p:ph sz="half" idx="2"/>
          </p:nvPr>
        </p:nvSpPr>
        <p:spPr>
          <a:xfrm>
            <a:off x="4319587" y="1419225"/>
            <a:ext cx="4571237" cy="2988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3F395F6D-8038-B304-E336-B21A2D9C4ABA}"/>
              </a:ext>
            </a:extLst>
          </p:cNvPr>
          <p:cNvSpPr>
            <a:spLocks noGrp="1"/>
          </p:cNvSpPr>
          <p:nvPr>
            <p:ph type="dt" sz="half" idx="10"/>
          </p:nvPr>
        </p:nvSpPr>
        <p:spPr/>
        <p:txBody>
          <a:bodyPr/>
          <a:lstStyle/>
          <a:p>
            <a:r>
              <a:rPr lang="de-AT"/>
              <a:t>20. Januar 2023</a:t>
            </a:r>
            <a:endParaRPr lang="de-DE"/>
          </a:p>
        </p:txBody>
      </p:sp>
      <p:sp>
        <p:nvSpPr>
          <p:cNvPr id="6" name="Fußzeilenplatzhalter 5">
            <a:extLst>
              <a:ext uri="{FF2B5EF4-FFF2-40B4-BE49-F238E27FC236}">
                <a16:creationId xmlns:a16="http://schemas.microsoft.com/office/drawing/2014/main" id="{E584AFB6-A175-D11E-2098-7736F229417E}"/>
              </a:ext>
            </a:extLst>
          </p:cNvPr>
          <p:cNvSpPr>
            <a:spLocks noGrp="1"/>
          </p:cNvSpPr>
          <p:nvPr>
            <p:ph type="ftr" sz="quarter" idx="11"/>
          </p:nvPr>
        </p:nvSpPr>
        <p:spPr/>
        <p:txBody>
          <a:bodyPr/>
          <a:lstStyle>
            <a:lvl1pPr algn="r">
              <a:defRPr/>
            </a:lvl1pPr>
          </a:lstStyle>
          <a:p>
            <a:endParaRPr lang="de-DE"/>
          </a:p>
        </p:txBody>
      </p:sp>
      <p:sp>
        <p:nvSpPr>
          <p:cNvPr id="7" name="Foliennummernplatzhalter 6">
            <a:extLst>
              <a:ext uri="{FF2B5EF4-FFF2-40B4-BE49-F238E27FC236}">
                <a16:creationId xmlns:a16="http://schemas.microsoft.com/office/drawing/2014/main" id="{483388A9-2DFB-4B6F-2DC6-73CB885F90A9}"/>
              </a:ext>
            </a:extLst>
          </p:cNvPr>
          <p:cNvSpPr>
            <a:spLocks noGrp="1"/>
          </p:cNvSpPr>
          <p:nvPr>
            <p:ph type="sldNum" sz="quarter" idx="12"/>
          </p:nvPr>
        </p:nvSpPr>
        <p:spPr/>
        <p:txBody>
          <a:bodyPr/>
          <a:lstStyle/>
          <a:p>
            <a:fld id="{8A659B55-214A-9244-B2C4-88C435D949E0}" type="slidenum">
              <a:rPr lang="de-DE" smtClean="0"/>
              <a:t>‹#›</a:t>
            </a:fld>
            <a:endParaRPr lang="de-DE"/>
          </a:p>
        </p:txBody>
      </p:sp>
      <p:sp>
        <p:nvSpPr>
          <p:cNvPr id="8" name="Inhaltsplatzhalter 7">
            <a:extLst>
              <a:ext uri="{FF2B5EF4-FFF2-40B4-BE49-F238E27FC236}">
                <a16:creationId xmlns:a16="http://schemas.microsoft.com/office/drawing/2014/main" id="{1728A5EF-15C5-305F-EDBC-772CC0D181B6}"/>
              </a:ext>
            </a:extLst>
          </p:cNvPr>
          <p:cNvSpPr>
            <a:spLocks noGrp="1"/>
          </p:cNvSpPr>
          <p:nvPr>
            <p:ph sz="quarter" idx="14"/>
          </p:nvPr>
        </p:nvSpPr>
        <p:spPr>
          <a:xfrm>
            <a:off x="0" y="1492250"/>
            <a:ext cx="4067175" cy="28797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Textplatzhalter 5">
            <a:extLst>
              <a:ext uri="{FF2B5EF4-FFF2-40B4-BE49-F238E27FC236}">
                <a16:creationId xmlns:a16="http://schemas.microsoft.com/office/drawing/2014/main" id="{4CF170C1-6E13-FBBF-1788-DDD6548C3273}"/>
              </a:ext>
            </a:extLst>
          </p:cNvPr>
          <p:cNvSpPr>
            <a:spLocks noGrp="1"/>
          </p:cNvSpPr>
          <p:nvPr>
            <p:ph type="body" sz="quarter" idx="28"/>
          </p:nvPr>
        </p:nvSpPr>
        <p:spPr>
          <a:xfrm>
            <a:off x="250825" y="4374000"/>
            <a:ext cx="3816350" cy="108000"/>
          </a:xfrm>
        </p:spPr>
        <p:txBody>
          <a:bodyPr anchor="b" anchorCtr="0">
            <a:noAutofit/>
          </a:bodyPr>
          <a:lstStyle>
            <a:lvl1pPr marL="0" indent="0" algn="r">
              <a:buFontTx/>
              <a:buNone/>
              <a:defRPr sz="650" b="0" i="1">
                <a:latin typeface="Calibri Light" panose="020F0302020204030204" pitchFamily="34" charset="0"/>
                <a:cs typeface="Calibri Light" panose="020F0302020204030204" pitchFamily="34" charset="0"/>
              </a:defRPr>
            </a:lvl1pPr>
            <a:lvl2pPr marL="180000" indent="0" algn="r">
              <a:buFontTx/>
              <a:buNone/>
              <a:defRPr sz="700" b="0" i="1">
                <a:latin typeface="Calibri Light" panose="020F0302020204030204" pitchFamily="34" charset="0"/>
                <a:cs typeface="Calibri Light" panose="020F0302020204030204" pitchFamily="34" charset="0"/>
              </a:defRPr>
            </a:lvl2pPr>
            <a:lvl3pPr marL="360000" indent="0" algn="r">
              <a:buFontTx/>
              <a:buNone/>
              <a:defRPr sz="700" b="0" i="1">
                <a:latin typeface="Calibri Light" panose="020F0302020204030204" pitchFamily="34" charset="0"/>
                <a:cs typeface="Calibri Light" panose="020F0302020204030204" pitchFamily="34" charset="0"/>
              </a:defRPr>
            </a:lvl3pPr>
            <a:lvl4pPr marL="540000" indent="0" algn="r">
              <a:buFontTx/>
              <a:buNone/>
              <a:defRPr sz="700" b="0" i="1">
                <a:latin typeface="Calibri Light" panose="020F0302020204030204" pitchFamily="34" charset="0"/>
                <a:cs typeface="Calibri Light" panose="020F0302020204030204" pitchFamily="34" charset="0"/>
              </a:defRPr>
            </a:lvl4pPr>
            <a:lvl5pPr marL="720000" indent="0" algn="r">
              <a:buFontTx/>
              <a:buNone/>
              <a:defRPr sz="700" b="0" i="1">
                <a:latin typeface="Calibri Light" panose="020F0302020204030204" pitchFamily="34" charset="0"/>
                <a:cs typeface="Calibri Light" panose="020F0302020204030204" pitchFamily="34" charset="0"/>
              </a:defRPr>
            </a:lvl5pPr>
          </a:lstStyle>
          <a:p>
            <a:pPr lvl="0"/>
            <a:r>
              <a:rPr lang="de-DE"/>
              <a:t>Mastertextformat bearbeiten</a:t>
            </a:r>
          </a:p>
        </p:txBody>
      </p:sp>
    </p:spTree>
    <p:extLst>
      <p:ext uri="{BB962C8B-B14F-4D97-AF65-F5344CB8AC3E}">
        <p14:creationId xmlns:p14="http://schemas.microsoft.com/office/powerpoint/2010/main" val="126959594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Bilder, autoEinpassung + 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2C2B0B3-5F61-C93D-3649-D4CBEEA37623}"/>
              </a:ext>
            </a:extLst>
          </p:cNvPr>
          <p:cNvSpPr/>
          <p:nvPr userDrawn="1"/>
        </p:nvSpPr>
        <p:spPr>
          <a:xfrm>
            <a:off x="0" y="1492250"/>
            <a:ext cx="4572000" cy="28797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0" i="0">
              <a:latin typeface="Calibri Light" panose="020F0302020204030204" pitchFamily="34" charset="0"/>
            </a:endParaRPr>
          </a:p>
        </p:txBody>
      </p:sp>
      <p:sp>
        <p:nvSpPr>
          <p:cNvPr id="2" name="Titel 1">
            <a:extLst>
              <a:ext uri="{FF2B5EF4-FFF2-40B4-BE49-F238E27FC236}">
                <a16:creationId xmlns:a16="http://schemas.microsoft.com/office/drawing/2014/main" id="{CB419EC9-6882-0BF7-5663-D864B3D37422}"/>
              </a:ext>
            </a:extLst>
          </p:cNvPr>
          <p:cNvSpPr>
            <a:spLocks noGrp="1"/>
          </p:cNvSpPr>
          <p:nvPr>
            <p:ph type="title"/>
          </p:nvPr>
        </p:nvSpPr>
        <p:spPr/>
        <p:txBody>
          <a:bodyPr/>
          <a:lstStyle/>
          <a:p>
            <a:r>
              <a:rPr lang="de-DE"/>
              <a:t>Mastertitelformat bearbeiten</a:t>
            </a:r>
          </a:p>
        </p:txBody>
      </p:sp>
      <p:sp>
        <p:nvSpPr>
          <p:cNvPr id="4" name="Inhaltsplatzhalter 3">
            <a:extLst>
              <a:ext uri="{FF2B5EF4-FFF2-40B4-BE49-F238E27FC236}">
                <a16:creationId xmlns:a16="http://schemas.microsoft.com/office/drawing/2014/main" id="{8EF07955-52E1-CB01-7736-87386E74B0D9}"/>
              </a:ext>
            </a:extLst>
          </p:cNvPr>
          <p:cNvSpPr>
            <a:spLocks noGrp="1"/>
          </p:cNvSpPr>
          <p:nvPr>
            <p:ph sz="half" idx="2"/>
          </p:nvPr>
        </p:nvSpPr>
        <p:spPr>
          <a:xfrm>
            <a:off x="4823649" y="1419225"/>
            <a:ext cx="4067175" cy="2988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3F395F6D-8038-B304-E336-B21A2D9C4ABA}"/>
              </a:ext>
            </a:extLst>
          </p:cNvPr>
          <p:cNvSpPr>
            <a:spLocks noGrp="1"/>
          </p:cNvSpPr>
          <p:nvPr>
            <p:ph type="dt" sz="half" idx="10"/>
          </p:nvPr>
        </p:nvSpPr>
        <p:spPr/>
        <p:txBody>
          <a:bodyPr/>
          <a:lstStyle/>
          <a:p>
            <a:r>
              <a:rPr lang="de-AT"/>
              <a:t>20. Januar 2023</a:t>
            </a:r>
            <a:endParaRPr lang="de-DE"/>
          </a:p>
        </p:txBody>
      </p:sp>
      <p:sp>
        <p:nvSpPr>
          <p:cNvPr id="6" name="Fußzeilenplatzhalter 5">
            <a:extLst>
              <a:ext uri="{FF2B5EF4-FFF2-40B4-BE49-F238E27FC236}">
                <a16:creationId xmlns:a16="http://schemas.microsoft.com/office/drawing/2014/main" id="{E584AFB6-A175-D11E-2098-7736F229417E}"/>
              </a:ext>
            </a:extLst>
          </p:cNvPr>
          <p:cNvSpPr>
            <a:spLocks noGrp="1"/>
          </p:cNvSpPr>
          <p:nvPr>
            <p:ph type="ftr" sz="quarter" idx="11"/>
          </p:nvPr>
        </p:nvSpPr>
        <p:spPr/>
        <p:txBody>
          <a:bodyPr/>
          <a:lstStyle>
            <a:lvl1pPr algn="r">
              <a:defRPr/>
            </a:lvl1pPr>
          </a:lstStyle>
          <a:p>
            <a:endParaRPr lang="de-DE"/>
          </a:p>
        </p:txBody>
      </p:sp>
      <p:sp>
        <p:nvSpPr>
          <p:cNvPr id="7" name="Foliennummernplatzhalter 6">
            <a:extLst>
              <a:ext uri="{FF2B5EF4-FFF2-40B4-BE49-F238E27FC236}">
                <a16:creationId xmlns:a16="http://schemas.microsoft.com/office/drawing/2014/main" id="{483388A9-2DFB-4B6F-2DC6-73CB885F90A9}"/>
              </a:ext>
            </a:extLst>
          </p:cNvPr>
          <p:cNvSpPr>
            <a:spLocks noGrp="1"/>
          </p:cNvSpPr>
          <p:nvPr>
            <p:ph type="sldNum" sz="quarter" idx="12"/>
          </p:nvPr>
        </p:nvSpPr>
        <p:spPr/>
        <p:txBody>
          <a:bodyPr/>
          <a:lstStyle/>
          <a:p>
            <a:fld id="{8A659B55-214A-9244-B2C4-88C435D949E0}" type="slidenum">
              <a:rPr lang="de-DE" smtClean="0"/>
              <a:t>‹#›</a:t>
            </a:fld>
            <a:endParaRPr lang="de-DE"/>
          </a:p>
        </p:txBody>
      </p:sp>
      <p:sp>
        <p:nvSpPr>
          <p:cNvPr id="11" name="Bildplatzhalter 10">
            <a:extLst>
              <a:ext uri="{FF2B5EF4-FFF2-40B4-BE49-F238E27FC236}">
                <a16:creationId xmlns:a16="http://schemas.microsoft.com/office/drawing/2014/main" id="{F91FD331-83AA-35A7-CEDD-4E3ADE947D17}"/>
              </a:ext>
            </a:extLst>
          </p:cNvPr>
          <p:cNvSpPr>
            <a:spLocks noGrp="1"/>
          </p:cNvSpPr>
          <p:nvPr>
            <p:ph type="pic" sz="quarter" idx="16"/>
          </p:nvPr>
        </p:nvSpPr>
        <p:spPr>
          <a:xfrm>
            <a:off x="0" y="1492250"/>
            <a:ext cx="2254250" cy="2879725"/>
          </a:xfrm>
        </p:spPr>
        <p:txBody>
          <a:bodyPr/>
          <a:lstStyle/>
          <a:p>
            <a:endParaRPr lang="de-DE"/>
          </a:p>
        </p:txBody>
      </p:sp>
      <p:sp>
        <p:nvSpPr>
          <p:cNvPr id="13" name="Bildplatzhalter 12">
            <a:extLst>
              <a:ext uri="{FF2B5EF4-FFF2-40B4-BE49-F238E27FC236}">
                <a16:creationId xmlns:a16="http://schemas.microsoft.com/office/drawing/2014/main" id="{1FC04760-CB10-6DAC-F4D1-29C85D78BE95}"/>
              </a:ext>
            </a:extLst>
          </p:cNvPr>
          <p:cNvSpPr>
            <a:spLocks noGrp="1"/>
          </p:cNvSpPr>
          <p:nvPr>
            <p:ph type="pic" sz="quarter" idx="17"/>
          </p:nvPr>
        </p:nvSpPr>
        <p:spPr>
          <a:xfrm>
            <a:off x="2318401" y="1492250"/>
            <a:ext cx="2253600" cy="2879725"/>
          </a:xfrm>
        </p:spPr>
        <p:txBody>
          <a:bodyPr/>
          <a:lstStyle/>
          <a:p>
            <a:endParaRPr lang="de-DE"/>
          </a:p>
        </p:txBody>
      </p:sp>
      <p:sp>
        <p:nvSpPr>
          <p:cNvPr id="3" name="Textplatzhalter 5">
            <a:extLst>
              <a:ext uri="{FF2B5EF4-FFF2-40B4-BE49-F238E27FC236}">
                <a16:creationId xmlns:a16="http://schemas.microsoft.com/office/drawing/2014/main" id="{732466D7-17CE-A03E-912D-56AF5F3FC346}"/>
              </a:ext>
            </a:extLst>
          </p:cNvPr>
          <p:cNvSpPr>
            <a:spLocks noGrp="1"/>
          </p:cNvSpPr>
          <p:nvPr>
            <p:ph type="body" sz="quarter" idx="28"/>
          </p:nvPr>
        </p:nvSpPr>
        <p:spPr>
          <a:xfrm>
            <a:off x="250825" y="4374000"/>
            <a:ext cx="2003425" cy="118800"/>
          </a:xfrm>
        </p:spPr>
        <p:txBody>
          <a:bodyPr anchor="b" anchorCtr="0">
            <a:noAutofit/>
          </a:bodyPr>
          <a:lstStyle>
            <a:lvl1pPr marL="0" indent="0" algn="r">
              <a:buFontTx/>
              <a:buNone/>
              <a:defRPr sz="650" b="0" i="1">
                <a:latin typeface="Calibri Light" panose="020F0302020204030204" pitchFamily="34" charset="0"/>
                <a:cs typeface="Calibri Light" panose="020F0302020204030204" pitchFamily="34" charset="0"/>
              </a:defRPr>
            </a:lvl1pPr>
            <a:lvl2pPr marL="180000" indent="0" algn="r">
              <a:buFontTx/>
              <a:buNone/>
              <a:defRPr sz="700" b="0" i="1">
                <a:latin typeface="Calibri Light" panose="020F0302020204030204" pitchFamily="34" charset="0"/>
                <a:cs typeface="Calibri Light" panose="020F0302020204030204" pitchFamily="34" charset="0"/>
              </a:defRPr>
            </a:lvl2pPr>
            <a:lvl3pPr marL="360000" indent="0" algn="r">
              <a:buFontTx/>
              <a:buNone/>
              <a:defRPr sz="700" b="0" i="1">
                <a:latin typeface="Calibri Light" panose="020F0302020204030204" pitchFamily="34" charset="0"/>
                <a:cs typeface="Calibri Light" panose="020F0302020204030204" pitchFamily="34" charset="0"/>
              </a:defRPr>
            </a:lvl3pPr>
            <a:lvl4pPr marL="540000" indent="0" algn="r">
              <a:buFontTx/>
              <a:buNone/>
              <a:defRPr sz="700" b="0" i="1">
                <a:latin typeface="Calibri Light" panose="020F0302020204030204" pitchFamily="34" charset="0"/>
                <a:cs typeface="Calibri Light" panose="020F0302020204030204" pitchFamily="34" charset="0"/>
              </a:defRPr>
            </a:lvl4pPr>
            <a:lvl5pPr marL="720000" indent="0" algn="r">
              <a:buFontTx/>
              <a:buNone/>
              <a:defRPr sz="700" b="0" i="1">
                <a:latin typeface="Calibri Light" panose="020F0302020204030204" pitchFamily="34" charset="0"/>
                <a:cs typeface="Calibri Light" panose="020F0302020204030204" pitchFamily="34" charset="0"/>
              </a:defRPr>
            </a:lvl5pPr>
          </a:lstStyle>
          <a:p>
            <a:pPr lvl="0"/>
            <a:r>
              <a:rPr lang="de-DE"/>
              <a:t>Mastertextformat bearbeiten</a:t>
            </a:r>
          </a:p>
        </p:txBody>
      </p:sp>
      <p:sp>
        <p:nvSpPr>
          <p:cNvPr id="8" name="Textplatzhalter 5">
            <a:extLst>
              <a:ext uri="{FF2B5EF4-FFF2-40B4-BE49-F238E27FC236}">
                <a16:creationId xmlns:a16="http://schemas.microsoft.com/office/drawing/2014/main" id="{8FA671EB-1EA7-43DB-305D-77E170F8C61B}"/>
              </a:ext>
            </a:extLst>
          </p:cNvPr>
          <p:cNvSpPr>
            <a:spLocks noGrp="1"/>
          </p:cNvSpPr>
          <p:nvPr>
            <p:ph type="body" sz="quarter" idx="29"/>
          </p:nvPr>
        </p:nvSpPr>
        <p:spPr>
          <a:xfrm>
            <a:off x="2318401" y="4374000"/>
            <a:ext cx="2253599" cy="108000"/>
          </a:xfrm>
        </p:spPr>
        <p:txBody>
          <a:bodyPr anchor="b" anchorCtr="0">
            <a:noAutofit/>
          </a:bodyPr>
          <a:lstStyle>
            <a:lvl1pPr marL="0" indent="0" algn="r">
              <a:buFontTx/>
              <a:buNone/>
              <a:defRPr sz="650" b="0" i="1">
                <a:latin typeface="Calibri Light" panose="020F0302020204030204" pitchFamily="34" charset="0"/>
                <a:cs typeface="Calibri Light" panose="020F0302020204030204" pitchFamily="34" charset="0"/>
              </a:defRPr>
            </a:lvl1pPr>
            <a:lvl2pPr marL="180000" indent="0" algn="r">
              <a:buFontTx/>
              <a:buNone/>
              <a:defRPr sz="700" b="0" i="1">
                <a:latin typeface="Calibri Light" panose="020F0302020204030204" pitchFamily="34" charset="0"/>
                <a:cs typeface="Calibri Light" panose="020F0302020204030204" pitchFamily="34" charset="0"/>
              </a:defRPr>
            </a:lvl2pPr>
            <a:lvl3pPr marL="360000" indent="0" algn="r">
              <a:buFontTx/>
              <a:buNone/>
              <a:defRPr sz="700" b="0" i="1">
                <a:latin typeface="Calibri Light" panose="020F0302020204030204" pitchFamily="34" charset="0"/>
                <a:cs typeface="Calibri Light" panose="020F0302020204030204" pitchFamily="34" charset="0"/>
              </a:defRPr>
            </a:lvl3pPr>
            <a:lvl4pPr marL="540000" indent="0" algn="r">
              <a:buFontTx/>
              <a:buNone/>
              <a:defRPr sz="700" b="0" i="1">
                <a:latin typeface="Calibri Light" panose="020F0302020204030204" pitchFamily="34" charset="0"/>
                <a:cs typeface="Calibri Light" panose="020F0302020204030204" pitchFamily="34" charset="0"/>
              </a:defRPr>
            </a:lvl4pPr>
            <a:lvl5pPr marL="720000" indent="0" algn="r">
              <a:buFontTx/>
              <a:buNone/>
              <a:defRPr sz="700" b="0" i="1">
                <a:latin typeface="Calibri Light" panose="020F0302020204030204" pitchFamily="34" charset="0"/>
                <a:cs typeface="Calibri Light" panose="020F0302020204030204" pitchFamily="34" charset="0"/>
              </a:defRPr>
            </a:lvl5pPr>
          </a:lstStyle>
          <a:p>
            <a:pPr lvl="0"/>
            <a:r>
              <a:rPr lang="de-DE"/>
              <a:t>Mastertextformat bearbeiten</a:t>
            </a:r>
          </a:p>
        </p:txBody>
      </p:sp>
    </p:spTree>
    <p:extLst>
      <p:ext uri="{BB962C8B-B14F-4D97-AF65-F5344CB8AC3E}">
        <p14:creationId xmlns:p14="http://schemas.microsoft.com/office/powerpoint/2010/main" val="3824467651"/>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Bilder, nicht automatisch + 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2C2B0B3-5F61-C93D-3649-D4CBEEA37623}"/>
              </a:ext>
            </a:extLst>
          </p:cNvPr>
          <p:cNvSpPr/>
          <p:nvPr userDrawn="1"/>
        </p:nvSpPr>
        <p:spPr>
          <a:xfrm>
            <a:off x="0" y="1492250"/>
            <a:ext cx="4572000" cy="28797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0" i="0">
              <a:latin typeface="Calibri Light" panose="020F0302020204030204" pitchFamily="34" charset="0"/>
            </a:endParaRPr>
          </a:p>
        </p:txBody>
      </p:sp>
      <p:sp>
        <p:nvSpPr>
          <p:cNvPr id="2" name="Titel 1">
            <a:extLst>
              <a:ext uri="{FF2B5EF4-FFF2-40B4-BE49-F238E27FC236}">
                <a16:creationId xmlns:a16="http://schemas.microsoft.com/office/drawing/2014/main" id="{CB419EC9-6882-0BF7-5663-D864B3D37422}"/>
              </a:ext>
            </a:extLst>
          </p:cNvPr>
          <p:cNvSpPr>
            <a:spLocks noGrp="1"/>
          </p:cNvSpPr>
          <p:nvPr>
            <p:ph type="title"/>
          </p:nvPr>
        </p:nvSpPr>
        <p:spPr/>
        <p:txBody>
          <a:bodyPr/>
          <a:lstStyle/>
          <a:p>
            <a:r>
              <a:rPr lang="de-DE"/>
              <a:t>Mastertitelformat bearbeiten</a:t>
            </a:r>
          </a:p>
        </p:txBody>
      </p:sp>
      <p:sp>
        <p:nvSpPr>
          <p:cNvPr id="4" name="Inhaltsplatzhalter 3">
            <a:extLst>
              <a:ext uri="{FF2B5EF4-FFF2-40B4-BE49-F238E27FC236}">
                <a16:creationId xmlns:a16="http://schemas.microsoft.com/office/drawing/2014/main" id="{8EF07955-52E1-CB01-7736-87386E74B0D9}"/>
              </a:ext>
            </a:extLst>
          </p:cNvPr>
          <p:cNvSpPr>
            <a:spLocks noGrp="1"/>
          </p:cNvSpPr>
          <p:nvPr>
            <p:ph sz="half" idx="2"/>
          </p:nvPr>
        </p:nvSpPr>
        <p:spPr>
          <a:xfrm>
            <a:off x="4823649" y="1419225"/>
            <a:ext cx="4067175" cy="2988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3F395F6D-8038-B304-E336-B21A2D9C4ABA}"/>
              </a:ext>
            </a:extLst>
          </p:cNvPr>
          <p:cNvSpPr>
            <a:spLocks noGrp="1"/>
          </p:cNvSpPr>
          <p:nvPr>
            <p:ph type="dt" sz="half" idx="10"/>
          </p:nvPr>
        </p:nvSpPr>
        <p:spPr/>
        <p:txBody>
          <a:bodyPr/>
          <a:lstStyle/>
          <a:p>
            <a:r>
              <a:rPr lang="de-AT"/>
              <a:t>20. Januar 2023</a:t>
            </a:r>
            <a:endParaRPr lang="de-DE"/>
          </a:p>
        </p:txBody>
      </p:sp>
      <p:sp>
        <p:nvSpPr>
          <p:cNvPr id="6" name="Fußzeilenplatzhalter 5">
            <a:extLst>
              <a:ext uri="{FF2B5EF4-FFF2-40B4-BE49-F238E27FC236}">
                <a16:creationId xmlns:a16="http://schemas.microsoft.com/office/drawing/2014/main" id="{E584AFB6-A175-D11E-2098-7736F229417E}"/>
              </a:ext>
            </a:extLst>
          </p:cNvPr>
          <p:cNvSpPr>
            <a:spLocks noGrp="1"/>
          </p:cNvSpPr>
          <p:nvPr>
            <p:ph type="ftr" sz="quarter" idx="11"/>
          </p:nvPr>
        </p:nvSpPr>
        <p:spPr/>
        <p:txBody>
          <a:bodyPr/>
          <a:lstStyle>
            <a:lvl1pPr algn="r">
              <a:defRPr/>
            </a:lvl1pPr>
          </a:lstStyle>
          <a:p>
            <a:endParaRPr lang="de-DE"/>
          </a:p>
        </p:txBody>
      </p:sp>
      <p:sp>
        <p:nvSpPr>
          <p:cNvPr id="7" name="Foliennummernplatzhalter 6">
            <a:extLst>
              <a:ext uri="{FF2B5EF4-FFF2-40B4-BE49-F238E27FC236}">
                <a16:creationId xmlns:a16="http://schemas.microsoft.com/office/drawing/2014/main" id="{483388A9-2DFB-4B6F-2DC6-73CB885F90A9}"/>
              </a:ext>
            </a:extLst>
          </p:cNvPr>
          <p:cNvSpPr>
            <a:spLocks noGrp="1"/>
          </p:cNvSpPr>
          <p:nvPr>
            <p:ph type="sldNum" sz="quarter" idx="12"/>
          </p:nvPr>
        </p:nvSpPr>
        <p:spPr/>
        <p:txBody>
          <a:bodyPr/>
          <a:lstStyle/>
          <a:p>
            <a:fld id="{8A659B55-214A-9244-B2C4-88C435D949E0}" type="slidenum">
              <a:rPr lang="de-DE" smtClean="0"/>
              <a:t>‹#›</a:t>
            </a:fld>
            <a:endParaRPr lang="de-DE"/>
          </a:p>
        </p:txBody>
      </p:sp>
      <p:sp>
        <p:nvSpPr>
          <p:cNvPr id="8" name="Inhaltsplatzhalter 7">
            <a:extLst>
              <a:ext uri="{FF2B5EF4-FFF2-40B4-BE49-F238E27FC236}">
                <a16:creationId xmlns:a16="http://schemas.microsoft.com/office/drawing/2014/main" id="{1728A5EF-15C5-305F-EDBC-772CC0D181B6}"/>
              </a:ext>
            </a:extLst>
          </p:cNvPr>
          <p:cNvSpPr>
            <a:spLocks noGrp="1"/>
          </p:cNvSpPr>
          <p:nvPr>
            <p:ph sz="quarter" idx="14"/>
          </p:nvPr>
        </p:nvSpPr>
        <p:spPr>
          <a:xfrm>
            <a:off x="1" y="1492250"/>
            <a:ext cx="2253600" cy="28797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Inhaltsplatzhalter 7">
            <a:extLst>
              <a:ext uri="{FF2B5EF4-FFF2-40B4-BE49-F238E27FC236}">
                <a16:creationId xmlns:a16="http://schemas.microsoft.com/office/drawing/2014/main" id="{7CD2EE3A-67B7-F9CA-F946-17074EC1B40A}"/>
              </a:ext>
            </a:extLst>
          </p:cNvPr>
          <p:cNvSpPr>
            <a:spLocks noGrp="1"/>
          </p:cNvSpPr>
          <p:nvPr>
            <p:ph sz="quarter" idx="15"/>
          </p:nvPr>
        </p:nvSpPr>
        <p:spPr>
          <a:xfrm>
            <a:off x="2318400" y="1492250"/>
            <a:ext cx="2253600" cy="28797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Textplatzhalter 5">
            <a:extLst>
              <a:ext uri="{FF2B5EF4-FFF2-40B4-BE49-F238E27FC236}">
                <a16:creationId xmlns:a16="http://schemas.microsoft.com/office/drawing/2014/main" id="{4D3A15A4-EE7A-C582-78E9-52BAD51C2988}"/>
              </a:ext>
            </a:extLst>
          </p:cNvPr>
          <p:cNvSpPr>
            <a:spLocks noGrp="1"/>
          </p:cNvSpPr>
          <p:nvPr>
            <p:ph type="body" sz="quarter" idx="28"/>
          </p:nvPr>
        </p:nvSpPr>
        <p:spPr>
          <a:xfrm>
            <a:off x="250825" y="4374000"/>
            <a:ext cx="2003425" cy="108000"/>
          </a:xfrm>
        </p:spPr>
        <p:txBody>
          <a:bodyPr anchor="b" anchorCtr="0">
            <a:noAutofit/>
          </a:bodyPr>
          <a:lstStyle>
            <a:lvl1pPr marL="0" indent="0" algn="r">
              <a:buFontTx/>
              <a:buNone/>
              <a:defRPr sz="650" b="0" i="1">
                <a:latin typeface="Calibri Light" panose="020F0302020204030204" pitchFamily="34" charset="0"/>
                <a:cs typeface="Calibri Light" panose="020F0302020204030204" pitchFamily="34" charset="0"/>
              </a:defRPr>
            </a:lvl1pPr>
            <a:lvl2pPr marL="180000" indent="0" algn="r">
              <a:buFontTx/>
              <a:buNone/>
              <a:defRPr sz="700" b="0" i="1">
                <a:latin typeface="Calibri Light" panose="020F0302020204030204" pitchFamily="34" charset="0"/>
                <a:cs typeface="Calibri Light" panose="020F0302020204030204" pitchFamily="34" charset="0"/>
              </a:defRPr>
            </a:lvl2pPr>
            <a:lvl3pPr marL="360000" indent="0" algn="r">
              <a:buFontTx/>
              <a:buNone/>
              <a:defRPr sz="700" b="0" i="1">
                <a:latin typeface="Calibri Light" panose="020F0302020204030204" pitchFamily="34" charset="0"/>
                <a:cs typeface="Calibri Light" panose="020F0302020204030204" pitchFamily="34" charset="0"/>
              </a:defRPr>
            </a:lvl3pPr>
            <a:lvl4pPr marL="540000" indent="0" algn="r">
              <a:buFontTx/>
              <a:buNone/>
              <a:defRPr sz="700" b="0" i="1">
                <a:latin typeface="Calibri Light" panose="020F0302020204030204" pitchFamily="34" charset="0"/>
                <a:cs typeface="Calibri Light" panose="020F0302020204030204" pitchFamily="34" charset="0"/>
              </a:defRPr>
            </a:lvl4pPr>
            <a:lvl5pPr marL="720000" indent="0" algn="r">
              <a:buFontTx/>
              <a:buNone/>
              <a:defRPr sz="700" b="0" i="1">
                <a:latin typeface="Calibri Light" panose="020F0302020204030204" pitchFamily="34" charset="0"/>
                <a:cs typeface="Calibri Light" panose="020F0302020204030204" pitchFamily="34" charset="0"/>
              </a:defRPr>
            </a:lvl5pPr>
          </a:lstStyle>
          <a:p>
            <a:pPr lvl="0"/>
            <a:r>
              <a:rPr lang="de-DE"/>
              <a:t>Mastertextformat bearbeiten</a:t>
            </a:r>
          </a:p>
        </p:txBody>
      </p:sp>
      <p:sp>
        <p:nvSpPr>
          <p:cNvPr id="11" name="Textplatzhalter 5">
            <a:extLst>
              <a:ext uri="{FF2B5EF4-FFF2-40B4-BE49-F238E27FC236}">
                <a16:creationId xmlns:a16="http://schemas.microsoft.com/office/drawing/2014/main" id="{9C62F5DC-DB60-7139-3F35-A9F753E6D16F}"/>
              </a:ext>
            </a:extLst>
          </p:cNvPr>
          <p:cNvSpPr>
            <a:spLocks noGrp="1"/>
          </p:cNvSpPr>
          <p:nvPr>
            <p:ph type="body" sz="quarter" idx="29"/>
          </p:nvPr>
        </p:nvSpPr>
        <p:spPr>
          <a:xfrm>
            <a:off x="2318401" y="4374000"/>
            <a:ext cx="2253599" cy="108000"/>
          </a:xfrm>
        </p:spPr>
        <p:txBody>
          <a:bodyPr anchor="b" anchorCtr="0">
            <a:noAutofit/>
          </a:bodyPr>
          <a:lstStyle>
            <a:lvl1pPr marL="0" indent="0" algn="r">
              <a:buFontTx/>
              <a:buNone/>
              <a:defRPr sz="650" b="0" i="1">
                <a:latin typeface="Calibri Light" panose="020F0302020204030204" pitchFamily="34" charset="0"/>
                <a:cs typeface="Calibri Light" panose="020F0302020204030204" pitchFamily="34" charset="0"/>
              </a:defRPr>
            </a:lvl1pPr>
            <a:lvl2pPr marL="180000" indent="0" algn="r">
              <a:buFontTx/>
              <a:buNone/>
              <a:defRPr sz="700" b="0" i="1">
                <a:latin typeface="Calibri Light" panose="020F0302020204030204" pitchFamily="34" charset="0"/>
                <a:cs typeface="Calibri Light" panose="020F0302020204030204" pitchFamily="34" charset="0"/>
              </a:defRPr>
            </a:lvl2pPr>
            <a:lvl3pPr marL="360000" indent="0" algn="r">
              <a:buFontTx/>
              <a:buNone/>
              <a:defRPr sz="700" b="0" i="1">
                <a:latin typeface="Calibri Light" panose="020F0302020204030204" pitchFamily="34" charset="0"/>
                <a:cs typeface="Calibri Light" panose="020F0302020204030204" pitchFamily="34" charset="0"/>
              </a:defRPr>
            </a:lvl3pPr>
            <a:lvl4pPr marL="540000" indent="0" algn="r">
              <a:buFontTx/>
              <a:buNone/>
              <a:defRPr sz="700" b="0" i="1">
                <a:latin typeface="Calibri Light" panose="020F0302020204030204" pitchFamily="34" charset="0"/>
                <a:cs typeface="Calibri Light" panose="020F0302020204030204" pitchFamily="34" charset="0"/>
              </a:defRPr>
            </a:lvl4pPr>
            <a:lvl5pPr marL="720000" indent="0" algn="r">
              <a:buFontTx/>
              <a:buNone/>
              <a:defRPr sz="700" b="0" i="1">
                <a:latin typeface="Calibri Light" panose="020F0302020204030204" pitchFamily="34" charset="0"/>
                <a:cs typeface="Calibri Light" panose="020F0302020204030204" pitchFamily="34" charset="0"/>
              </a:defRPr>
            </a:lvl5pPr>
          </a:lstStyle>
          <a:p>
            <a:pPr lvl="0"/>
            <a:r>
              <a:rPr lang="de-DE"/>
              <a:t>Mastertextformat bearbeiten</a:t>
            </a:r>
          </a:p>
        </p:txBody>
      </p:sp>
    </p:spTree>
    <p:extLst>
      <p:ext uri="{BB962C8B-B14F-4D97-AF65-F5344CB8AC3E}">
        <p14:creationId xmlns:p14="http://schemas.microsoft.com/office/powerpoint/2010/main" val="1739550403"/>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 IC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419EC9-6882-0BF7-5663-D864B3D37422}"/>
              </a:ext>
            </a:extLst>
          </p:cNvPr>
          <p:cNvSpPr>
            <a:spLocks noGrp="1"/>
          </p:cNvSpPr>
          <p:nvPr>
            <p:ph type="title"/>
          </p:nvPr>
        </p:nvSpPr>
        <p:spPr/>
        <p:txBody>
          <a:bodyPr/>
          <a:lstStyle/>
          <a:p>
            <a:r>
              <a:rPr lang="de-DE"/>
              <a:t>Mastertitelformat bearbeiten</a:t>
            </a:r>
          </a:p>
        </p:txBody>
      </p:sp>
      <p:sp>
        <p:nvSpPr>
          <p:cNvPr id="4" name="Inhaltsplatzhalter 3">
            <a:extLst>
              <a:ext uri="{FF2B5EF4-FFF2-40B4-BE49-F238E27FC236}">
                <a16:creationId xmlns:a16="http://schemas.microsoft.com/office/drawing/2014/main" id="{8EF07955-52E1-CB01-7736-87386E74B0D9}"/>
              </a:ext>
            </a:extLst>
          </p:cNvPr>
          <p:cNvSpPr>
            <a:spLocks noGrp="1"/>
          </p:cNvSpPr>
          <p:nvPr>
            <p:ph sz="half" idx="2"/>
          </p:nvPr>
        </p:nvSpPr>
        <p:spPr>
          <a:xfrm>
            <a:off x="250825" y="1419225"/>
            <a:ext cx="4571237" cy="2988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3F395F6D-8038-B304-E336-B21A2D9C4ABA}"/>
              </a:ext>
            </a:extLst>
          </p:cNvPr>
          <p:cNvSpPr>
            <a:spLocks noGrp="1"/>
          </p:cNvSpPr>
          <p:nvPr>
            <p:ph type="dt" sz="half" idx="10"/>
          </p:nvPr>
        </p:nvSpPr>
        <p:spPr/>
        <p:txBody>
          <a:bodyPr/>
          <a:lstStyle/>
          <a:p>
            <a:r>
              <a:rPr lang="de-AT"/>
              <a:t>20. Januar 2023</a:t>
            </a:r>
            <a:endParaRPr lang="de-DE"/>
          </a:p>
        </p:txBody>
      </p:sp>
      <p:sp>
        <p:nvSpPr>
          <p:cNvPr id="6" name="Fußzeilenplatzhalter 5">
            <a:extLst>
              <a:ext uri="{FF2B5EF4-FFF2-40B4-BE49-F238E27FC236}">
                <a16:creationId xmlns:a16="http://schemas.microsoft.com/office/drawing/2014/main" id="{E584AFB6-A175-D11E-2098-7736F229417E}"/>
              </a:ext>
            </a:extLst>
          </p:cNvPr>
          <p:cNvSpPr>
            <a:spLocks noGrp="1"/>
          </p:cNvSpPr>
          <p:nvPr>
            <p:ph type="ftr" sz="quarter" idx="11"/>
          </p:nvPr>
        </p:nvSpPr>
        <p:spPr/>
        <p:txBody>
          <a:bodyPr/>
          <a:lstStyle>
            <a:lvl1pPr algn="r">
              <a:defRPr/>
            </a:lvl1pPr>
          </a:lstStyle>
          <a:p>
            <a:endParaRPr lang="de-DE"/>
          </a:p>
        </p:txBody>
      </p:sp>
      <p:sp>
        <p:nvSpPr>
          <p:cNvPr id="7" name="Foliennummernplatzhalter 6">
            <a:extLst>
              <a:ext uri="{FF2B5EF4-FFF2-40B4-BE49-F238E27FC236}">
                <a16:creationId xmlns:a16="http://schemas.microsoft.com/office/drawing/2014/main" id="{483388A9-2DFB-4B6F-2DC6-73CB885F90A9}"/>
              </a:ext>
            </a:extLst>
          </p:cNvPr>
          <p:cNvSpPr>
            <a:spLocks noGrp="1"/>
          </p:cNvSpPr>
          <p:nvPr>
            <p:ph type="sldNum" sz="quarter" idx="12"/>
          </p:nvPr>
        </p:nvSpPr>
        <p:spPr/>
        <p:txBody>
          <a:bodyPr/>
          <a:lstStyle/>
          <a:p>
            <a:fld id="{8A659B55-214A-9244-B2C4-88C435D949E0}" type="slidenum">
              <a:rPr lang="de-DE" smtClean="0"/>
              <a:t>‹#›</a:t>
            </a:fld>
            <a:endParaRPr lang="de-DE"/>
          </a:p>
        </p:txBody>
      </p:sp>
      <p:sp>
        <p:nvSpPr>
          <p:cNvPr id="11" name="Bildplatzhalter 8">
            <a:extLst>
              <a:ext uri="{FF2B5EF4-FFF2-40B4-BE49-F238E27FC236}">
                <a16:creationId xmlns:a16="http://schemas.microsoft.com/office/drawing/2014/main" id="{518F38AF-1789-E9E2-EFCE-A57E454A90FE}"/>
              </a:ext>
            </a:extLst>
          </p:cNvPr>
          <p:cNvSpPr>
            <a:spLocks noGrp="1"/>
          </p:cNvSpPr>
          <p:nvPr>
            <p:ph type="pic" sz="quarter" idx="13"/>
          </p:nvPr>
        </p:nvSpPr>
        <p:spPr>
          <a:xfrm>
            <a:off x="5076825" y="1492250"/>
            <a:ext cx="4067175" cy="2879725"/>
          </a:xfrm>
        </p:spPr>
        <p:txBody>
          <a:bodyPr/>
          <a:lstStyle/>
          <a:p>
            <a:endParaRPr lang="de-DE"/>
          </a:p>
        </p:txBody>
      </p:sp>
      <p:sp>
        <p:nvSpPr>
          <p:cNvPr id="8" name="Textplatzhalter 5">
            <a:extLst>
              <a:ext uri="{FF2B5EF4-FFF2-40B4-BE49-F238E27FC236}">
                <a16:creationId xmlns:a16="http://schemas.microsoft.com/office/drawing/2014/main" id="{E922E0EB-3A2F-1028-2ED4-8710F34C1AC9}"/>
              </a:ext>
            </a:extLst>
          </p:cNvPr>
          <p:cNvSpPr>
            <a:spLocks noGrp="1"/>
          </p:cNvSpPr>
          <p:nvPr>
            <p:ph type="body" sz="quarter" idx="29"/>
          </p:nvPr>
        </p:nvSpPr>
        <p:spPr>
          <a:xfrm>
            <a:off x="5076825" y="4374000"/>
            <a:ext cx="2253599" cy="108000"/>
          </a:xfrm>
        </p:spPr>
        <p:txBody>
          <a:bodyPr anchor="b" anchorCtr="0">
            <a:noAutofit/>
          </a:bodyPr>
          <a:lstStyle>
            <a:lvl1pPr marL="0" indent="0" algn="l">
              <a:buFontTx/>
              <a:buNone/>
              <a:defRPr sz="650" b="0" i="1">
                <a:latin typeface="Calibri Light" panose="020F0302020204030204" pitchFamily="34" charset="0"/>
                <a:cs typeface="Calibri Light" panose="020F0302020204030204" pitchFamily="34" charset="0"/>
              </a:defRPr>
            </a:lvl1pPr>
            <a:lvl2pPr marL="180000" indent="0" algn="r">
              <a:buFontTx/>
              <a:buNone/>
              <a:defRPr sz="700" b="0" i="1">
                <a:latin typeface="Calibri Light" panose="020F0302020204030204" pitchFamily="34" charset="0"/>
                <a:cs typeface="Calibri Light" panose="020F0302020204030204" pitchFamily="34" charset="0"/>
              </a:defRPr>
            </a:lvl2pPr>
            <a:lvl3pPr marL="360000" indent="0" algn="r">
              <a:buFontTx/>
              <a:buNone/>
              <a:defRPr sz="700" b="0" i="1">
                <a:latin typeface="Calibri Light" panose="020F0302020204030204" pitchFamily="34" charset="0"/>
                <a:cs typeface="Calibri Light" panose="020F0302020204030204" pitchFamily="34" charset="0"/>
              </a:defRPr>
            </a:lvl3pPr>
            <a:lvl4pPr marL="540000" indent="0" algn="r">
              <a:buFontTx/>
              <a:buNone/>
              <a:defRPr sz="700" b="0" i="1">
                <a:latin typeface="Calibri Light" panose="020F0302020204030204" pitchFamily="34" charset="0"/>
                <a:cs typeface="Calibri Light" panose="020F0302020204030204" pitchFamily="34" charset="0"/>
              </a:defRPr>
            </a:lvl4pPr>
            <a:lvl5pPr marL="720000" indent="0" algn="r">
              <a:buFontTx/>
              <a:buNone/>
              <a:defRPr sz="700" b="0" i="1">
                <a:latin typeface="Calibri Light" panose="020F0302020204030204" pitchFamily="34" charset="0"/>
                <a:cs typeface="Calibri Light" panose="020F0302020204030204" pitchFamily="34" charset="0"/>
              </a:defRPr>
            </a:lvl5pPr>
          </a:lstStyle>
          <a:p>
            <a:pPr lvl="0"/>
            <a:r>
              <a:rPr lang="de-DE"/>
              <a:t>Mastertextformat bearbeiten</a:t>
            </a:r>
          </a:p>
        </p:txBody>
      </p:sp>
    </p:spTree>
    <p:extLst>
      <p:ext uri="{BB962C8B-B14F-4D97-AF65-F5344CB8AC3E}">
        <p14:creationId xmlns:p14="http://schemas.microsoft.com/office/powerpoint/2010/main" val="923496514"/>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 Spalten mit Subheads zB 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CD06B8-A1E2-5251-CBFA-A80FF9BA32A7}"/>
              </a:ext>
            </a:extLst>
          </p:cNvPr>
          <p:cNvSpPr>
            <a:spLocks noGrp="1"/>
          </p:cNvSpPr>
          <p:nvPr>
            <p:ph type="title"/>
          </p:nvPr>
        </p:nvSpPr>
        <p:spPr>
          <a:xfrm>
            <a:off x="250825" y="273844"/>
            <a:ext cx="8640000" cy="864000"/>
          </a:xfrm>
        </p:spPr>
        <p:txBody>
          <a:bodyPr/>
          <a:lstStyle/>
          <a:p>
            <a:r>
              <a:rPr lang="de-DE"/>
              <a:t>Mastertitelformat bearbeiten</a:t>
            </a:r>
          </a:p>
        </p:txBody>
      </p:sp>
      <p:sp>
        <p:nvSpPr>
          <p:cNvPr id="3" name="Textplatzhalter 2">
            <a:extLst>
              <a:ext uri="{FF2B5EF4-FFF2-40B4-BE49-F238E27FC236}">
                <a16:creationId xmlns:a16="http://schemas.microsoft.com/office/drawing/2014/main" id="{934A8320-F5FD-CF14-49C1-1C7C3D32279F}"/>
              </a:ext>
            </a:extLst>
          </p:cNvPr>
          <p:cNvSpPr>
            <a:spLocks noGrp="1"/>
          </p:cNvSpPr>
          <p:nvPr>
            <p:ph type="body" idx="1"/>
          </p:nvPr>
        </p:nvSpPr>
        <p:spPr>
          <a:xfrm>
            <a:off x="252000" y="1137845"/>
            <a:ext cx="4140000" cy="568810"/>
          </a:xfrm>
        </p:spPr>
        <p:txBody>
          <a:bodyPr anchor="b">
            <a:normAutofit/>
          </a:bodyPr>
          <a:lstStyle>
            <a:lvl1pPr marL="0" indent="0" algn="ctr">
              <a:spcAft>
                <a:spcPts val="0"/>
              </a:spcAft>
              <a:buNone/>
              <a:defRPr sz="1500" b="0">
                <a:solidFill>
                  <a:schemeClr val="accent1"/>
                </a:solidFill>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4" name="Inhaltsplatzhalter 3">
            <a:extLst>
              <a:ext uri="{FF2B5EF4-FFF2-40B4-BE49-F238E27FC236}">
                <a16:creationId xmlns:a16="http://schemas.microsoft.com/office/drawing/2014/main" id="{7A6B0445-9FA0-6FFF-E338-D255B4CF898F}"/>
              </a:ext>
            </a:extLst>
          </p:cNvPr>
          <p:cNvSpPr>
            <a:spLocks noGrp="1"/>
          </p:cNvSpPr>
          <p:nvPr>
            <p:ph sz="half" idx="2"/>
          </p:nvPr>
        </p:nvSpPr>
        <p:spPr>
          <a:xfrm>
            <a:off x="252000" y="1737401"/>
            <a:ext cx="4140000" cy="2669824"/>
          </a:xfrm>
        </p:spPr>
        <p:txBody>
          <a:bodyPr/>
          <a:lstStyle>
            <a:lvl1pPr>
              <a:spcAft>
                <a:spcPts val="250"/>
              </a:spcAft>
              <a:defRPr sz="1500"/>
            </a:lvl1pPr>
            <a:lvl2pPr>
              <a:spcAft>
                <a:spcPts val="250"/>
              </a:spcAft>
              <a:defRPr sz="1350"/>
            </a:lvl2pPr>
            <a:lvl3pPr>
              <a:spcAft>
                <a:spcPts val="250"/>
              </a:spcAft>
              <a:defRPr sz="1200"/>
            </a:lvl3pPr>
            <a:lvl4pPr>
              <a:spcAft>
                <a:spcPts val="250"/>
              </a:spcAft>
              <a:defRPr sz="1200"/>
            </a:lvl4pPr>
            <a:lvl5pPr>
              <a:spcAft>
                <a:spcPts val="250"/>
              </a:spcAft>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B9027163-84B6-C526-D0DD-03F7265D77D3}"/>
              </a:ext>
            </a:extLst>
          </p:cNvPr>
          <p:cNvSpPr>
            <a:spLocks noGrp="1"/>
          </p:cNvSpPr>
          <p:nvPr>
            <p:ph type="body" sz="quarter" idx="3"/>
          </p:nvPr>
        </p:nvSpPr>
        <p:spPr>
          <a:xfrm>
            <a:off x="4752000" y="1137845"/>
            <a:ext cx="4140000" cy="568810"/>
          </a:xfrm>
        </p:spPr>
        <p:txBody>
          <a:bodyPr anchor="b">
            <a:normAutofit/>
          </a:bodyPr>
          <a:lstStyle>
            <a:lvl1pPr marL="0" indent="0" algn="ctr">
              <a:spcAft>
                <a:spcPts val="0"/>
              </a:spcAft>
              <a:buNone/>
              <a:defRPr sz="1500" b="0">
                <a:solidFill>
                  <a:schemeClr val="accent1"/>
                </a:solidFill>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6" name="Inhaltsplatzhalter 5">
            <a:extLst>
              <a:ext uri="{FF2B5EF4-FFF2-40B4-BE49-F238E27FC236}">
                <a16:creationId xmlns:a16="http://schemas.microsoft.com/office/drawing/2014/main" id="{4F7776BA-F788-C55F-3FC5-49A69CE5A19C}"/>
              </a:ext>
            </a:extLst>
          </p:cNvPr>
          <p:cNvSpPr>
            <a:spLocks noGrp="1"/>
          </p:cNvSpPr>
          <p:nvPr>
            <p:ph sz="quarter" idx="4"/>
          </p:nvPr>
        </p:nvSpPr>
        <p:spPr>
          <a:xfrm>
            <a:off x="4752000" y="1737401"/>
            <a:ext cx="4140000" cy="2669824"/>
          </a:xfrm>
        </p:spPr>
        <p:txBody>
          <a:bodyPr/>
          <a:lstStyle>
            <a:lvl1pPr>
              <a:spcAft>
                <a:spcPts val="250"/>
              </a:spcAft>
              <a:defRPr sz="1500"/>
            </a:lvl1pPr>
            <a:lvl2pPr>
              <a:spcAft>
                <a:spcPts val="250"/>
              </a:spcAft>
              <a:defRPr sz="1350"/>
            </a:lvl2pPr>
            <a:lvl3pPr>
              <a:spcAft>
                <a:spcPts val="250"/>
              </a:spcAft>
              <a:defRPr sz="1200"/>
            </a:lvl3pPr>
            <a:lvl4pPr>
              <a:spcAft>
                <a:spcPts val="250"/>
              </a:spcAft>
              <a:defRPr sz="1200"/>
            </a:lvl4pPr>
            <a:lvl5pPr>
              <a:spcAft>
                <a:spcPts val="250"/>
              </a:spcAft>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85C099D0-C600-D3E7-43E6-9E62BFAA5ACF}"/>
              </a:ext>
            </a:extLst>
          </p:cNvPr>
          <p:cNvSpPr>
            <a:spLocks noGrp="1"/>
          </p:cNvSpPr>
          <p:nvPr>
            <p:ph type="dt" sz="half" idx="10"/>
          </p:nvPr>
        </p:nvSpPr>
        <p:spPr/>
        <p:txBody>
          <a:bodyPr/>
          <a:lstStyle/>
          <a:p>
            <a:r>
              <a:rPr lang="de-AT"/>
              <a:t>20. Januar 2023</a:t>
            </a:r>
            <a:endParaRPr lang="de-DE"/>
          </a:p>
        </p:txBody>
      </p:sp>
      <p:sp>
        <p:nvSpPr>
          <p:cNvPr id="8" name="Fußzeilenplatzhalter 7">
            <a:extLst>
              <a:ext uri="{FF2B5EF4-FFF2-40B4-BE49-F238E27FC236}">
                <a16:creationId xmlns:a16="http://schemas.microsoft.com/office/drawing/2014/main" id="{7B28A75D-3FBC-0EA4-68B6-637BD20F816B}"/>
              </a:ext>
            </a:extLst>
          </p:cNvPr>
          <p:cNvSpPr>
            <a:spLocks noGrp="1"/>
          </p:cNvSpPr>
          <p:nvPr>
            <p:ph type="ftr" sz="quarter" idx="11"/>
          </p:nvPr>
        </p:nvSpPr>
        <p:spPr/>
        <p:txBody>
          <a:bodyPr/>
          <a:lstStyle>
            <a:lvl1pPr algn="r">
              <a:defRPr/>
            </a:lvl1pPr>
          </a:lstStyle>
          <a:p>
            <a:endParaRPr lang="de-DE"/>
          </a:p>
        </p:txBody>
      </p:sp>
      <p:sp>
        <p:nvSpPr>
          <p:cNvPr id="9" name="Foliennummernplatzhalter 8">
            <a:extLst>
              <a:ext uri="{FF2B5EF4-FFF2-40B4-BE49-F238E27FC236}">
                <a16:creationId xmlns:a16="http://schemas.microsoft.com/office/drawing/2014/main" id="{2775DA80-265D-1EBE-6354-F96BD563F381}"/>
              </a:ext>
            </a:extLst>
          </p:cNvPr>
          <p:cNvSpPr>
            <a:spLocks noGrp="1"/>
          </p:cNvSpPr>
          <p:nvPr>
            <p:ph type="sldNum" sz="quarter" idx="12"/>
          </p:nvPr>
        </p:nvSpPr>
        <p:spPr/>
        <p:txBody>
          <a:bodyPr/>
          <a:lstStyle/>
          <a:p>
            <a:fld id="{8A659B55-214A-9244-B2C4-88C435D949E0}" type="slidenum">
              <a:rPr lang="de-DE" smtClean="0"/>
              <a:t>‹#›</a:t>
            </a:fld>
            <a:endParaRPr lang="de-DE"/>
          </a:p>
        </p:txBody>
      </p:sp>
      <p:cxnSp>
        <p:nvCxnSpPr>
          <p:cNvPr id="10" name="Gerade Verbindung 9">
            <a:extLst>
              <a:ext uri="{FF2B5EF4-FFF2-40B4-BE49-F238E27FC236}">
                <a16:creationId xmlns:a16="http://schemas.microsoft.com/office/drawing/2014/main" id="{8EB2925B-B190-85BB-588C-9452B69D3001}"/>
              </a:ext>
            </a:extLst>
          </p:cNvPr>
          <p:cNvCxnSpPr>
            <a:cxnSpLocks/>
          </p:cNvCxnSpPr>
          <p:nvPr userDrawn="1"/>
        </p:nvCxnSpPr>
        <p:spPr>
          <a:xfrm>
            <a:off x="252000" y="1692000"/>
            <a:ext cx="414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Gerade Verbindung 11">
            <a:extLst>
              <a:ext uri="{FF2B5EF4-FFF2-40B4-BE49-F238E27FC236}">
                <a16:creationId xmlns:a16="http://schemas.microsoft.com/office/drawing/2014/main" id="{CAE21021-4260-8703-1C17-3F931232E49C}"/>
              </a:ext>
            </a:extLst>
          </p:cNvPr>
          <p:cNvCxnSpPr>
            <a:cxnSpLocks/>
          </p:cNvCxnSpPr>
          <p:nvPr userDrawn="1"/>
        </p:nvCxnSpPr>
        <p:spPr>
          <a:xfrm>
            <a:off x="4752000" y="1692000"/>
            <a:ext cx="4140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3749214"/>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Spalten mit Subhead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CD06B8-A1E2-5251-CBFA-A80FF9BA32A7}"/>
              </a:ext>
            </a:extLst>
          </p:cNvPr>
          <p:cNvSpPr>
            <a:spLocks noGrp="1"/>
          </p:cNvSpPr>
          <p:nvPr>
            <p:ph type="title"/>
          </p:nvPr>
        </p:nvSpPr>
        <p:spPr>
          <a:xfrm>
            <a:off x="250825" y="273844"/>
            <a:ext cx="8640000" cy="864000"/>
          </a:xfrm>
        </p:spPr>
        <p:txBody>
          <a:bodyPr/>
          <a:lstStyle/>
          <a:p>
            <a:r>
              <a:rPr lang="de-DE"/>
              <a:t>Mastertitelformat bearbeiten</a:t>
            </a:r>
          </a:p>
        </p:txBody>
      </p:sp>
      <p:sp>
        <p:nvSpPr>
          <p:cNvPr id="3" name="Textplatzhalter 2">
            <a:extLst>
              <a:ext uri="{FF2B5EF4-FFF2-40B4-BE49-F238E27FC236}">
                <a16:creationId xmlns:a16="http://schemas.microsoft.com/office/drawing/2014/main" id="{934A8320-F5FD-CF14-49C1-1C7C3D32279F}"/>
              </a:ext>
            </a:extLst>
          </p:cNvPr>
          <p:cNvSpPr>
            <a:spLocks noGrp="1"/>
          </p:cNvSpPr>
          <p:nvPr>
            <p:ph type="body" idx="1"/>
          </p:nvPr>
        </p:nvSpPr>
        <p:spPr>
          <a:xfrm>
            <a:off x="252000" y="1137844"/>
            <a:ext cx="2700000" cy="554156"/>
          </a:xfrm>
        </p:spPr>
        <p:txBody>
          <a:bodyPr anchor="b" anchorCtr="0">
            <a:normAutofit/>
          </a:bodyPr>
          <a:lstStyle>
            <a:lvl1pPr marL="0" indent="0" algn="ctr">
              <a:spcAft>
                <a:spcPts val="0"/>
              </a:spcAft>
              <a:buNone/>
              <a:defRPr sz="1500" b="0" i="0" u="none">
                <a:solidFill>
                  <a:schemeClr val="accent1"/>
                </a:solidFill>
                <a:latin typeface="Calibri Light" panose="020F0302020204030204" pitchFamily="34" charset="0"/>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7" name="Datumsplatzhalter 6">
            <a:extLst>
              <a:ext uri="{FF2B5EF4-FFF2-40B4-BE49-F238E27FC236}">
                <a16:creationId xmlns:a16="http://schemas.microsoft.com/office/drawing/2014/main" id="{85C099D0-C600-D3E7-43E6-9E62BFAA5ACF}"/>
              </a:ext>
            </a:extLst>
          </p:cNvPr>
          <p:cNvSpPr>
            <a:spLocks noGrp="1"/>
          </p:cNvSpPr>
          <p:nvPr>
            <p:ph type="dt" sz="half" idx="10"/>
          </p:nvPr>
        </p:nvSpPr>
        <p:spPr/>
        <p:txBody>
          <a:bodyPr/>
          <a:lstStyle/>
          <a:p>
            <a:r>
              <a:rPr lang="de-AT"/>
              <a:t>20. Januar 2023</a:t>
            </a:r>
            <a:endParaRPr lang="de-DE"/>
          </a:p>
        </p:txBody>
      </p:sp>
      <p:sp>
        <p:nvSpPr>
          <p:cNvPr id="8" name="Fußzeilenplatzhalter 7">
            <a:extLst>
              <a:ext uri="{FF2B5EF4-FFF2-40B4-BE49-F238E27FC236}">
                <a16:creationId xmlns:a16="http://schemas.microsoft.com/office/drawing/2014/main" id="{7B28A75D-3FBC-0EA4-68B6-637BD20F816B}"/>
              </a:ext>
            </a:extLst>
          </p:cNvPr>
          <p:cNvSpPr>
            <a:spLocks noGrp="1"/>
          </p:cNvSpPr>
          <p:nvPr>
            <p:ph type="ftr" sz="quarter" idx="11"/>
          </p:nvPr>
        </p:nvSpPr>
        <p:spPr/>
        <p:txBody>
          <a:bodyPr/>
          <a:lstStyle>
            <a:lvl1pPr algn="r">
              <a:defRPr/>
            </a:lvl1pPr>
          </a:lstStyle>
          <a:p>
            <a:endParaRPr lang="de-DE"/>
          </a:p>
        </p:txBody>
      </p:sp>
      <p:sp>
        <p:nvSpPr>
          <p:cNvPr id="9" name="Foliennummernplatzhalter 8">
            <a:extLst>
              <a:ext uri="{FF2B5EF4-FFF2-40B4-BE49-F238E27FC236}">
                <a16:creationId xmlns:a16="http://schemas.microsoft.com/office/drawing/2014/main" id="{2775DA80-265D-1EBE-6354-F96BD563F381}"/>
              </a:ext>
            </a:extLst>
          </p:cNvPr>
          <p:cNvSpPr>
            <a:spLocks noGrp="1"/>
          </p:cNvSpPr>
          <p:nvPr>
            <p:ph type="sldNum" sz="quarter" idx="12"/>
          </p:nvPr>
        </p:nvSpPr>
        <p:spPr/>
        <p:txBody>
          <a:bodyPr/>
          <a:lstStyle/>
          <a:p>
            <a:fld id="{8A659B55-214A-9244-B2C4-88C435D949E0}" type="slidenum">
              <a:rPr lang="de-DE" smtClean="0"/>
              <a:t>‹#›</a:t>
            </a:fld>
            <a:endParaRPr lang="de-DE"/>
          </a:p>
        </p:txBody>
      </p:sp>
      <p:sp>
        <p:nvSpPr>
          <p:cNvPr id="16" name="Textplatzhalter 2">
            <a:extLst>
              <a:ext uri="{FF2B5EF4-FFF2-40B4-BE49-F238E27FC236}">
                <a16:creationId xmlns:a16="http://schemas.microsoft.com/office/drawing/2014/main" id="{36B1DFE9-EB79-CAFE-DE69-CB140E6D30D8}"/>
              </a:ext>
            </a:extLst>
          </p:cNvPr>
          <p:cNvSpPr>
            <a:spLocks noGrp="1"/>
          </p:cNvSpPr>
          <p:nvPr>
            <p:ph type="body" idx="13"/>
          </p:nvPr>
        </p:nvSpPr>
        <p:spPr>
          <a:xfrm>
            <a:off x="3222000" y="1137844"/>
            <a:ext cx="2700000" cy="554156"/>
          </a:xfrm>
        </p:spPr>
        <p:txBody>
          <a:bodyPr anchor="b" anchorCtr="0">
            <a:normAutofit/>
          </a:bodyPr>
          <a:lstStyle>
            <a:lvl1pPr marL="0" indent="0" algn="ctr">
              <a:spcAft>
                <a:spcPts val="0"/>
              </a:spcAft>
              <a:buNone/>
              <a:defRPr sz="1500" b="0" i="0" u="none">
                <a:solidFill>
                  <a:schemeClr val="accent1"/>
                </a:solidFill>
                <a:latin typeface="Calibri Light" panose="020F0302020204030204" pitchFamily="34" charset="0"/>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18" name="Textplatzhalter 2">
            <a:extLst>
              <a:ext uri="{FF2B5EF4-FFF2-40B4-BE49-F238E27FC236}">
                <a16:creationId xmlns:a16="http://schemas.microsoft.com/office/drawing/2014/main" id="{9096A13F-AC91-C577-8CFB-9E4B1824B640}"/>
              </a:ext>
            </a:extLst>
          </p:cNvPr>
          <p:cNvSpPr>
            <a:spLocks noGrp="1"/>
          </p:cNvSpPr>
          <p:nvPr>
            <p:ph type="body" idx="15"/>
          </p:nvPr>
        </p:nvSpPr>
        <p:spPr>
          <a:xfrm>
            <a:off x="6192000" y="1137844"/>
            <a:ext cx="2700000" cy="554156"/>
          </a:xfrm>
        </p:spPr>
        <p:txBody>
          <a:bodyPr anchor="b" anchorCtr="0">
            <a:normAutofit/>
          </a:bodyPr>
          <a:lstStyle>
            <a:lvl1pPr marL="0" indent="0" algn="ctr">
              <a:spcAft>
                <a:spcPts val="0"/>
              </a:spcAft>
              <a:buNone/>
              <a:defRPr sz="1500" b="0" i="0" u="none">
                <a:solidFill>
                  <a:schemeClr val="accent1"/>
                </a:solidFill>
                <a:latin typeface="Calibri Light" panose="020F0302020204030204" pitchFamily="34" charset="0"/>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6" name="Inhaltsplatzhalter 5">
            <a:extLst>
              <a:ext uri="{FF2B5EF4-FFF2-40B4-BE49-F238E27FC236}">
                <a16:creationId xmlns:a16="http://schemas.microsoft.com/office/drawing/2014/main" id="{2BA1A62A-1A50-148A-6451-9EBFA9ED5675}"/>
              </a:ext>
            </a:extLst>
          </p:cNvPr>
          <p:cNvSpPr>
            <a:spLocks noGrp="1"/>
          </p:cNvSpPr>
          <p:nvPr>
            <p:ph sz="quarter" idx="19"/>
          </p:nvPr>
        </p:nvSpPr>
        <p:spPr>
          <a:xfrm>
            <a:off x="250826" y="1737401"/>
            <a:ext cx="2700000" cy="2669824"/>
          </a:xfrm>
        </p:spPr>
        <p:txBody>
          <a:bodyPr/>
          <a:lstStyle>
            <a:lvl1pPr>
              <a:spcAft>
                <a:spcPts val="250"/>
              </a:spcAft>
              <a:defRPr sz="1400"/>
            </a:lvl1pPr>
            <a:lvl2pPr>
              <a:spcAft>
                <a:spcPts val="250"/>
              </a:spcAft>
              <a:defRPr sz="1250"/>
            </a:lvl2pPr>
          </a:lstStyle>
          <a:p>
            <a:pPr lvl="0"/>
            <a:r>
              <a:rPr lang="de-DE"/>
              <a:t>Mastertextformat bearbeiten</a:t>
            </a:r>
          </a:p>
          <a:p>
            <a:pPr lvl="1"/>
            <a:r>
              <a:rPr lang="de-DE"/>
              <a:t>Zweite Ebene</a:t>
            </a:r>
          </a:p>
        </p:txBody>
      </p:sp>
      <p:sp>
        <p:nvSpPr>
          <p:cNvPr id="10" name="Inhaltsplatzhalter 5">
            <a:extLst>
              <a:ext uri="{FF2B5EF4-FFF2-40B4-BE49-F238E27FC236}">
                <a16:creationId xmlns:a16="http://schemas.microsoft.com/office/drawing/2014/main" id="{8D50A665-8FFA-57CF-E520-C47700D9C4B0}"/>
              </a:ext>
            </a:extLst>
          </p:cNvPr>
          <p:cNvSpPr>
            <a:spLocks noGrp="1"/>
          </p:cNvSpPr>
          <p:nvPr>
            <p:ph sz="quarter" idx="20"/>
          </p:nvPr>
        </p:nvSpPr>
        <p:spPr>
          <a:xfrm>
            <a:off x="3222000" y="1737401"/>
            <a:ext cx="2700000" cy="2669824"/>
          </a:xfrm>
        </p:spPr>
        <p:txBody>
          <a:bodyPr/>
          <a:lstStyle>
            <a:lvl1pPr>
              <a:spcAft>
                <a:spcPts val="250"/>
              </a:spcAft>
              <a:defRPr sz="1400"/>
            </a:lvl1pPr>
            <a:lvl2pPr>
              <a:spcAft>
                <a:spcPts val="250"/>
              </a:spcAft>
              <a:defRPr sz="1250"/>
            </a:lvl2pPr>
          </a:lstStyle>
          <a:p>
            <a:pPr lvl="0"/>
            <a:r>
              <a:rPr lang="de-DE"/>
              <a:t>Mastertextformat bearbeiten</a:t>
            </a:r>
          </a:p>
          <a:p>
            <a:pPr lvl="1"/>
            <a:r>
              <a:rPr lang="de-DE"/>
              <a:t>Zweite Ebene</a:t>
            </a:r>
          </a:p>
        </p:txBody>
      </p:sp>
      <p:sp>
        <p:nvSpPr>
          <p:cNvPr id="11" name="Inhaltsplatzhalter 5">
            <a:extLst>
              <a:ext uri="{FF2B5EF4-FFF2-40B4-BE49-F238E27FC236}">
                <a16:creationId xmlns:a16="http://schemas.microsoft.com/office/drawing/2014/main" id="{229E8EF7-210C-1290-FCD7-71AE1D7D5B50}"/>
              </a:ext>
            </a:extLst>
          </p:cNvPr>
          <p:cNvSpPr>
            <a:spLocks noGrp="1"/>
          </p:cNvSpPr>
          <p:nvPr>
            <p:ph sz="quarter" idx="21"/>
          </p:nvPr>
        </p:nvSpPr>
        <p:spPr>
          <a:xfrm>
            <a:off x="6192000" y="1737401"/>
            <a:ext cx="2700000" cy="2669824"/>
          </a:xfrm>
        </p:spPr>
        <p:txBody>
          <a:bodyPr/>
          <a:lstStyle>
            <a:lvl1pPr>
              <a:spcAft>
                <a:spcPts val="250"/>
              </a:spcAft>
              <a:defRPr sz="1400"/>
            </a:lvl1pPr>
            <a:lvl2pPr>
              <a:spcAft>
                <a:spcPts val="250"/>
              </a:spcAft>
              <a:defRPr sz="1250"/>
            </a:lvl2pPr>
          </a:lstStyle>
          <a:p>
            <a:pPr lvl="0"/>
            <a:r>
              <a:rPr lang="de-DE"/>
              <a:t>Mastertextformat bearbeiten</a:t>
            </a:r>
          </a:p>
          <a:p>
            <a:pPr lvl="1"/>
            <a:r>
              <a:rPr lang="de-DE"/>
              <a:t>Zweite Ebene</a:t>
            </a:r>
          </a:p>
        </p:txBody>
      </p:sp>
      <p:cxnSp>
        <p:nvCxnSpPr>
          <p:cNvPr id="13" name="Gerade Verbindung 12">
            <a:extLst>
              <a:ext uri="{FF2B5EF4-FFF2-40B4-BE49-F238E27FC236}">
                <a16:creationId xmlns:a16="http://schemas.microsoft.com/office/drawing/2014/main" id="{6EDE5DF8-451D-F38F-A20F-884772F97EBE}"/>
              </a:ext>
            </a:extLst>
          </p:cNvPr>
          <p:cNvCxnSpPr>
            <a:cxnSpLocks/>
          </p:cNvCxnSpPr>
          <p:nvPr userDrawn="1"/>
        </p:nvCxnSpPr>
        <p:spPr>
          <a:xfrm>
            <a:off x="250825" y="1692000"/>
            <a:ext cx="270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Gerade Verbindung 13">
            <a:extLst>
              <a:ext uri="{FF2B5EF4-FFF2-40B4-BE49-F238E27FC236}">
                <a16:creationId xmlns:a16="http://schemas.microsoft.com/office/drawing/2014/main" id="{E102C3D9-7C59-9578-5D6B-A331D3A202DB}"/>
              </a:ext>
            </a:extLst>
          </p:cNvPr>
          <p:cNvCxnSpPr>
            <a:cxnSpLocks/>
          </p:cNvCxnSpPr>
          <p:nvPr userDrawn="1"/>
        </p:nvCxnSpPr>
        <p:spPr>
          <a:xfrm>
            <a:off x="3222000" y="1692000"/>
            <a:ext cx="270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 Verbindung 14">
            <a:extLst>
              <a:ext uri="{FF2B5EF4-FFF2-40B4-BE49-F238E27FC236}">
                <a16:creationId xmlns:a16="http://schemas.microsoft.com/office/drawing/2014/main" id="{29ABA6B6-CA75-EC82-D2D7-F79941E04079}"/>
              </a:ext>
            </a:extLst>
          </p:cNvPr>
          <p:cNvCxnSpPr>
            <a:cxnSpLocks/>
          </p:cNvCxnSpPr>
          <p:nvPr userDrawn="1"/>
        </p:nvCxnSpPr>
        <p:spPr>
          <a:xfrm>
            <a:off x="6190825" y="1692000"/>
            <a:ext cx="2700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6207350"/>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Spalten mit Subhead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CD06B8-A1E2-5251-CBFA-A80FF9BA32A7}"/>
              </a:ext>
            </a:extLst>
          </p:cNvPr>
          <p:cNvSpPr>
            <a:spLocks noGrp="1"/>
          </p:cNvSpPr>
          <p:nvPr>
            <p:ph type="title"/>
          </p:nvPr>
        </p:nvSpPr>
        <p:spPr>
          <a:xfrm>
            <a:off x="250825" y="273844"/>
            <a:ext cx="8640000" cy="864000"/>
          </a:xfrm>
        </p:spPr>
        <p:txBody>
          <a:bodyPr/>
          <a:lstStyle/>
          <a:p>
            <a:r>
              <a:rPr lang="de-DE"/>
              <a:t>Mastertitelformat bearbeiten</a:t>
            </a:r>
          </a:p>
        </p:txBody>
      </p:sp>
      <p:sp>
        <p:nvSpPr>
          <p:cNvPr id="3" name="Textplatzhalter 2">
            <a:extLst>
              <a:ext uri="{FF2B5EF4-FFF2-40B4-BE49-F238E27FC236}">
                <a16:creationId xmlns:a16="http://schemas.microsoft.com/office/drawing/2014/main" id="{934A8320-F5FD-CF14-49C1-1C7C3D32279F}"/>
              </a:ext>
            </a:extLst>
          </p:cNvPr>
          <p:cNvSpPr>
            <a:spLocks noGrp="1"/>
          </p:cNvSpPr>
          <p:nvPr>
            <p:ph type="body" idx="1"/>
          </p:nvPr>
        </p:nvSpPr>
        <p:spPr>
          <a:xfrm>
            <a:off x="252000" y="1137844"/>
            <a:ext cx="1980000" cy="554156"/>
          </a:xfrm>
        </p:spPr>
        <p:txBody>
          <a:bodyPr anchor="b" anchorCtr="0">
            <a:normAutofit/>
          </a:bodyPr>
          <a:lstStyle>
            <a:lvl1pPr marL="0" indent="0" algn="ctr">
              <a:spcAft>
                <a:spcPts val="0"/>
              </a:spcAft>
              <a:buNone/>
              <a:defRPr sz="1500" b="0" i="0" u="none">
                <a:solidFill>
                  <a:schemeClr val="accent1"/>
                </a:solidFill>
                <a:latin typeface="Calibri Light" panose="020F0302020204030204" pitchFamily="34" charset="0"/>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7" name="Datumsplatzhalter 6">
            <a:extLst>
              <a:ext uri="{FF2B5EF4-FFF2-40B4-BE49-F238E27FC236}">
                <a16:creationId xmlns:a16="http://schemas.microsoft.com/office/drawing/2014/main" id="{85C099D0-C600-D3E7-43E6-9E62BFAA5ACF}"/>
              </a:ext>
            </a:extLst>
          </p:cNvPr>
          <p:cNvSpPr>
            <a:spLocks noGrp="1"/>
          </p:cNvSpPr>
          <p:nvPr>
            <p:ph type="dt" sz="half" idx="10"/>
          </p:nvPr>
        </p:nvSpPr>
        <p:spPr/>
        <p:txBody>
          <a:bodyPr/>
          <a:lstStyle/>
          <a:p>
            <a:r>
              <a:rPr lang="de-AT"/>
              <a:t>20. Januar 2023</a:t>
            </a:r>
            <a:endParaRPr lang="de-DE"/>
          </a:p>
        </p:txBody>
      </p:sp>
      <p:sp>
        <p:nvSpPr>
          <p:cNvPr id="8" name="Fußzeilenplatzhalter 7">
            <a:extLst>
              <a:ext uri="{FF2B5EF4-FFF2-40B4-BE49-F238E27FC236}">
                <a16:creationId xmlns:a16="http://schemas.microsoft.com/office/drawing/2014/main" id="{7B28A75D-3FBC-0EA4-68B6-637BD20F816B}"/>
              </a:ext>
            </a:extLst>
          </p:cNvPr>
          <p:cNvSpPr>
            <a:spLocks noGrp="1"/>
          </p:cNvSpPr>
          <p:nvPr>
            <p:ph type="ftr" sz="quarter" idx="11"/>
          </p:nvPr>
        </p:nvSpPr>
        <p:spPr/>
        <p:txBody>
          <a:bodyPr/>
          <a:lstStyle>
            <a:lvl1pPr algn="r">
              <a:defRPr/>
            </a:lvl1pPr>
          </a:lstStyle>
          <a:p>
            <a:endParaRPr lang="de-DE"/>
          </a:p>
        </p:txBody>
      </p:sp>
      <p:sp>
        <p:nvSpPr>
          <p:cNvPr id="9" name="Foliennummernplatzhalter 8">
            <a:extLst>
              <a:ext uri="{FF2B5EF4-FFF2-40B4-BE49-F238E27FC236}">
                <a16:creationId xmlns:a16="http://schemas.microsoft.com/office/drawing/2014/main" id="{2775DA80-265D-1EBE-6354-F96BD563F381}"/>
              </a:ext>
            </a:extLst>
          </p:cNvPr>
          <p:cNvSpPr>
            <a:spLocks noGrp="1"/>
          </p:cNvSpPr>
          <p:nvPr>
            <p:ph type="sldNum" sz="quarter" idx="12"/>
          </p:nvPr>
        </p:nvSpPr>
        <p:spPr/>
        <p:txBody>
          <a:bodyPr/>
          <a:lstStyle/>
          <a:p>
            <a:fld id="{8A659B55-214A-9244-B2C4-88C435D949E0}" type="slidenum">
              <a:rPr lang="de-DE" smtClean="0"/>
              <a:t>‹#›</a:t>
            </a:fld>
            <a:endParaRPr lang="de-DE"/>
          </a:p>
        </p:txBody>
      </p:sp>
      <p:sp>
        <p:nvSpPr>
          <p:cNvPr id="16" name="Textplatzhalter 2">
            <a:extLst>
              <a:ext uri="{FF2B5EF4-FFF2-40B4-BE49-F238E27FC236}">
                <a16:creationId xmlns:a16="http://schemas.microsoft.com/office/drawing/2014/main" id="{36B1DFE9-EB79-CAFE-DE69-CB140E6D30D8}"/>
              </a:ext>
            </a:extLst>
          </p:cNvPr>
          <p:cNvSpPr>
            <a:spLocks noGrp="1"/>
          </p:cNvSpPr>
          <p:nvPr>
            <p:ph type="body" idx="13"/>
          </p:nvPr>
        </p:nvSpPr>
        <p:spPr>
          <a:xfrm>
            <a:off x="2472392" y="1137844"/>
            <a:ext cx="1980000" cy="554156"/>
          </a:xfrm>
        </p:spPr>
        <p:txBody>
          <a:bodyPr anchor="b" anchorCtr="0">
            <a:normAutofit/>
          </a:bodyPr>
          <a:lstStyle>
            <a:lvl1pPr marL="0" indent="0" algn="ctr">
              <a:spcAft>
                <a:spcPts val="0"/>
              </a:spcAft>
              <a:buNone/>
              <a:defRPr sz="1500" b="0" i="0" u="none">
                <a:solidFill>
                  <a:schemeClr val="accent1"/>
                </a:solidFill>
                <a:latin typeface="Calibri Light" panose="020F0302020204030204" pitchFamily="34" charset="0"/>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18" name="Textplatzhalter 2">
            <a:extLst>
              <a:ext uri="{FF2B5EF4-FFF2-40B4-BE49-F238E27FC236}">
                <a16:creationId xmlns:a16="http://schemas.microsoft.com/office/drawing/2014/main" id="{9096A13F-AC91-C577-8CFB-9E4B1824B640}"/>
              </a:ext>
            </a:extLst>
          </p:cNvPr>
          <p:cNvSpPr>
            <a:spLocks noGrp="1"/>
          </p:cNvSpPr>
          <p:nvPr>
            <p:ph type="body" idx="15"/>
          </p:nvPr>
        </p:nvSpPr>
        <p:spPr>
          <a:xfrm>
            <a:off x="4692784" y="1137844"/>
            <a:ext cx="1980000" cy="554156"/>
          </a:xfrm>
        </p:spPr>
        <p:txBody>
          <a:bodyPr anchor="b" anchorCtr="0">
            <a:normAutofit/>
          </a:bodyPr>
          <a:lstStyle>
            <a:lvl1pPr marL="0" indent="0" algn="ctr">
              <a:spcAft>
                <a:spcPts val="0"/>
              </a:spcAft>
              <a:buNone/>
              <a:defRPr sz="1500" b="0" i="0" u="none">
                <a:solidFill>
                  <a:schemeClr val="accent1"/>
                </a:solidFill>
                <a:latin typeface="Calibri Light" panose="020F0302020204030204" pitchFamily="34" charset="0"/>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6" name="Inhaltsplatzhalter 5">
            <a:extLst>
              <a:ext uri="{FF2B5EF4-FFF2-40B4-BE49-F238E27FC236}">
                <a16:creationId xmlns:a16="http://schemas.microsoft.com/office/drawing/2014/main" id="{2BA1A62A-1A50-148A-6451-9EBFA9ED5675}"/>
              </a:ext>
            </a:extLst>
          </p:cNvPr>
          <p:cNvSpPr>
            <a:spLocks noGrp="1"/>
          </p:cNvSpPr>
          <p:nvPr>
            <p:ph sz="quarter" idx="19"/>
          </p:nvPr>
        </p:nvSpPr>
        <p:spPr>
          <a:xfrm>
            <a:off x="250826" y="1737401"/>
            <a:ext cx="1980000" cy="2669824"/>
          </a:xfrm>
        </p:spPr>
        <p:txBody>
          <a:bodyPr/>
          <a:lstStyle>
            <a:lvl1pPr>
              <a:spcAft>
                <a:spcPts val="250"/>
              </a:spcAft>
              <a:defRPr sz="1400"/>
            </a:lvl1pPr>
            <a:lvl2pPr>
              <a:spcAft>
                <a:spcPts val="250"/>
              </a:spcAft>
              <a:defRPr sz="1250"/>
            </a:lvl2pPr>
          </a:lstStyle>
          <a:p>
            <a:pPr lvl="0"/>
            <a:r>
              <a:rPr lang="de-DE"/>
              <a:t>Mastertextformat bearbeiten</a:t>
            </a:r>
          </a:p>
          <a:p>
            <a:pPr lvl="1"/>
            <a:r>
              <a:rPr lang="de-DE"/>
              <a:t>Zweite Ebene</a:t>
            </a:r>
          </a:p>
        </p:txBody>
      </p:sp>
      <p:sp>
        <p:nvSpPr>
          <p:cNvPr id="10" name="Inhaltsplatzhalter 5">
            <a:extLst>
              <a:ext uri="{FF2B5EF4-FFF2-40B4-BE49-F238E27FC236}">
                <a16:creationId xmlns:a16="http://schemas.microsoft.com/office/drawing/2014/main" id="{8D50A665-8FFA-57CF-E520-C47700D9C4B0}"/>
              </a:ext>
            </a:extLst>
          </p:cNvPr>
          <p:cNvSpPr>
            <a:spLocks noGrp="1"/>
          </p:cNvSpPr>
          <p:nvPr>
            <p:ph sz="quarter" idx="20"/>
          </p:nvPr>
        </p:nvSpPr>
        <p:spPr>
          <a:xfrm>
            <a:off x="2472392" y="1737401"/>
            <a:ext cx="1980000" cy="2669824"/>
          </a:xfrm>
        </p:spPr>
        <p:txBody>
          <a:bodyPr/>
          <a:lstStyle>
            <a:lvl1pPr>
              <a:spcAft>
                <a:spcPts val="250"/>
              </a:spcAft>
              <a:defRPr sz="1400"/>
            </a:lvl1pPr>
            <a:lvl2pPr>
              <a:spcAft>
                <a:spcPts val="250"/>
              </a:spcAft>
              <a:defRPr sz="1250"/>
            </a:lvl2pPr>
          </a:lstStyle>
          <a:p>
            <a:pPr lvl="0"/>
            <a:r>
              <a:rPr lang="de-DE"/>
              <a:t>Mastertextformat bearbeiten</a:t>
            </a:r>
          </a:p>
          <a:p>
            <a:pPr lvl="1"/>
            <a:r>
              <a:rPr lang="de-DE"/>
              <a:t>Zweite Ebene</a:t>
            </a:r>
          </a:p>
        </p:txBody>
      </p:sp>
      <p:sp>
        <p:nvSpPr>
          <p:cNvPr id="11" name="Inhaltsplatzhalter 5">
            <a:extLst>
              <a:ext uri="{FF2B5EF4-FFF2-40B4-BE49-F238E27FC236}">
                <a16:creationId xmlns:a16="http://schemas.microsoft.com/office/drawing/2014/main" id="{229E8EF7-210C-1290-FCD7-71AE1D7D5B50}"/>
              </a:ext>
            </a:extLst>
          </p:cNvPr>
          <p:cNvSpPr>
            <a:spLocks noGrp="1"/>
          </p:cNvSpPr>
          <p:nvPr>
            <p:ph sz="quarter" idx="21"/>
          </p:nvPr>
        </p:nvSpPr>
        <p:spPr>
          <a:xfrm>
            <a:off x="4692784" y="1737401"/>
            <a:ext cx="1980000" cy="2669824"/>
          </a:xfrm>
        </p:spPr>
        <p:txBody>
          <a:bodyPr/>
          <a:lstStyle>
            <a:lvl1pPr>
              <a:spcAft>
                <a:spcPts val="250"/>
              </a:spcAft>
              <a:defRPr sz="1400"/>
            </a:lvl1pPr>
            <a:lvl2pPr>
              <a:spcAft>
                <a:spcPts val="250"/>
              </a:spcAft>
              <a:defRPr sz="1250"/>
            </a:lvl2pPr>
          </a:lstStyle>
          <a:p>
            <a:pPr lvl="0"/>
            <a:r>
              <a:rPr lang="de-DE"/>
              <a:t>Mastertextformat bearbeiten</a:t>
            </a:r>
          </a:p>
          <a:p>
            <a:pPr lvl="1"/>
            <a:r>
              <a:rPr lang="de-DE"/>
              <a:t>Zweite Ebene</a:t>
            </a:r>
          </a:p>
        </p:txBody>
      </p:sp>
      <p:cxnSp>
        <p:nvCxnSpPr>
          <p:cNvPr id="13" name="Gerade Verbindung 12">
            <a:extLst>
              <a:ext uri="{FF2B5EF4-FFF2-40B4-BE49-F238E27FC236}">
                <a16:creationId xmlns:a16="http://schemas.microsoft.com/office/drawing/2014/main" id="{6EDE5DF8-451D-F38F-A20F-884772F97EBE}"/>
              </a:ext>
            </a:extLst>
          </p:cNvPr>
          <p:cNvCxnSpPr>
            <a:cxnSpLocks/>
          </p:cNvCxnSpPr>
          <p:nvPr userDrawn="1"/>
        </p:nvCxnSpPr>
        <p:spPr>
          <a:xfrm>
            <a:off x="250825" y="1692000"/>
            <a:ext cx="198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Gerade Verbindung 13">
            <a:extLst>
              <a:ext uri="{FF2B5EF4-FFF2-40B4-BE49-F238E27FC236}">
                <a16:creationId xmlns:a16="http://schemas.microsoft.com/office/drawing/2014/main" id="{E102C3D9-7C59-9578-5D6B-A331D3A202DB}"/>
              </a:ext>
            </a:extLst>
          </p:cNvPr>
          <p:cNvCxnSpPr>
            <a:cxnSpLocks/>
          </p:cNvCxnSpPr>
          <p:nvPr userDrawn="1"/>
        </p:nvCxnSpPr>
        <p:spPr>
          <a:xfrm>
            <a:off x="2472392" y="1692000"/>
            <a:ext cx="198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 Verbindung 14">
            <a:extLst>
              <a:ext uri="{FF2B5EF4-FFF2-40B4-BE49-F238E27FC236}">
                <a16:creationId xmlns:a16="http://schemas.microsoft.com/office/drawing/2014/main" id="{29ABA6B6-CA75-EC82-D2D7-F79941E04079}"/>
              </a:ext>
            </a:extLst>
          </p:cNvPr>
          <p:cNvCxnSpPr>
            <a:cxnSpLocks/>
          </p:cNvCxnSpPr>
          <p:nvPr userDrawn="1"/>
        </p:nvCxnSpPr>
        <p:spPr>
          <a:xfrm>
            <a:off x="4692784" y="1692000"/>
            <a:ext cx="19800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platzhalter 2">
            <a:extLst>
              <a:ext uri="{FF2B5EF4-FFF2-40B4-BE49-F238E27FC236}">
                <a16:creationId xmlns:a16="http://schemas.microsoft.com/office/drawing/2014/main" id="{6FE90856-72DB-0E3E-A2E9-F41F486DB687}"/>
              </a:ext>
            </a:extLst>
          </p:cNvPr>
          <p:cNvSpPr>
            <a:spLocks noGrp="1"/>
          </p:cNvSpPr>
          <p:nvPr>
            <p:ph type="body" idx="22"/>
          </p:nvPr>
        </p:nvSpPr>
        <p:spPr>
          <a:xfrm>
            <a:off x="6913175" y="1137844"/>
            <a:ext cx="1980000" cy="554156"/>
          </a:xfrm>
        </p:spPr>
        <p:txBody>
          <a:bodyPr anchor="b" anchorCtr="0">
            <a:normAutofit/>
          </a:bodyPr>
          <a:lstStyle>
            <a:lvl1pPr marL="0" indent="0" algn="ctr">
              <a:spcAft>
                <a:spcPts val="0"/>
              </a:spcAft>
              <a:buNone/>
              <a:defRPr sz="1500" b="0" i="0" u="none">
                <a:solidFill>
                  <a:schemeClr val="accent1"/>
                </a:solidFill>
                <a:latin typeface="Calibri Light" panose="020F0302020204030204" pitchFamily="34" charset="0"/>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5" name="Inhaltsplatzhalter 5">
            <a:extLst>
              <a:ext uri="{FF2B5EF4-FFF2-40B4-BE49-F238E27FC236}">
                <a16:creationId xmlns:a16="http://schemas.microsoft.com/office/drawing/2014/main" id="{13073683-9DF1-30E8-38DF-67BE7EA00BD5}"/>
              </a:ext>
            </a:extLst>
          </p:cNvPr>
          <p:cNvSpPr>
            <a:spLocks noGrp="1"/>
          </p:cNvSpPr>
          <p:nvPr>
            <p:ph sz="quarter" idx="23"/>
          </p:nvPr>
        </p:nvSpPr>
        <p:spPr>
          <a:xfrm>
            <a:off x="6912000" y="1737401"/>
            <a:ext cx="1980000" cy="2669824"/>
          </a:xfrm>
        </p:spPr>
        <p:txBody>
          <a:bodyPr/>
          <a:lstStyle>
            <a:lvl1pPr>
              <a:spcAft>
                <a:spcPts val="250"/>
              </a:spcAft>
              <a:defRPr sz="1400"/>
            </a:lvl1pPr>
            <a:lvl2pPr>
              <a:spcAft>
                <a:spcPts val="250"/>
              </a:spcAft>
              <a:defRPr sz="1250"/>
            </a:lvl2pPr>
          </a:lstStyle>
          <a:p>
            <a:pPr lvl="0"/>
            <a:r>
              <a:rPr lang="de-DE"/>
              <a:t>Mastertextformat bearbeiten</a:t>
            </a:r>
          </a:p>
          <a:p>
            <a:pPr lvl="1"/>
            <a:r>
              <a:rPr lang="de-DE"/>
              <a:t>Zweite Ebene</a:t>
            </a:r>
          </a:p>
        </p:txBody>
      </p:sp>
      <p:cxnSp>
        <p:nvCxnSpPr>
          <p:cNvPr id="12" name="Gerade Verbindung 11">
            <a:extLst>
              <a:ext uri="{FF2B5EF4-FFF2-40B4-BE49-F238E27FC236}">
                <a16:creationId xmlns:a16="http://schemas.microsoft.com/office/drawing/2014/main" id="{48EF8B09-AD55-B83A-5E5F-46C0DE8D10D6}"/>
              </a:ext>
            </a:extLst>
          </p:cNvPr>
          <p:cNvCxnSpPr>
            <a:cxnSpLocks/>
          </p:cNvCxnSpPr>
          <p:nvPr userDrawn="1"/>
        </p:nvCxnSpPr>
        <p:spPr>
          <a:xfrm>
            <a:off x="6910825" y="1692000"/>
            <a:ext cx="1980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3533991"/>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 Spalten mit Subheads">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CD06B8-A1E2-5251-CBFA-A80FF9BA32A7}"/>
              </a:ext>
            </a:extLst>
          </p:cNvPr>
          <p:cNvSpPr>
            <a:spLocks noGrp="1"/>
          </p:cNvSpPr>
          <p:nvPr>
            <p:ph type="title"/>
          </p:nvPr>
        </p:nvSpPr>
        <p:spPr>
          <a:xfrm>
            <a:off x="250825" y="273844"/>
            <a:ext cx="8640000" cy="864000"/>
          </a:xfrm>
        </p:spPr>
        <p:txBody>
          <a:bodyPr/>
          <a:lstStyle/>
          <a:p>
            <a:r>
              <a:rPr lang="de-DE"/>
              <a:t>Mastertitelformat bearbeiten</a:t>
            </a:r>
          </a:p>
        </p:txBody>
      </p:sp>
      <p:sp>
        <p:nvSpPr>
          <p:cNvPr id="3" name="Textplatzhalter 2">
            <a:extLst>
              <a:ext uri="{FF2B5EF4-FFF2-40B4-BE49-F238E27FC236}">
                <a16:creationId xmlns:a16="http://schemas.microsoft.com/office/drawing/2014/main" id="{934A8320-F5FD-CF14-49C1-1C7C3D32279F}"/>
              </a:ext>
            </a:extLst>
          </p:cNvPr>
          <p:cNvSpPr>
            <a:spLocks noGrp="1"/>
          </p:cNvSpPr>
          <p:nvPr>
            <p:ph type="body" idx="1"/>
          </p:nvPr>
        </p:nvSpPr>
        <p:spPr>
          <a:xfrm>
            <a:off x="252000" y="950918"/>
            <a:ext cx="1530000" cy="741082"/>
          </a:xfrm>
        </p:spPr>
        <p:txBody>
          <a:bodyPr wrap="square" anchor="b" anchorCtr="0">
            <a:noAutofit/>
          </a:bodyPr>
          <a:lstStyle>
            <a:lvl1pPr marL="0" indent="0" algn="l">
              <a:spcAft>
                <a:spcPts val="0"/>
              </a:spcAft>
              <a:buNone/>
              <a:defRPr sz="1300" b="0" i="0" u="none">
                <a:solidFill>
                  <a:schemeClr val="accent1"/>
                </a:solidFill>
                <a:latin typeface="+mn-lt"/>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7" name="Datumsplatzhalter 6">
            <a:extLst>
              <a:ext uri="{FF2B5EF4-FFF2-40B4-BE49-F238E27FC236}">
                <a16:creationId xmlns:a16="http://schemas.microsoft.com/office/drawing/2014/main" id="{85C099D0-C600-D3E7-43E6-9E62BFAA5ACF}"/>
              </a:ext>
            </a:extLst>
          </p:cNvPr>
          <p:cNvSpPr>
            <a:spLocks noGrp="1"/>
          </p:cNvSpPr>
          <p:nvPr>
            <p:ph type="dt" sz="half" idx="10"/>
          </p:nvPr>
        </p:nvSpPr>
        <p:spPr/>
        <p:txBody>
          <a:bodyPr/>
          <a:lstStyle/>
          <a:p>
            <a:r>
              <a:rPr lang="de-AT"/>
              <a:t>20. Januar 2023</a:t>
            </a:r>
            <a:endParaRPr lang="de-DE"/>
          </a:p>
        </p:txBody>
      </p:sp>
      <p:sp>
        <p:nvSpPr>
          <p:cNvPr id="8" name="Fußzeilenplatzhalter 7">
            <a:extLst>
              <a:ext uri="{FF2B5EF4-FFF2-40B4-BE49-F238E27FC236}">
                <a16:creationId xmlns:a16="http://schemas.microsoft.com/office/drawing/2014/main" id="{7B28A75D-3FBC-0EA4-68B6-637BD20F816B}"/>
              </a:ext>
            </a:extLst>
          </p:cNvPr>
          <p:cNvSpPr>
            <a:spLocks noGrp="1"/>
          </p:cNvSpPr>
          <p:nvPr>
            <p:ph type="ftr" sz="quarter" idx="11"/>
          </p:nvPr>
        </p:nvSpPr>
        <p:spPr/>
        <p:txBody>
          <a:bodyPr/>
          <a:lstStyle>
            <a:lvl1pPr algn="r">
              <a:defRPr/>
            </a:lvl1pPr>
          </a:lstStyle>
          <a:p>
            <a:endParaRPr lang="de-DE"/>
          </a:p>
        </p:txBody>
      </p:sp>
      <p:sp>
        <p:nvSpPr>
          <p:cNvPr id="9" name="Foliennummernplatzhalter 8">
            <a:extLst>
              <a:ext uri="{FF2B5EF4-FFF2-40B4-BE49-F238E27FC236}">
                <a16:creationId xmlns:a16="http://schemas.microsoft.com/office/drawing/2014/main" id="{2775DA80-265D-1EBE-6354-F96BD563F381}"/>
              </a:ext>
            </a:extLst>
          </p:cNvPr>
          <p:cNvSpPr>
            <a:spLocks noGrp="1"/>
          </p:cNvSpPr>
          <p:nvPr>
            <p:ph type="sldNum" sz="quarter" idx="12"/>
          </p:nvPr>
        </p:nvSpPr>
        <p:spPr/>
        <p:txBody>
          <a:bodyPr/>
          <a:lstStyle/>
          <a:p>
            <a:fld id="{8A659B55-214A-9244-B2C4-88C435D949E0}" type="slidenum">
              <a:rPr lang="de-DE" smtClean="0"/>
              <a:t>‹#›</a:t>
            </a:fld>
            <a:endParaRPr lang="de-DE"/>
          </a:p>
        </p:txBody>
      </p:sp>
      <p:sp>
        <p:nvSpPr>
          <p:cNvPr id="16" name="Textplatzhalter 2">
            <a:extLst>
              <a:ext uri="{FF2B5EF4-FFF2-40B4-BE49-F238E27FC236}">
                <a16:creationId xmlns:a16="http://schemas.microsoft.com/office/drawing/2014/main" id="{36B1DFE9-EB79-CAFE-DE69-CB140E6D30D8}"/>
              </a:ext>
            </a:extLst>
          </p:cNvPr>
          <p:cNvSpPr>
            <a:spLocks noGrp="1"/>
          </p:cNvSpPr>
          <p:nvPr>
            <p:ph type="body" idx="13"/>
          </p:nvPr>
        </p:nvSpPr>
        <p:spPr>
          <a:xfrm>
            <a:off x="2026800" y="950918"/>
            <a:ext cx="1530000" cy="741082"/>
          </a:xfrm>
        </p:spPr>
        <p:txBody>
          <a:bodyPr wrap="square" anchor="b" anchorCtr="0">
            <a:noAutofit/>
          </a:bodyPr>
          <a:lstStyle>
            <a:lvl1pPr marL="0" indent="0" algn="l">
              <a:spcAft>
                <a:spcPts val="0"/>
              </a:spcAft>
              <a:buNone/>
              <a:defRPr sz="1300" b="0" i="0" u="none">
                <a:solidFill>
                  <a:schemeClr val="accent1"/>
                </a:solidFill>
                <a:latin typeface="+mn-lt"/>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18" name="Textplatzhalter 2">
            <a:extLst>
              <a:ext uri="{FF2B5EF4-FFF2-40B4-BE49-F238E27FC236}">
                <a16:creationId xmlns:a16="http://schemas.microsoft.com/office/drawing/2014/main" id="{9096A13F-AC91-C577-8CFB-9E4B1824B640}"/>
              </a:ext>
            </a:extLst>
          </p:cNvPr>
          <p:cNvSpPr>
            <a:spLocks noGrp="1"/>
          </p:cNvSpPr>
          <p:nvPr>
            <p:ph type="body" idx="15"/>
          </p:nvPr>
        </p:nvSpPr>
        <p:spPr>
          <a:xfrm>
            <a:off x="3805200" y="950918"/>
            <a:ext cx="1530000" cy="741082"/>
          </a:xfrm>
        </p:spPr>
        <p:txBody>
          <a:bodyPr wrap="square" anchor="b" anchorCtr="0">
            <a:noAutofit/>
          </a:bodyPr>
          <a:lstStyle>
            <a:lvl1pPr marL="0" indent="0" algn="l">
              <a:spcAft>
                <a:spcPts val="0"/>
              </a:spcAft>
              <a:buNone/>
              <a:defRPr sz="1300" b="0" i="0" u="none">
                <a:solidFill>
                  <a:schemeClr val="accent1"/>
                </a:solidFill>
                <a:latin typeface="+mn-lt"/>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6" name="Inhaltsplatzhalter 5">
            <a:extLst>
              <a:ext uri="{FF2B5EF4-FFF2-40B4-BE49-F238E27FC236}">
                <a16:creationId xmlns:a16="http://schemas.microsoft.com/office/drawing/2014/main" id="{2BA1A62A-1A50-148A-6451-9EBFA9ED5675}"/>
              </a:ext>
            </a:extLst>
          </p:cNvPr>
          <p:cNvSpPr>
            <a:spLocks noGrp="1"/>
          </p:cNvSpPr>
          <p:nvPr>
            <p:ph sz="quarter" idx="19"/>
          </p:nvPr>
        </p:nvSpPr>
        <p:spPr>
          <a:xfrm>
            <a:off x="250826" y="1737401"/>
            <a:ext cx="1530000" cy="2669824"/>
          </a:xfrm>
        </p:spPr>
        <p:txBody>
          <a:bodyPr>
            <a:noAutofit/>
          </a:bodyPr>
          <a:lstStyle>
            <a:lvl1pPr>
              <a:spcAft>
                <a:spcPts val="250"/>
              </a:spcAft>
              <a:defRPr sz="1200"/>
            </a:lvl1pPr>
            <a:lvl2pPr>
              <a:spcAft>
                <a:spcPts val="250"/>
              </a:spcAft>
              <a:defRPr sz="1200"/>
            </a:lvl2pPr>
          </a:lstStyle>
          <a:p>
            <a:pPr lvl="0"/>
            <a:r>
              <a:rPr lang="de-DE"/>
              <a:t>Mastertextformat bearbeiten</a:t>
            </a:r>
          </a:p>
          <a:p>
            <a:pPr lvl="1"/>
            <a:r>
              <a:rPr lang="de-DE"/>
              <a:t>Zweite Ebene</a:t>
            </a:r>
          </a:p>
        </p:txBody>
      </p:sp>
      <p:sp>
        <p:nvSpPr>
          <p:cNvPr id="10" name="Inhaltsplatzhalter 5">
            <a:extLst>
              <a:ext uri="{FF2B5EF4-FFF2-40B4-BE49-F238E27FC236}">
                <a16:creationId xmlns:a16="http://schemas.microsoft.com/office/drawing/2014/main" id="{8D50A665-8FFA-57CF-E520-C47700D9C4B0}"/>
              </a:ext>
            </a:extLst>
          </p:cNvPr>
          <p:cNvSpPr>
            <a:spLocks noGrp="1"/>
          </p:cNvSpPr>
          <p:nvPr>
            <p:ph sz="quarter" idx="20"/>
          </p:nvPr>
        </p:nvSpPr>
        <p:spPr>
          <a:xfrm>
            <a:off x="2026800" y="1737401"/>
            <a:ext cx="1530000" cy="2669824"/>
          </a:xfrm>
        </p:spPr>
        <p:txBody>
          <a:bodyPr>
            <a:noAutofit/>
          </a:bodyPr>
          <a:lstStyle>
            <a:lvl1pPr>
              <a:spcAft>
                <a:spcPts val="250"/>
              </a:spcAft>
              <a:defRPr sz="1200"/>
            </a:lvl1pPr>
            <a:lvl2pPr>
              <a:spcAft>
                <a:spcPts val="250"/>
              </a:spcAft>
              <a:defRPr sz="1200"/>
            </a:lvl2pPr>
          </a:lstStyle>
          <a:p>
            <a:pPr lvl="0"/>
            <a:r>
              <a:rPr lang="de-DE"/>
              <a:t>Mastertextformat bearbeiten</a:t>
            </a:r>
          </a:p>
          <a:p>
            <a:pPr lvl="1"/>
            <a:r>
              <a:rPr lang="de-DE"/>
              <a:t>Zweite Ebene</a:t>
            </a:r>
          </a:p>
        </p:txBody>
      </p:sp>
      <p:sp>
        <p:nvSpPr>
          <p:cNvPr id="11" name="Inhaltsplatzhalter 5">
            <a:extLst>
              <a:ext uri="{FF2B5EF4-FFF2-40B4-BE49-F238E27FC236}">
                <a16:creationId xmlns:a16="http://schemas.microsoft.com/office/drawing/2014/main" id="{229E8EF7-210C-1290-FCD7-71AE1D7D5B50}"/>
              </a:ext>
            </a:extLst>
          </p:cNvPr>
          <p:cNvSpPr>
            <a:spLocks noGrp="1"/>
          </p:cNvSpPr>
          <p:nvPr>
            <p:ph sz="quarter" idx="21"/>
          </p:nvPr>
        </p:nvSpPr>
        <p:spPr>
          <a:xfrm>
            <a:off x="3805200" y="1737401"/>
            <a:ext cx="1530000" cy="2669824"/>
          </a:xfrm>
        </p:spPr>
        <p:txBody>
          <a:bodyPr>
            <a:noAutofit/>
          </a:bodyPr>
          <a:lstStyle>
            <a:lvl1pPr>
              <a:spcAft>
                <a:spcPts val="250"/>
              </a:spcAft>
              <a:defRPr sz="1200"/>
            </a:lvl1pPr>
            <a:lvl2pPr>
              <a:spcAft>
                <a:spcPts val="250"/>
              </a:spcAft>
              <a:defRPr sz="1200"/>
            </a:lvl2pPr>
          </a:lstStyle>
          <a:p>
            <a:pPr lvl="0"/>
            <a:r>
              <a:rPr lang="de-DE"/>
              <a:t>Mastertextformat bearbeiten</a:t>
            </a:r>
          </a:p>
          <a:p>
            <a:pPr lvl="1"/>
            <a:r>
              <a:rPr lang="de-DE"/>
              <a:t>Zweite Ebene</a:t>
            </a:r>
          </a:p>
        </p:txBody>
      </p:sp>
      <p:cxnSp>
        <p:nvCxnSpPr>
          <p:cNvPr id="13" name="Gerade Verbindung 12">
            <a:extLst>
              <a:ext uri="{FF2B5EF4-FFF2-40B4-BE49-F238E27FC236}">
                <a16:creationId xmlns:a16="http://schemas.microsoft.com/office/drawing/2014/main" id="{6EDE5DF8-451D-F38F-A20F-884772F97EBE}"/>
              </a:ext>
            </a:extLst>
          </p:cNvPr>
          <p:cNvCxnSpPr>
            <a:cxnSpLocks/>
          </p:cNvCxnSpPr>
          <p:nvPr userDrawn="1"/>
        </p:nvCxnSpPr>
        <p:spPr>
          <a:xfrm>
            <a:off x="250825" y="1692000"/>
            <a:ext cx="153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Gerade Verbindung 13">
            <a:extLst>
              <a:ext uri="{FF2B5EF4-FFF2-40B4-BE49-F238E27FC236}">
                <a16:creationId xmlns:a16="http://schemas.microsoft.com/office/drawing/2014/main" id="{E102C3D9-7C59-9578-5D6B-A331D3A202DB}"/>
              </a:ext>
            </a:extLst>
          </p:cNvPr>
          <p:cNvCxnSpPr>
            <a:cxnSpLocks/>
          </p:cNvCxnSpPr>
          <p:nvPr userDrawn="1"/>
        </p:nvCxnSpPr>
        <p:spPr>
          <a:xfrm>
            <a:off x="2027538" y="1692000"/>
            <a:ext cx="153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 Verbindung 14">
            <a:extLst>
              <a:ext uri="{FF2B5EF4-FFF2-40B4-BE49-F238E27FC236}">
                <a16:creationId xmlns:a16="http://schemas.microsoft.com/office/drawing/2014/main" id="{29ABA6B6-CA75-EC82-D2D7-F79941E04079}"/>
              </a:ext>
            </a:extLst>
          </p:cNvPr>
          <p:cNvCxnSpPr>
            <a:cxnSpLocks/>
          </p:cNvCxnSpPr>
          <p:nvPr userDrawn="1"/>
        </p:nvCxnSpPr>
        <p:spPr>
          <a:xfrm>
            <a:off x="3804251" y="1692000"/>
            <a:ext cx="15300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platzhalter 2">
            <a:extLst>
              <a:ext uri="{FF2B5EF4-FFF2-40B4-BE49-F238E27FC236}">
                <a16:creationId xmlns:a16="http://schemas.microsoft.com/office/drawing/2014/main" id="{6FE90856-72DB-0E3E-A2E9-F41F486DB687}"/>
              </a:ext>
            </a:extLst>
          </p:cNvPr>
          <p:cNvSpPr>
            <a:spLocks noGrp="1"/>
          </p:cNvSpPr>
          <p:nvPr>
            <p:ph type="body" idx="22"/>
          </p:nvPr>
        </p:nvSpPr>
        <p:spPr>
          <a:xfrm>
            <a:off x="5580000" y="950918"/>
            <a:ext cx="1530000" cy="741082"/>
          </a:xfrm>
        </p:spPr>
        <p:txBody>
          <a:bodyPr wrap="square" anchor="b" anchorCtr="0">
            <a:noAutofit/>
          </a:bodyPr>
          <a:lstStyle>
            <a:lvl1pPr marL="0" indent="0" algn="l">
              <a:spcAft>
                <a:spcPts val="0"/>
              </a:spcAft>
              <a:buNone/>
              <a:defRPr sz="1300" b="0" i="0" u="none">
                <a:solidFill>
                  <a:schemeClr val="accent1"/>
                </a:solidFill>
                <a:latin typeface="+mn-lt"/>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5" name="Inhaltsplatzhalter 5">
            <a:extLst>
              <a:ext uri="{FF2B5EF4-FFF2-40B4-BE49-F238E27FC236}">
                <a16:creationId xmlns:a16="http://schemas.microsoft.com/office/drawing/2014/main" id="{13073683-9DF1-30E8-38DF-67BE7EA00BD5}"/>
              </a:ext>
            </a:extLst>
          </p:cNvPr>
          <p:cNvSpPr>
            <a:spLocks noGrp="1"/>
          </p:cNvSpPr>
          <p:nvPr>
            <p:ph sz="quarter" idx="23"/>
          </p:nvPr>
        </p:nvSpPr>
        <p:spPr>
          <a:xfrm>
            <a:off x="5580000" y="1737401"/>
            <a:ext cx="1530000" cy="2669824"/>
          </a:xfrm>
        </p:spPr>
        <p:txBody>
          <a:bodyPr>
            <a:noAutofit/>
          </a:bodyPr>
          <a:lstStyle>
            <a:lvl1pPr>
              <a:spcAft>
                <a:spcPts val="250"/>
              </a:spcAft>
              <a:defRPr sz="1200"/>
            </a:lvl1pPr>
            <a:lvl2pPr>
              <a:spcAft>
                <a:spcPts val="250"/>
              </a:spcAft>
              <a:defRPr sz="1200"/>
            </a:lvl2pPr>
          </a:lstStyle>
          <a:p>
            <a:pPr lvl="0"/>
            <a:r>
              <a:rPr lang="de-DE"/>
              <a:t>Mastertextformat bearbeiten</a:t>
            </a:r>
          </a:p>
          <a:p>
            <a:pPr lvl="1"/>
            <a:r>
              <a:rPr lang="de-DE"/>
              <a:t>Zweite Ebene</a:t>
            </a:r>
          </a:p>
        </p:txBody>
      </p:sp>
      <p:cxnSp>
        <p:nvCxnSpPr>
          <p:cNvPr id="12" name="Gerade Verbindung 11">
            <a:extLst>
              <a:ext uri="{FF2B5EF4-FFF2-40B4-BE49-F238E27FC236}">
                <a16:creationId xmlns:a16="http://schemas.microsoft.com/office/drawing/2014/main" id="{48EF8B09-AD55-B83A-5E5F-46C0DE8D10D6}"/>
              </a:ext>
            </a:extLst>
          </p:cNvPr>
          <p:cNvCxnSpPr>
            <a:cxnSpLocks/>
          </p:cNvCxnSpPr>
          <p:nvPr userDrawn="1"/>
        </p:nvCxnSpPr>
        <p:spPr>
          <a:xfrm>
            <a:off x="5580964" y="1692000"/>
            <a:ext cx="1530000"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platzhalter 2">
            <a:extLst>
              <a:ext uri="{FF2B5EF4-FFF2-40B4-BE49-F238E27FC236}">
                <a16:creationId xmlns:a16="http://schemas.microsoft.com/office/drawing/2014/main" id="{3CA9F027-A849-87A4-E736-3053AB74B4E3}"/>
              </a:ext>
            </a:extLst>
          </p:cNvPr>
          <p:cNvSpPr>
            <a:spLocks noGrp="1"/>
          </p:cNvSpPr>
          <p:nvPr>
            <p:ph type="body" idx="24"/>
          </p:nvPr>
        </p:nvSpPr>
        <p:spPr>
          <a:xfrm>
            <a:off x="7360028" y="950918"/>
            <a:ext cx="1530000" cy="741082"/>
          </a:xfrm>
        </p:spPr>
        <p:txBody>
          <a:bodyPr wrap="square" anchor="b" anchorCtr="0">
            <a:noAutofit/>
          </a:bodyPr>
          <a:lstStyle>
            <a:lvl1pPr marL="0" indent="0" algn="l">
              <a:spcAft>
                <a:spcPts val="0"/>
              </a:spcAft>
              <a:buNone/>
              <a:defRPr sz="1300" b="0" i="0" u="none">
                <a:solidFill>
                  <a:schemeClr val="accent1"/>
                </a:solidFill>
                <a:latin typeface="+mn-lt"/>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19" name="Inhaltsplatzhalter 5">
            <a:extLst>
              <a:ext uri="{FF2B5EF4-FFF2-40B4-BE49-F238E27FC236}">
                <a16:creationId xmlns:a16="http://schemas.microsoft.com/office/drawing/2014/main" id="{FA2FBDB8-4038-74A9-2007-74CD8523189E}"/>
              </a:ext>
            </a:extLst>
          </p:cNvPr>
          <p:cNvSpPr>
            <a:spLocks noGrp="1"/>
          </p:cNvSpPr>
          <p:nvPr>
            <p:ph sz="quarter" idx="25"/>
          </p:nvPr>
        </p:nvSpPr>
        <p:spPr>
          <a:xfrm>
            <a:off x="7358853" y="1737401"/>
            <a:ext cx="1530000" cy="2669824"/>
          </a:xfrm>
        </p:spPr>
        <p:txBody>
          <a:bodyPr>
            <a:noAutofit/>
          </a:bodyPr>
          <a:lstStyle>
            <a:lvl1pPr>
              <a:spcAft>
                <a:spcPts val="250"/>
              </a:spcAft>
              <a:defRPr sz="1200"/>
            </a:lvl1pPr>
            <a:lvl2pPr>
              <a:spcAft>
                <a:spcPts val="250"/>
              </a:spcAft>
              <a:defRPr sz="1200"/>
            </a:lvl2pPr>
          </a:lstStyle>
          <a:p>
            <a:pPr lvl="0"/>
            <a:r>
              <a:rPr lang="de-DE"/>
              <a:t>Mastertextformat bearbeiten</a:t>
            </a:r>
          </a:p>
          <a:p>
            <a:pPr lvl="1"/>
            <a:r>
              <a:rPr lang="de-DE"/>
              <a:t>Zweite Ebene</a:t>
            </a:r>
          </a:p>
        </p:txBody>
      </p:sp>
      <p:cxnSp>
        <p:nvCxnSpPr>
          <p:cNvPr id="20" name="Gerade Verbindung 19">
            <a:extLst>
              <a:ext uri="{FF2B5EF4-FFF2-40B4-BE49-F238E27FC236}">
                <a16:creationId xmlns:a16="http://schemas.microsoft.com/office/drawing/2014/main" id="{EDEC4471-8ACF-3174-64A4-A9191A29860A}"/>
              </a:ext>
            </a:extLst>
          </p:cNvPr>
          <p:cNvCxnSpPr>
            <a:cxnSpLocks/>
          </p:cNvCxnSpPr>
          <p:nvPr userDrawn="1"/>
        </p:nvCxnSpPr>
        <p:spPr>
          <a:xfrm>
            <a:off x="7357678" y="1692000"/>
            <a:ext cx="1530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476840"/>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 Steps Entwicklu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CD06B8-A1E2-5251-CBFA-A80FF9BA32A7}"/>
              </a:ext>
            </a:extLst>
          </p:cNvPr>
          <p:cNvSpPr>
            <a:spLocks noGrp="1"/>
          </p:cNvSpPr>
          <p:nvPr>
            <p:ph type="title"/>
          </p:nvPr>
        </p:nvSpPr>
        <p:spPr>
          <a:xfrm>
            <a:off x="250825" y="273844"/>
            <a:ext cx="8640000" cy="864000"/>
          </a:xfrm>
        </p:spPr>
        <p:txBody>
          <a:bodyPr/>
          <a:lstStyle/>
          <a:p>
            <a:r>
              <a:rPr lang="de-DE"/>
              <a:t>Mastertitelformat bearbeiten</a:t>
            </a:r>
          </a:p>
        </p:txBody>
      </p:sp>
      <p:sp>
        <p:nvSpPr>
          <p:cNvPr id="3" name="Textplatzhalter 2">
            <a:extLst>
              <a:ext uri="{FF2B5EF4-FFF2-40B4-BE49-F238E27FC236}">
                <a16:creationId xmlns:a16="http://schemas.microsoft.com/office/drawing/2014/main" id="{934A8320-F5FD-CF14-49C1-1C7C3D32279F}"/>
              </a:ext>
            </a:extLst>
          </p:cNvPr>
          <p:cNvSpPr>
            <a:spLocks noGrp="1"/>
          </p:cNvSpPr>
          <p:nvPr>
            <p:ph type="body" idx="1"/>
          </p:nvPr>
        </p:nvSpPr>
        <p:spPr>
          <a:xfrm>
            <a:off x="252000" y="4107040"/>
            <a:ext cx="1530000" cy="268084"/>
          </a:xfrm>
        </p:spPr>
        <p:txBody>
          <a:bodyPr anchor="t" anchorCtr="0">
            <a:noAutofit/>
          </a:bodyPr>
          <a:lstStyle>
            <a:lvl1pPr marL="0" indent="0" algn="r">
              <a:spcAft>
                <a:spcPts val="0"/>
              </a:spcAft>
              <a:buNone/>
              <a:defRPr sz="1200" b="1" i="0" u="none">
                <a:solidFill>
                  <a:schemeClr val="accent1"/>
                </a:solidFill>
                <a:latin typeface="+mn-lt"/>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7" name="Datumsplatzhalter 6">
            <a:extLst>
              <a:ext uri="{FF2B5EF4-FFF2-40B4-BE49-F238E27FC236}">
                <a16:creationId xmlns:a16="http://schemas.microsoft.com/office/drawing/2014/main" id="{85C099D0-C600-D3E7-43E6-9E62BFAA5ACF}"/>
              </a:ext>
            </a:extLst>
          </p:cNvPr>
          <p:cNvSpPr>
            <a:spLocks noGrp="1"/>
          </p:cNvSpPr>
          <p:nvPr>
            <p:ph type="dt" sz="half" idx="10"/>
          </p:nvPr>
        </p:nvSpPr>
        <p:spPr/>
        <p:txBody>
          <a:bodyPr/>
          <a:lstStyle/>
          <a:p>
            <a:r>
              <a:rPr lang="de-AT"/>
              <a:t>20. Januar 2023</a:t>
            </a:r>
            <a:endParaRPr lang="de-DE"/>
          </a:p>
        </p:txBody>
      </p:sp>
      <p:sp>
        <p:nvSpPr>
          <p:cNvPr id="8" name="Fußzeilenplatzhalter 7">
            <a:extLst>
              <a:ext uri="{FF2B5EF4-FFF2-40B4-BE49-F238E27FC236}">
                <a16:creationId xmlns:a16="http://schemas.microsoft.com/office/drawing/2014/main" id="{7B28A75D-3FBC-0EA4-68B6-637BD20F816B}"/>
              </a:ext>
            </a:extLst>
          </p:cNvPr>
          <p:cNvSpPr>
            <a:spLocks noGrp="1"/>
          </p:cNvSpPr>
          <p:nvPr>
            <p:ph type="ftr" sz="quarter" idx="11"/>
          </p:nvPr>
        </p:nvSpPr>
        <p:spPr/>
        <p:txBody>
          <a:bodyPr/>
          <a:lstStyle>
            <a:lvl1pPr algn="r">
              <a:defRPr/>
            </a:lvl1pPr>
          </a:lstStyle>
          <a:p>
            <a:endParaRPr lang="de-DE"/>
          </a:p>
        </p:txBody>
      </p:sp>
      <p:sp>
        <p:nvSpPr>
          <p:cNvPr id="9" name="Foliennummernplatzhalter 8">
            <a:extLst>
              <a:ext uri="{FF2B5EF4-FFF2-40B4-BE49-F238E27FC236}">
                <a16:creationId xmlns:a16="http://schemas.microsoft.com/office/drawing/2014/main" id="{2775DA80-265D-1EBE-6354-F96BD563F381}"/>
              </a:ext>
            </a:extLst>
          </p:cNvPr>
          <p:cNvSpPr>
            <a:spLocks noGrp="1"/>
          </p:cNvSpPr>
          <p:nvPr>
            <p:ph type="sldNum" sz="quarter" idx="12"/>
          </p:nvPr>
        </p:nvSpPr>
        <p:spPr/>
        <p:txBody>
          <a:bodyPr/>
          <a:lstStyle/>
          <a:p>
            <a:fld id="{8A659B55-214A-9244-B2C4-88C435D949E0}" type="slidenum">
              <a:rPr lang="de-DE" smtClean="0"/>
              <a:t>‹#›</a:t>
            </a:fld>
            <a:endParaRPr lang="de-DE"/>
          </a:p>
        </p:txBody>
      </p:sp>
      <p:sp>
        <p:nvSpPr>
          <p:cNvPr id="16" name="Textplatzhalter 2">
            <a:extLst>
              <a:ext uri="{FF2B5EF4-FFF2-40B4-BE49-F238E27FC236}">
                <a16:creationId xmlns:a16="http://schemas.microsoft.com/office/drawing/2014/main" id="{36B1DFE9-EB79-CAFE-DE69-CB140E6D30D8}"/>
              </a:ext>
            </a:extLst>
          </p:cNvPr>
          <p:cNvSpPr>
            <a:spLocks noGrp="1"/>
          </p:cNvSpPr>
          <p:nvPr>
            <p:ph type="body" idx="13"/>
          </p:nvPr>
        </p:nvSpPr>
        <p:spPr>
          <a:xfrm>
            <a:off x="2026800" y="3977440"/>
            <a:ext cx="1530000" cy="268084"/>
          </a:xfrm>
        </p:spPr>
        <p:txBody>
          <a:bodyPr anchor="t" anchorCtr="0">
            <a:noAutofit/>
          </a:bodyPr>
          <a:lstStyle>
            <a:lvl1pPr marL="0" indent="0" algn="r">
              <a:spcAft>
                <a:spcPts val="0"/>
              </a:spcAft>
              <a:buNone/>
              <a:defRPr sz="1200" b="1" i="0" u="none">
                <a:solidFill>
                  <a:schemeClr val="accent1"/>
                </a:solidFill>
                <a:latin typeface="+mn-lt"/>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18" name="Textplatzhalter 2">
            <a:extLst>
              <a:ext uri="{FF2B5EF4-FFF2-40B4-BE49-F238E27FC236}">
                <a16:creationId xmlns:a16="http://schemas.microsoft.com/office/drawing/2014/main" id="{9096A13F-AC91-C577-8CFB-9E4B1824B640}"/>
              </a:ext>
            </a:extLst>
          </p:cNvPr>
          <p:cNvSpPr>
            <a:spLocks noGrp="1"/>
          </p:cNvSpPr>
          <p:nvPr>
            <p:ph type="body" idx="15"/>
          </p:nvPr>
        </p:nvSpPr>
        <p:spPr>
          <a:xfrm>
            <a:off x="3805200" y="3847840"/>
            <a:ext cx="1530000" cy="268084"/>
          </a:xfrm>
        </p:spPr>
        <p:txBody>
          <a:bodyPr anchor="t" anchorCtr="0">
            <a:noAutofit/>
          </a:bodyPr>
          <a:lstStyle>
            <a:lvl1pPr marL="0" indent="0" algn="r">
              <a:spcAft>
                <a:spcPts val="0"/>
              </a:spcAft>
              <a:buNone/>
              <a:defRPr sz="1200" b="1" i="0" u="none">
                <a:solidFill>
                  <a:schemeClr val="accent1"/>
                </a:solidFill>
                <a:latin typeface="+mn-lt"/>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6" name="Inhaltsplatzhalter 5">
            <a:extLst>
              <a:ext uri="{FF2B5EF4-FFF2-40B4-BE49-F238E27FC236}">
                <a16:creationId xmlns:a16="http://schemas.microsoft.com/office/drawing/2014/main" id="{2BA1A62A-1A50-148A-6451-9EBFA9ED5675}"/>
              </a:ext>
            </a:extLst>
          </p:cNvPr>
          <p:cNvSpPr>
            <a:spLocks noGrp="1"/>
          </p:cNvSpPr>
          <p:nvPr>
            <p:ph sz="quarter" idx="19"/>
          </p:nvPr>
        </p:nvSpPr>
        <p:spPr>
          <a:xfrm>
            <a:off x="250826" y="1561280"/>
            <a:ext cx="1530000" cy="2455180"/>
          </a:xfrm>
        </p:spPr>
        <p:txBody>
          <a:bodyPr anchor="b" anchorCtr="0">
            <a:noAutofit/>
          </a:bodyPr>
          <a:lstStyle>
            <a:lvl1pPr marL="0" indent="0">
              <a:spcAft>
                <a:spcPts val="250"/>
              </a:spcAft>
              <a:buNone/>
              <a:defRPr sz="1200"/>
            </a:lvl1pPr>
            <a:lvl2pPr marL="180000" indent="0">
              <a:spcAft>
                <a:spcPts val="250"/>
              </a:spcAft>
              <a:buNone/>
              <a:defRPr sz="1200"/>
            </a:lvl2pPr>
          </a:lstStyle>
          <a:p>
            <a:pPr lvl="0"/>
            <a:r>
              <a:rPr lang="de-DE"/>
              <a:t>Mastertextformat bearbeiten</a:t>
            </a:r>
          </a:p>
          <a:p>
            <a:pPr lvl="1"/>
            <a:r>
              <a:rPr lang="de-DE"/>
              <a:t>Zweite Ebene</a:t>
            </a:r>
          </a:p>
        </p:txBody>
      </p:sp>
      <p:sp>
        <p:nvSpPr>
          <p:cNvPr id="10" name="Inhaltsplatzhalter 5">
            <a:extLst>
              <a:ext uri="{FF2B5EF4-FFF2-40B4-BE49-F238E27FC236}">
                <a16:creationId xmlns:a16="http://schemas.microsoft.com/office/drawing/2014/main" id="{8D50A665-8FFA-57CF-E520-C47700D9C4B0}"/>
              </a:ext>
            </a:extLst>
          </p:cNvPr>
          <p:cNvSpPr>
            <a:spLocks noGrp="1"/>
          </p:cNvSpPr>
          <p:nvPr>
            <p:ph sz="quarter" idx="20"/>
          </p:nvPr>
        </p:nvSpPr>
        <p:spPr>
          <a:xfrm>
            <a:off x="2026800" y="1425101"/>
            <a:ext cx="1530000" cy="2455180"/>
          </a:xfrm>
        </p:spPr>
        <p:txBody>
          <a:bodyPr anchor="b" anchorCtr="0">
            <a:noAutofit/>
          </a:bodyPr>
          <a:lstStyle>
            <a:lvl1pPr marL="0" indent="0">
              <a:spcAft>
                <a:spcPts val="250"/>
              </a:spcAft>
              <a:buNone/>
              <a:defRPr sz="1200"/>
            </a:lvl1pPr>
            <a:lvl2pPr marL="180000" indent="0">
              <a:spcAft>
                <a:spcPts val="250"/>
              </a:spcAft>
              <a:buNone/>
              <a:defRPr sz="1200"/>
            </a:lvl2pPr>
          </a:lstStyle>
          <a:p>
            <a:pPr lvl="0"/>
            <a:r>
              <a:rPr lang="de-DE"/>
              <a:t>Mastertextformat bearbeiten</a:t>
            </a:r>
          </a:p>
          <a:p>
            <a:pPr lvl="1"/>
            <a:r>
              <a:rPr lang="de-DE"/>
              <a:t>Zweite Ebene</a:t>
            </a:r>
          </a:p>
        </p:txBody>
      </p:sp>
      <p:sp>
        <p:nvSpPr>
          <p:cNvPr id="11" name="Inhaltsplatzhalter 5">
            <a:extLst>
              <a:ext uri="{FF2B5EF4-FFF2-40B4-BE49-F238E27FC236}">
                <a16:creationId xmlns:a16="http://schemas.microsoft.com/office/drawing/2014/main" id="{229E8EF7-210C-1290-FCD7-71AE1D7D5B50}"/>
              </a:ext>
            </a:extLst>
          </p:cNvPr>
          <p:cNvSpPr>
            <a:spLocks noGrp="1"/>
          </p:cNvSpPr>
          <p:nvPr>
            <p:ph sz="quarter" idx="21"/>
          </p:nvPr>
        </p:nvSpPr>
        <p:spPr>
          <a:xfrm>
            <a:off x="3805200" y="1307484"/>
            <a:ext cx="1530000" cy="2455180"/>
          </a:xfrm>
        </p:spPr>
        <p:txBody>
          <a:bodyPr anchor="b" anchorCtr="0">
            <a:noAutofit/>
          </a:bodyPr>
          <a:lstStyle>
            <a:lvl1pPr marL="0" indent="0">
              <a:spcAft>
                <a:spcPts val="250"/>
              </a:spcAft>
              <a:buNone/>
              <a:defRPr sz="1200"/>
            </a:lvl1pPr>
            <a:lvl2pPr marL="180000" indent="0">
              <a:spcAft>
                <a:spcPts val="250"/>
              </a:spcAft>
              <a:buNone/>
              <a:defRPr sz="1200"/>
            </a:lvl2pPr>
          </a:lstStyle>
          <a:p>
            <a:pPr lvl="0"/>
            <a:r>
              <a:rPr lang="de-DE"/>
              <a:t>Mastertextformat bearbeiten</a:t>
            </a:r>
          </a:p>
          <a:p>
            <a:pPr lvl="1"/>
            <a:r>
              <a:rPr lang="de-DE"/>
              <a:t>Zweite Ebene</a:t>
            </a:r>
          </a:p>
        </p:txBody>
      </p:sp>
      <p:sp>
        <p:nvSpPr>
          <p:cNvPr id="4" name="Textplatzhalter 2">
            <a:extLst>
              <a:ext uri="{FF2B5EF4-FFF2-40B4-BE49-F238E27FC236}">
                <a16:creationId xmlns:a16="http://schemas.microsoft.com/office/drawing/2014/main" id="{6FE90856-72DB-0E3E-A2E9-F41F486DB687}"/>
              </a:ext>
            </a:extLst>
          </p:cNvPr>
          <p:cNvSpPr>
            <a:spLocks noGrp="1"/>
          </p:cNvSpPr>
          <p:nvPr>
            <p:ph type="body" idx="22"/>
          </p:nvPr>
        </p:nvSpPr>
        <p:spPr>
          <a:xfrm>
            <a:off x="5580000" y="3719481"/>
            <a:ext cx="1530000" cy="268084"/>
          </a:xfrm>
        </p:spPr>
        <p:txBody>
          <a:bodyPr anchor="t" anchorCtr="0">
            <a:noAutofit/>
          </a:bodyPr>
          <a:lstStyle>
            <a:lvl1pPr marL="0" indent="0" algn="r">
              <a:spcAft>
                <a:spcPts val="0"/>
              </a:spcAft>
              <a:buNone/>
              <a:defRPr sz="1200" b="1" i="0" u="none">
                <a:solidFill>
                  <a:schemeClr val="accent1"/>
                </a:solidFill>
                <a:latin typeface="+mn-lt"/>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5" name="Inhaltsplatzhalter 5">
            <a:extLst>
              <a:ext uri="{FF2B5EF4-FFF2-40B4-BE49-F238E27FC236}">
                <a16:creationId xmlns:a16="http://schemas.microsoft.com/office/drawing/2014/main" id="{13073683-9DF1-30E8-38DF-67BE7EA00BD5}"/>
              </a:ext>
            </a:extLst>
          </p:cNvPr>
          <p:cNvSpPr>
            <a:spLocks noGrp="1"/>
          </p:cNvSpPr>
          <p:nvPr>
            <p:ph sz="quarter" idx="23"/>
          </p:nvPr>
        </p:nvSpPr>
        <p:spPr>
          <a:xfrm>
            <a:off x="5580000" y="1171305"/>
            <a:ext cx="1530000" cy="2455180"/>
          </a:xfrm>
        </p:spPr>
        <p:txBody>
          <a:bodyPr anchor="b" anchorCtr="0">
            <a:noAutofit/>
          </a:bodyPr>
          <a:lstStyle>
            <a:lvl1pPr marL="0" indent="0">
              <a:spcAft>
                <a:spcPts val="250"/>
              </a:spcAft>
              <a:buNone/>
              <a:defRPr sz="1200"/>
            </a:lvl1pPr>
            <a:lvl2pPr marL="180000" indent="0">
              <a:spcAft>
                <a:spcPts val="250"/>
              </a:spcAft>
              <a:buNone/>
              <a:defRPr sz="1200"/>
            </a:lvl2pPr>
          </a:lstStyle>
          <a:p>
            <a:pPr lvl="0"/>
            <a:r>
              <a:rPr lang="de-DE"/>
              <a:t>Mastertextformat bearbeiten</a:t>
            </a:r>
          </a:p>
          <a:p>
            <a:pPr lvl="1"/>
            <a:r>
              <a:rPr lang="de-DE"/>
              <a:t>Zweite Ebene</a:t>
            </a:r>
          </a:p>
        </p:txBody>
      </p:sp>
      <p:sp>
        <p:nvSpPr>
          <p:cNvPr id="17" name="Textplatzhalter 2">
            <a:extLst>
              <a:ext uri="{FF2B5EF4-FFF2-40B4-BE49-F238E27FC236}">
                <a16:creationId xmlns:a16="http://schemas.microsoft.com/office/drawing/2014/main" id="{3CA9F027-A849-87A4-E736-3053AB74B4E3}"/>
              </a:ext>
            </a:extLst>
          </p:cNvPr>
          <p:cNvSpPr>
            <a:spLocks noGrp="1"/>
          </p:cNvSpPr>
          <p:nvPr>
            <p:ph type="body" idx="24"/>
          </p:nvPr>
        </p:nvSpPr>
        <p:spPr>
          <a:xfrm>
            <a:off x="7360028" y="3588640"/>
            <a:ext cx="1530000" cy="268084"/>
          </a:xfrm>
        </p:spPr>
        <p:txBody>
          <a:bodyPr anchor="t" anchorCtr="0">
            <a:noAutofit/>
          </a:bodyPr>
          <a:lstStyle>
            <a:lvl1pPr marL="0" indent="0" algn="r">
              <a:spcAft>
                <a:spcPts val="0"/>
              </a:spcAft>
              <a:buNone/>
              <a:defRPr sz="1200" b="1" i="0" u="none">
                <a:solidFill>
                  <a:schemeClr val="accent1"/>
                </a:solidFill>
                <a:latin typeface="+mn-lt"/>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19" name="Inhaltsplatzhalter 5">
            <a:extLst>
              <a:ext uri="{FF2B5EF4-FFF2-40B4-BE49-F238E27FC236}">
                <a16:creationId xmlns:a16="http://schemas.microsoft.com/office/drawing/2014/main" id="{FA2FBDB8-4038-74A9-2007-74CD8523189E}"/>
              </a:ext>
            </a:extLst>
          </p:cNvPr>
          <p:cNvSpPr>
            <a:spLocks noGrp="1"/>
          </p:cNvSpPr>
          <p:nvPr>
            <p:ph sz="quarter" idx="25"/>
          </p:nvPr>
        </p:nvSpPr>
        <p:spPr>
          <a:xfrm>
            <a:off x="7358853" y="1043030"/>
            <a:ext cx="1530000" cy="2455180"/>
          </a:xfrm>
        </p:spPr>
        <p:txBody>
          <a:bodyPr anchor="b" anchorCtr="0">
            <a:noAutofit/>
          </a:bodyPr>
          <a:lstStyle>
            <a:lvl1pPr marL="0" indent="0">
              <a:spcAft>
                <a:spcPts val="250"/>
              </a:spcAft>
              <a:buNone/>
              <a:defRPr sz="1200"/>
            </a:lvl1pPr>
            <a:lvl2pPr marL="180000" indent="0">
              <a:spcAft>
                <a:spcPts val="250"/>
              </a:spcAft>
              <a:buNone/>
              <a:defRPr sz="1200"/>
            </a:lvl2pPr>
          </a:lstStyle>
          <a:p>
            <a:pPr lvl="0"/>
            <a:r>
              <a:rPr lang="de-DE"/>
              <a:t>Mastertextformat bearbeiten</a:t>
            </a:r>
          </a:p>
          <a:p>
            <a:pPr lvl="1"/>
            <a:r>
              <a:rPr lang="de-DE"/>
              <a:t>Zweite Ebene</a:t>
            </a:r>
          </a:p>
        </p:txBody>
      </p:sp>
      <p:cxnSp>
        <p:nvCxnSpPr>
          <p:cNvPr id="13" name="Gerade Verbindung 12">
            <a:extLst>
              <a:ext uri="{FF2B5EF4-FFF2-40B4-BE49-F238E27FC236}">
                <a16:creationId xmlns:a16="http://schemas.microsoft.com/office/drawing/2014/main" id="{6EDE5DF8-451D-F38F-A20F-884772F97EBE}"/>
              </a:ext>
            </a:extLst>
          </p:cNvPr>
          <p:cNvCxnSpPr>
            <a:cxnSpLocks/>
          </p:cNvCxnSpPr>
          <p:nvPr userDrawn="1"/>
        </p:nvCxnSpPr>
        <p:spPr>
          <a:xfrm>
            <a:off x="250825" y="4071879"/>
            <a:ext cx="153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Gerade Verbindung 13">
            <a:extLst>
              <a:ext uri="{FF2B5EF4-FFF2-40B4-BE49-F238E27FC236}">
                <a16:creationId xmlns:a16="http://schemas.microsoft.com/office/drawing/2014/main" id="{E102C3D9-7C59-9578-5D6B-A331D3A202DB}"/>
              </a:ext>
            </a:extLst>
          </p:cNvPr>
          <p:cNvCxnSpPr>
            <a:cxnSpLocks/>
          </p:cNvCxnSpPr>
          <p:nvPr userDrawn="1"/>
        </p:nvCxnSpPr>
        <p:spPr>
          <a:xfrm>
            <a:off x="2027538" y="3942315"/>
            <a:ext cx="153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 Verbindung 14">
            <a:extLst>
              <a:ext uri="{FF2B5EF4-FFF2-40B4-BE49-F238E27FC236}">
                <a16:creationId xmlns:a16="http://schemas.microsoft.com/office/drawing/2014/main" id="{29ABA6B6-CA75-EC82-D2D7-F79941E04079}"/>
              </a:ext>
            </a:extLst>
          </p:cNvPr>
          <p:cNvCxnSpPr>
            <a:cxnSpLocks/>
          </p:cNvCxnSpPr>
          <p:nvPr userDrawn="1"/>
        </p:nvCxnSpPr>
        <p:spPr>
          <a:xfrm>
            <a:off x="3804251" y="3812753"/>
            <a:ext cx="153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Gerade Verbindung 11">
            <a:extLst>
              <a:ext uri="{FF2B5EF4-FFF2-40B4-BE49-F238E27FC236}">
                <a16:creationId xmlns:a16="http://schemas.microsoft.com/office/drawing/2014/main" id="{48EF8B09-AD55-B83A-5E5F-46C0DE8D10D6}"/>
              </a:ext>
            </a:extLst>
          </p:cNvPr>
          <p:cNvCxnSpPr>
            <a:cxnSpLocks/>
          </p:cNvCxnSpPr>
          <p:nvPr userDrawn="1"/>
        </p:nvCxnSpPr>
        <p:spPr>
          <a:xfrm>
            <a:off x="5580964" y="3683191"/>
            <a:ext cx="153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Gerade Verbindung 19">
            <a:extLst>
              <a:ext uri="{FF2B5EF4-FFF2-40B4-BE49-F238E27FC236}">
                <a16:creationId xmlns:a16="http://schemas.microsoft.com/office/drawing/2014/main" id="{EDEC4471-8ACF-3174-64A4-A9191A29860A}"/>
              </a:ext>
            </a:extLst>
          </p:cNvPr>
          <p:cNvCxnSpPr>
            <a:cxnSpLocks/>
          </p:cNvCxnSpPr>
          <p:nvPr userDrawn="1"/>
        </p:nvCxnSpPr>
        <p:spPr>
          <a:xfrm>
            <a:off x="7357678" y="3553629"/>
            <a:ext cx="1530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0296845"/>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Steps Entwicklu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CD06B8-A1E2-5251-CBFA-A80FF9BA32A7}"/>
              </a:ext>
            </a:extLst>
          </p:cNvPr>
          <p:cNvSpPr>
            <a:spLocks noGrp="1"/>
          </p:cNvSpPr>
          <p:nvPr>
            <p:ph type="title"/>
          </p:nvPr>
        </p:nvSpPr>
        <p:spPr>
          <a:xfrm>
            <a:off x="250825" y="273844"/>
            <a:ext cx="8640000" cy="864000"/>
          </a:xfrm>
        </p:spPr>
        <p:txBody>
          <a:bodyPr/>
          <a:lstStyle/>
          <a:p>
            <a:r>
              <a:rPr lang="de-DE"/>
              <a:t>Mastertitelformat bearbeiten</a:t>
            </a:r>
          </a:p>
        </p:txBody>
      </p:sp>
      <p:sp>
        <p:nvSpPr>
          <p:cNvPr id="3" name="Textplatzhalter 2">
            <a:extLst>
              <a:ext uri="{FF2B5EF4-FFF2-40B4-BE49-F238E27FC236}">
                <a16:creationId xmlns:a16="http://schemas.microsoft.com/office/drawing/2014/main" id="{934A8320-F5FD-CF14-49C1-1C7C3D32279F}"/>
              </a:ext>
            </a:extLst>
          </p:cNvPr>
          <p:cNvSpPr>
            <a:spLocks noGrp="1"/>
          </p:cNvSpPr>
          <p:nvPr>
            <p:ph type="body" idx="1"/>
          </p:nvPr>
        </p:nvSpPr>
        <p:spPr>
          <a:xfrm>
            <a:off x="252000" y="4107040"/>
            <a:ext cx="1980000" cy="268084"/>
          </a:xfrm>
        </p:spPr>
        <p:txBody>
          <a:bodyPr anchor="t" anchorCtr="0">
            <a:noAutofit/>
          </a:bodyPr>
          <a:lstStyle>
            <a:lvl1pPr marL="0" indent="0" algn="r">
              <a:spcAft>
                <a:spcPts val="0"/>
              </a:spcAft>
              <a:buNone/>
              <a:defRPr sz="1200" b="1" i="0" u="none">
                <a:solidFill>
                  <a:schemeClr val="accent1"/>
                </a:solidFill>
                <a:latin typeface="+mn-lt"/>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7" name="Datumsplatzhalter 6">
            <a:extLst>
              <a:ext uri="{FF2B5EF4-FFF2-40B4-BE49-F238E27FC236}">
                <a16:creationId xmlns:a16="http://schemas.microsoft.com/office/drawing/2014/main" id="{85C099D0-C600-D3E7-43E6-9E62BFAA5ACF}"/>
              </a:ext>
            </a:extLst>
          </p:cNvPr>
          <p:cNvSpPr>
            <a:spLocks noGrp="1"/>
          </p:cNvSpPr>
          <p:nvPr>
            <p:ph type="dt" sz="half" idx="10"/>
          </p:nvPr>
        </p:nvSpPr>
        <p:spPr/>
        <p:txBody>
          <a:bodyPr/>
          <a:lstStyle/>
          <a:p>
            <a:r>
              <a:rPr lang="de-AT"/>
              <a:t>20. Januar 2023</a:t>
            </a:r>
            <a:endParaRPr lang="de-DE"/>
          </a:p>
        </p:txBody>
      </p:sp>
      <p:sp>
        <p:nvSpPr>
          <p:cNvPr id="8" name="Fußzeilenplatzhalter 7">
            <a:extLst>
              <a:ext uri="{FF2B5EF4-FFF2-40B4-BE49-F238E27FC236}">
                <a16:creationId xmlns:a16="http://schemas.microsoft.com/office/drawing/2014/main" id="{7B28A75D-3FBC-0EA4-68B6-637BD20F816B}"/>
              </a:ext>
            </a:extLst>
          </p:cNvPr>
          <p:cNvSpPr>
            <a:spLocks noGrp="1"/>
          </p:cNvSpPr>
          <p:nvPr>
            <p:ph type="ftr" sz="quarter" idx="11"/>
          </p:nvPr>
        </p:nvSpPr>
        <p:spPr/>
        <p:txBody>
          <a:bodyPr/>
          <a:lstStyle>
            <a:lvl1pPr algn="r">
              <a:defRPr/>
            </a:lvl1pPr>
          </a:lstStyle>
          <a:p>
            <a:endParaRPr lang="de-DE"/>
          </a:p>
        </p:txBody>
      </p:sp>
      <p:sp>
        <p:nvSpPr>
          <p:cNvPr id="9" name="Foliennummernplatzhalter 8">
            <a:extLst>
              <a:ext uri="{FF2B5EF4-FFF2-40B4-BE49-F238E27FC236}">
                <a16:creationId xmlns:a16="http://schemas.microsoft.com/office/drawing/2014/main" id="{2775DA80-265D-1EBE-6354-F96BD563F381}"/>
              </a:ext>
            </a:extLst>
          </p:cNvPr>
          <p:cNvSpPr>
            <a:spLocks noGrp="1"/>
          </p:cNvSpPr>
          <p:nvPr>
            <p:ph type="sldNum" sz="quarter" idx="12"/>
          </p:nvPr>
        </p:nvSpPr>
        <p:spPr/>
        <p:txBody>
          <a:bodyPr/>
          <a:lstStyle/>
          <a:p>
            <a:fld id="{8A659B55-214A-9244-B2C4-88C435D949E0}" type="slidenum">
              <a:rPr lang="de-DE" smtClean="0"/>
              <a:t>‹#›</a:t>
            </a:fld>
            <a:endParaRPr lang="de-DE"/>
          </a:p>
        </p:txBody>
      </p:sp>
      <p:sp>
        <p:nvSpPr>
          <p:cNvPr id="16" name="Textplatzhalter 2">
            <a:extLst>
              <a:ext uri="{FF2B5EF4-FFF2-40B4-BE49-F238E27FC236}">
                <a16:creationId xmlns:a16="http://schemas.microsoft.com/office/drawing/2014/main" id="{36B1DFE9-EB79-CAFE-DE69-CB140E6D30D8}"/>
              </a:ext>
            </a:extLst>
          </p:cNvPr>
          <p:cNvSpPr>
            <a:spLocks noGrp="1"/>
          </p:cNvSpPr>
          <p:nvPr>
            <p:ph type="body" idx="13"/>
          </p:nvPr>
        </p:nvSpPr>
        <p:spPr>
          <a:xfrm>
            <a:off x="2470825" y="3977440"/>
            <a:ext cx="1980000" cy="268084"/>
          </a:xfrm>
        </p:spPr>
        <p:txBody>
          <a:bodyPr anchor="t" anchorCtr="0">
            <a:noAutofit/>
          </a:bodyPr>
          <a:lstStyle>
            <a:lvl1pPr marL="0" indent="0" algn="r">
              <a:spcAft>
                <a:spcPts val="0"/>
              </a:spcAft>
              <a:buNone/>
              <a:defRPr sz="1200" b="1" i="0" u="none">
                <a:solidFill>
                  <a:schemeClr val="accent1"/>
                </a:solidFill>
                <a:latin typeface="+mn-lt"/>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18" name="Textplatzhalter 2">
            <a:extLst>
              <a:ext uri="{FF2B5EF4-FFF2-40B4-BE49-F238E27FC236}">
                <a16:creationId xmlns:a16="http://schemas.microsoft.com/office/drawing/2014/main" id="{9096A13F-AC91-C577-8CFB-9E4B1824B640}"/>
              </a:ext>
            </a:extLst>
          </p:cNvPr>
          <p:cNvSpPr>
            <a:spLocks noGrp="1"/>
          </p:cNvSpPr>
          <p:nvPr>
            <p:ph type="body" idx="15"/>
          </p:nvPr>
        </p:nvSpPr>
        <p:spPr>
          <a:xfrm>
            <a:off x="4690825" y="3847840"/>
            <a:ext cx="1980000" cy="268084"/>
          </a:xfrm>
        </p:spPr>
        <p:txBody>
          <a:bodyPr anchor="t" anchorCtr="0">
            <a:noAutofit/>
          </a:bodyPr>
          <a:lstStyle>
            <a:lvl1pPr marL="0" indent="0" algn="r">
              <a:spcAft>
                <a:spcPts val="0"/>
              </a:spcAft>
              <a:buNone/>
              <a:defRPr sz="1200" b="1" i="0" u="none">
                <a:solidFill>
                  <a:schemeClr val="accent1"/>
                </a:solidFill>
                <a:latin typeface="+mn-lt"/>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6" name="Inhaltsplatzhalter 5">
            <a:extLst>
              <a:ext uri="{FF2B5EF4-FFF2-40B4-BE49-F238E27FC236}">
                <a16:creationId xmlns:a16="http://schemas.microsoft.com/office/drawing/2014/main" id="{2BA1A62A-1A50-148A-6451-9EBFA9ED5675}"/>
              </a:ext>
            </a:extLst>
          </p:cNvPr>
          <p:cNvSpPr>
            <a:spLocks noGrp="1"/>
          </p:cNvSpPr>
          <p:nvPr>
            <p:ph sz="quarter" idx="19"/>
          </p:nvPr>
        </p:nvSpPr>
        <p:spPr>
          <a:xfrm>
            <a:off x="250826" y="1561280"/>
            <a:ext cx="1980000" cy="2455180"/>
          </a:xfrm>
        </p:spPr>
        <p:txBody>
          <a:bodyPr anchor="b" anchorCtr="0">
            <a:noAutofit/>
          </a:bodyPr>
          <a:lstStyle>
            <a:lvl1pPr marL="0" indent="0">
              <a:spcAft>
                <a:spcPts val="250"/>
              </a:spcAft>
              <a:buNone/>
              <a:defRPr sz="1400"/>
            </a:lvl1pPr>
            <a:lvl2pPr marL="180000" indent="0">
              <a:spcAft>
                <a:spcPts val="250"/>
              </a:spcAft>
              <a:buNone/>
              <a:defRPr sz="1200"/>
            </a:lvl2pPr>
          </a:lstStyle>
          <a:p>
            <a:pPr lvl="0"/>
            <a:r>
              <a:rPr lang="de-DE"/>
              <a:t>Mastertextformat bearbeiten</a:t>
            </a:r>
          </a:p>
          <a:p>
            <a:pPr lvl="1"/>
            <a:r>
              <a:rPr lang="de-DE"/>
              <a:t>Zweite Ebene</a:t>
            </a:r>
          </a:p>
        </p:txBody>
      </p:sp>
      <p:sp>
        <p:nvSpPr>
          <p:cNvPr id="10" name="Inhaltsplatzhalter 5">
            <a:extLst>
              <a:ext uri="{FF2B5EF4-FFF2-40B4-BE49-F238E27FC236}">
                <a16:creationId xmlns:a16="http://schemas.microsoft.com/office/drawing/2014/main" id="{8D50A665-8FFA-57CF-E520-C47700D9C4B0}"/>
              </a:ext>
            </a:extLst>
          </p:cNvPr>
          <p:cNvSpPr>
            <a:spLocks noGrp="1"/>
          </p:cNvSpPr>
          <p:nvPr>
            <p:ph sz="quarter" idx="20"/>
          </p:nvPr>
        </p:nvSpPr>
        <p:spPr>
          <a:xfrm>
            <a:off x="2470825" y="1425101"/>
            <a:ext cx="1980000" cy="2455180"/>
          </a:xfrm>
        </p:spPr>
        <p:txBody>
          <a:bodyPr anchor="b" anchorCtr="0">
            <a:noAutofit/>
          </a:bodyPr>
          <a:lstStyle>
            <a:lvl1pPr marL="0" indent="0">
              <a:spcAft>
                <a:spcPts val="250"/>
              </a:spcAft>
              <a:buNone/>
              <a:defRPr sz="1400"/>
            </a:lvl1pPr>
            <a:lvl2pPr marL="180000" indent="0">
              <a:spcAft>
                <a:spcPts val="250"/>
              </a:spcAft>
              <a:buNone/>
              <a:defRPr sz="1200"/>
            </a:lvl2pPr>
          </a:lstStyle>
          <a:p>
            <a:pPr lvl="0"/>
            <a:r>
              <a:rPr lang="de-DE"/>
              <a:t>Mastertextformat bearbeiten</a:t>
            </a:r>
          </a:p>
          <a:p>
            <a:pPr lvl="1"/>
            <a:r>
              <a:rPr lang="de-DE"/>
              <a:t>Zweite Ebene</a:t>
            </a:r>
          </a:p>
        </p:txBody>
      </p:sp>
      <p:sp>
        <p:nvSpPr>
          <p:cNvPr id="11" name="Inhaltsplatzhalter 5">
            <a:extLst>
              <a:ext uri="{FF2B5EF4-FFF2-40B4-BE49-F238E27FC236}">
                <a16:creationId xmlns:a16="http://schemas.microsoft.com/office/drawing/2014/main" id="{229E8EF7-210C-1290-FCD7-71AE1D7D5B50}"/>
              </a:ext>
            </a:extLst>
          </p:cNvPr>
          <p:cNvSpPr>
            <a:spLocks noGrp="1"/>
          </p:cNvSpPr>
          <p:nvPr>
            <p:ph sz="quarter" idx="21"/>
          </p:nvPr>
        </p:nvSpPr>
        <p:spPr>
          <a:xfrm>
            <a:off x="4690825" y="1307484"/>
            <a:ext cx="1980000" cy="2455180"/>
          </a:xfrm>
        </p:spPr>
        <p:txBody>
          <a:bodyPr anchor="b" anchorCtr="0">
            <a:noAutofit/>
          </a:bodyPr>
          <a:lstStyle>
            <a:lvl1pPr marL="0" indent="0">
              <a:spcAft>
                <a:spcPts val="250"/>
              </a:spcAft>
              <a:buNone/>
              <a:defRPr sz="1400"/>
            </a:lvl1pPr>
            <a:lvl2pPr marL="180000" indent="0">
              <a:spcAft>
                <a:spcPts val="250"/>
              </a:spcAft>
              <a:buNone/>
              <a:defRPr sz="1200"/>
            </a:lvl2pPr>
          </a:lstStyle>
          <a:p>
            <a:pPr lvl="0"/>
            <a:r>
              <a:rPr lang="de-DE"/>
              <a:t>Mastertextformat bearbeiten</a:t>
            </a:r>
          </a:p>
          <a:p>
            <a:pPr lvl="1"/>
            <a:r>
              <a:rPr lang="de-DE"/>
              <a:t>Zweite Ebene</a:t>
            </a:r>
          </a:p>
        </p:txBody>
      </p:sp>
      <p:sp>
        <p:nvSpPr>
          <p:cNvPr id="17" name="Textplatzhalter 2">
            <a:extLst>
              <a:ext uri="{FF2B5EF4-FFF2-40B4-BE49-F238E27FC236}">
                <a16:creationId xmlns:a16="http://schemas.microsoft.com/office/drawing/2014/main" id="{3CA9F027-A849-87A4-E736-3053AB74B4E3}"/>
              </a:ext>
            </a:extLst>
          </p:cNvPr>
          <p:cNvSpPr>
            <a:spLocks noGrp="1"/>
          </p:cNvSpPr>
          <p:nvPr>
            <p:ph type="body" idx="24"/>
          </p:nvPr>
        </p:nvSpPr>
        <p:spPr>
          <a:xfrm>
            <a:off x="6913175" y="3588640"/>
            <a:ext cx="1980000" cy="268084"/>
          </a:xfrm>
        </p:spPr>
        <p:txBody>
          <a:bodyPr anchor="t" anchorCtr="0">
            <a:noAutofit/>
          </a:bodyPr>
          <a:lstStyle>
            <a:lvl1pPr marL="0" indent="0" algn="r">
              <a:spcAft>
                <a:spcPts val="0"/>
              </a:spcAft>
              <a:buNone/>
              <a:defRPr sz="1200" b="1" i="0" u="none">
                <a:solidFill>
                  <a:schemeClr val="accent1"/>
                </a:solidFill>
                <a:latin typeface="+mn-lt"/>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19" name="Inhaltsplatzhalter 5">
            <a:extLst>
              <a:ext uri="{FF2B5EF4-FFF2-40B4-BE49-F238E27FC236}">
                <a16:creationId xmlns:a16="http://schemas.microsoft.com/office/drawing/2014/main" id="{FA2FBDB8-4038-74A9-2007-74CD8523189E}"/>
              </a:ext>
            </a:extLst>
          </p:cNvPr>
          <p:cNvSpPr>
            <a:spLocks noGrp="1"/>
          </p:cNvSpPr>
          <p:nvPr>
            <p:ph sz="quarter" idx="25"/>
          </p:nvPr>
        </p:nvSpPr>
        <p:spPr>
          <a:xfrm>
            <a:off x="6912000" y="1043030"/>
            <a:ext cx="1980000" cy="2455180"/>
          </a:xfrm>
        </p:spPr>
        <p:txBody>
          <a:bodyPr anchor="b" anchorCtr="0">
            <a:noAutofit/>
          </a:bodyPr>
          <a:lstStyle>
            <a:lvl1pPr marL="0" indent="0">
              <a:spcAft>
                <a:spcPts val="250"/>
              </a:spcAft>
              <a:buNone/>
              <a:defRPr sz="1400"/>
            </a:lvl1pPr>
            <a:lvl2pPr marL="180000" indent="0">
              <a:spcAft>
                <a:spcPts val="250"/>
              </a:spcAft>
              <a:buNone/>
              <a:defRPr sz="1200"/>
            </a:lvl2pPr>
          </a:lstStyle>
          <a:p>
            <a:pPr lvl="0"/>
            <a:r>
              <a:rPr lang="de-DE"/>
              <a:t>Mastertextformat bearbeiten</a:t>
            </a:r>
          </a:p>
          <a:p>
            <a:pPr lvl="1"/>
            <a:r>
              <a:rPr lang="de-DE"/>
              <a:t>Zweite Ebene</a:t>
            </a:r>
          </a:p>
        </p:txBody>
      </p:sp>
      <p:cxnSp>
        <p:nvCxnSpPr>
          <p:cNvPr id="13" name="Gerade Verbindung 12">
            <a:extLst>
              <a:ext uri="{FF2B5EF4-FFF2-40B4-BE49-F238E27FC236}">
                <a16:creationId xmlns:a16="http://schemas.microsoft.com/office/drawing/2014/main" id="{6EDE5DF8-451D-F38F-A20F-884772F97EBE}"/>
              </a:ext>
            </a:extLst>
          </p:cNvPr>
          <p:cNvCxnSpPr>
            <a:cxnSpLocks/>
          </p:cNvCxnSpPr>
          <p:nvPr userDrawn="1"/>
        </p:nvCxnSpPr>
        <p:spPr>
          <a:xfrm>
            <a:off x="250825" y="4071879"/>
            <a:ext cx="198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Gerade Verbindung 13">
            <a:extLst>
              <a:ext uri="{FF2B5EF4-FFF2-40B4-BE49-F238E27FC236}">
                <a16:creationId xmlns:a16="http://schemas.microsoft.com/office/drawing/2014/main" id="{E102C3D9-7C59-9578-5D6B-A331D3A202DB}"/>
              </a:ext>
            </a:extLst>
          </p:cNvPr>
          <p:cNvCxnSpPr>
            <a:cxnSpLocks/>
          </p:cNvCxnSpPr>
          <p:nvPr userDrawn="1"/>
        </p:nvCxnSpPr>
        <p:spPr>
          <a:xfrm>
            <a:off x="2470825" y="3942315"/>
            <a:ext cx="198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 Verbindung 14">
            <a:extLst>
              <a:ext uri="{FF2B5EF4-FFF2-40B4-BE49-F238E27FC236}">
                <a16:creationId xmlns:a16="http://schemas.microsoft.com/office/drawing/2014/main" id="{29ABA6B6-CA75-EC82-D2D7-F79941E04079}"/>
              </a:ext>
            </a:extLst>
          </p:cNvPr>
          <p:cNvCxnSpPr>
            <a:cxnSpLocks/>
          </p:cNvCxnSpPr>
          <p:nvPr userDrawn="1"/>
        </p:nvCxnSpPr>
        <p:spPr>
          <a:xfrm>
            <a:off x="4690825" y="3812753"/>
            <a:ext cx="198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Gerade Verbindung 19">
            <a:extLst>
              <a:ext uri="{FF2B5EF4-FFF2-40B4-BE49-F238E27FC236}">
                <a16:creationId xmlns:a16="http://schemas.microsoft.com/office/drawing/2014/main" id="{EDEC4471-8ACF-3174-64A4-A9191A29860A}"/>
              </a:ext>
            </a:extLst>
          </p:cNvPr>
          <p:cNvCxnSpPr>
            <a:cxnSpLocks/>
          </p:cNvCxnSpPr>
          <p:nvPr userDrawn="1"/>
        </p:nvCxnSpPr>
        <p:spPr>
          <a:xfrm>
            <a:off x="6910825" y="3553629"/>
            <a:ext cx="1980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7871713"/>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Spalten mit Subheads+Bilder-automEinpassu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CD06B8-A1E2-5251-CBFA-A80FF9BA32A7}"/>
              </a:ext>
            </a:extLst>
          </p:cNvPr>
          <p:cNvSpPr>
            <a:spLocks noGrp="1"/>
          </p:cNvSpPr>
          <p:nvPr>
            <p:ph type="title"/>
          </p:nvPr>
        </p:nvSpPr>
        <p:spPr>
          <a:xfrm>
            <a:off x="250825" y="273844"/>
            <a:ext cx="8640000" cy="864000"/>
          </a:xfrm>
        </p:spPr>
        <p:txBody>
          <a:bodyPr/>
          <a:lstStyle/>
          <a:p>
            <a:r>
              <a:rPr lang="de-DE"/>
              <a:t>Mastertitelformat bearbeiten</a:t>
            </a:r>
          </a:p>
        </p:txBody>
      </p:sp>
      <p:sp>
        <p:nvSpPr>
          <p:cNvPr id="3" name="Textplatzhalter 2">
            <a:extLst>
              <a:ext uri="{FF2B5EF4-FFF2-40B4-BE49-F238E27FC236}">
                <a16:creationId xmlns:a16="http://schemas.microsoft.com/office/drawing/2014/main" id="{934A8320-F5FD-CF14-49C1-1C7C3D32279F}"/>
              </a:ext>
            </a:extLst>
          </p:cNvPr>
          <p:cNvSpPr>
            <a:spLocks noGrp="1"/>
          </p:cNvSpPr>
          <p:nvPr>
            <p:ph type="body" idx="1"/>
          </p:nvPr>
        </p:nvSpPr>
        <p:spPr>
          <a:xfrm>
            <a:off x="252000" y="1137844"/>
            <a:ext cx="1980000" cy="554156"/>
          </a:xfrm>
        </p:spPr>
        <p:txBody>
          <a:bodyPr anchor="b" anchorCtr="0">
            <a:normAutofit/>
          </a:bodyPr>
          <a:lstStyle>
            <a:lvl1pPr marL="0" indent="0" algn="ctr">
              <a:spcAft>
                <a:spcPts val="0"/>
              </a:spcAft>
              <a:buNone/>
              <a:defRPr sz="1500" b="0" i="0" u="none">
                <a:solidFill>
                  <a:schemeClr val="accent1"/>
                </a:solidFill>
                <a:latin typeface="Calibri Light" panose="020F0302020204030204" pitchFamily="34" charset="0"/>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7" name="Datumsplatzhalter 6">
            <a:extLst>
              <a:ext uri="{FF2B5EF4-FFF2-40B4-BE49-F238E27FC236}">
                <a16:creationId xmlns:a16="http://schemas.microsoft.com/office/drawing/2014/main" id="{85C099D0-C600-D3E7-43E6-9E62BFAA5ACF}"/>
              </a:ext>
            </a:extLst>
          </p:cNvPr>
          <p:cNvSpPr>
            <a:spLocks noGrp="1"/>
          </p:cNvSpPr>
          <p:nvPr>
            <p:ph type="dt" sz="half" idx="10"/>
          </p:nvPr>
        </p:nvSpPr>
        <p:spPr/>
        <p:txBody>
          <a:bodyPr/>
          <a:lstStyle/>
          <a:p>
            <a:r>
              <a:rPr lang="de-AT"/>
              <a:t>20. Januar 2023</a:t>
            </a:r>
            <a:endParaRPr lang="de-DE"/>
          </a:p>
        </p:txBody>
      </p:sp>
      <p:sp>
        <p:nvSpPr>
          <p:cNvPr id="8" name="Fußzeilenplatzhalter 7">
            <a:extLst>
              <a:ext uri="{FF2B5EF4-FFF2-40B4-BE49-F238E27FC236}">
                <a16:creationId xmlns:a16="http://schemas.microsoft.com/office/drawing/2014/main" id="{7B28A75D-3FBC-0EA4-68B6-637BD20F816B}"/>
              </a:ext>
            </a:extLst>
          </p:cNvPr>
          <p:cNvSpPr>
            <a:spLocks noGrp="1"/>
          </p:cNvSpPr>
          <p:nvPr>
            <p:ph type="ftr" sz="quarter" idx="11"/>
          </p:nvPr>
        </p:nvSpPr>
        <p:spPr/>
        <p:txBody>
          <a:bodyPr/>
          <a:lstStyle>
            <a:lvl1pPr algn="r">
              <a:defRPr/>
            </a:lvl1pPr>
          </a:lstStyle>
          <a:p>
            <a:endParaRPr lang="de-DE"/>
          </a:p>
        </p:txBody>
      </p:sp>
      <p:sp>
        <p:nvSpPr>
          <p:cNvPr id="9" name="Foliennummernplatzhalter 8">
            <a:extLst>
              <a:ext uri="{FF2B5EF4-FFF2-40B4-BE49-F238E27FC236}">
                <a16:creationId xmlns:a16="http://schemas.microsoft.com/office/drawing/2014/main" id="{2775DA80-265D-1EBE-6354-F96BD563F381}"/>
              </a:ext>
            </a:extLst>
          </p:cNvPr>
          <p:cNvSpPr>
            <a:spLocks noGrp="1"/>
          </p:cNvSpPr>
          <p:nvPr>
            <p:ph type="sldNum" sz="quarter" idx="12"/>
          </p:nvPr>
        </p:nvSpPr>
        <p:spPr/>
        <p:txBody>
          <a:bodyPr/>
          <a:lstStyle/>
          <a:p>
            <a:fld id="{8A659B55-214A-9244-B2C4-88C435D949E0}" type="slidenum">
              <a:rPr lang="de-DE" smtClean="0"/>
              <a:t>‹#›</a:t>
            </a:fld>
            <a:endParaRPr lang="de-DE"/>
          </a:p>
        </p:txBody>
      </p:sp>
      <p:sp>
        <p:nvSpPr>
          <p:cNvPr id="16" name="Textplatzhalter 2">
            <a:extLst>
              <a:ext uri="{FF2B5EF4-FFF2-40B4-BE49-F238E27FC236}">
                <a16:creationId xmlns:a16="http://schemas.microsoft.com/office/drawing/2014/main" id="{36B1DFE9-EB79-CAFE-DE69-CB140E6D30D8}"/>
              </a:ext>
            </a:extLst>
          </p:cNvPr>
          <p:cNvSpPr>
            <a:spLocks noGrp="1"/>
          </p:cNvSpPr>
          <p:nvPr>
            <p:ph type="body" idx="13"/>
          </p:nvPr>
        </p:nvSpPr>
        <p:spPr>
          <a:xfrm>
            <a:off x="2472392" y="1137844"/>
            <a:ext cx="1980000" cy="554156"/>
          </a:xfrm>
        </p:spPr>
        <p:txBody>
          <a:bodyPr anchor="b" anchorCtr="0">
            <a:normAutofit/>
          </a:bodyPr>
          <a:lstStyle>
            <a:lvl1pPr marL="0" indent="0" algn="ctr">
              <a:spcAft>
                <a:spcPts val="0"/>
              </a:spcAft>
              <a:buNone/>
              <a:defRPr sz="1500" b="0" i="0" u="none">
                <a:solidFill>
                  <a:schemeClr val="accent1"/>
                </a:solidFill>
                <a:latin typeface="Calibri Light" panose="020F0302020204030204" pitchFamily="34" charset="0"/>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sp>
        <p:nvSpPr>
          <p:cNvPr id="18" name="Textplatzhalter 2">
            <a:extLst>
              <a:ext uri="{FF2B5EF4-FFF2-40B4-BE49-F238E27FC236}">
                <a16:creationId xmlns:a16="http://schemas.microsoft.com/office/drawing/2014/main" id="{9096A13F-AC91-C577-8CFB-9E4B1824B640}"/>
              </a:ext>
            </a:extLst>
          </p:cNvPr>
          <p:cNvSpPr>
            <a:spLocks noGrp="1"/>
          </p:cNvSpPr>
          <p:nvPr>
            <p:ph type="body" idx="15"/>
          </p:nvPr>
        </p:nvSpPr>
        <p:spPr>
          <a:xfrm>
            <a:off x="4692784" y="1137844"/>
            <a:ext cx="1980000" cy="554156"/>
          </a:xfrm>
        </p:spPr>
        <p:txBody>
          <a:bodyPr anchor="b" anchorCtr="0">
            <a:normAutofit/>
          </a:bodyPr>
          <a:lstStyle>
            <a:lvl1pPr marL="0" indent="0" algn="ctr">
              <a:spcAft>
                <a:spcPts val="0"/>
              </a:spcAft>
              <a:buNone/>
              <a:defRPr sz="1500" b="0" i="0" u="none">
                <a:solidFill>
                  <a:schemeClr val="accent1"/>
                </a:solidFill>
                <a:latin typeface="Calibri Light" panose="020F0302020204030204" pitchFamily="34" charset="0"/>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cxnSp>
        <p:nvCxnSpPr>
          <p:cNvPr id="13" name="Gerade Verbindung 12">
            <a:extLst>
              <a:ext uri="{FF2B5EF4-FFF2-40B4-BE49-F238E27FC236}">
                <a16:creationId xmlns:a16="http://schemas.microsoft.com/office/drawing/2014/main" id="{6EDE5DF8-451D-F38F-A20F-884772F97EBE}"/>
              </a:ext>
            </a:extLst>
          </p:cNvPr>
          <p:cNvCxnSpPr>
            <a:cxnSpLocks/>
          </p:cNvCxnSpPr>
          <p:nvPr userDrawn="1"/>
        </p:nvCxnSpPr>
        <p:spPr>
          <a:xfrm>
            <a:off x="250825" y="1692000"/>
            <a:ext cx="198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Gerade Verbindung 13">
            <a:extLst>
              <a:ext uri="{FF2B5EF4-FFF2-40B4-BE49-F238E27FC236}">
                <a16:creationId xmlns:a16="http://schemas.microsoft.com/office/drawing/2014/main" id="{E102C3D9-7C59-9578-5D6B-A331D3A202DB}"/>
              </a:ext>
            </a:extLst>
          </p:cNvPr>
          <p:cNvCxnSpPr>
            <a:cxnSpLocks/>
          </p:cNvCxnSpPr>
          <p:nvPr userDrawn="1"/>
        </p:nvCxnSpPr>
        <p:spPr>
          <a:xfrm>
            <a:off x="2472392" y="1692000"/>
            <a:ext cx="198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 Verbindung 14">
            <a:extLst>
              <a:ext uri="{FF2B5EF4-FFF2-40B4-BE49-F238E27FC236}">
                <a16:creationId xmlns:a16="http://schemas.microsoft.com/office/drawing/2014/main" id="{29ABA6B6-CA75-EC82-D2D7-F79941E04079}"/>
              </a:ext>
            </a:extLst>
          </p:cNvPr>
          <p:cNvCxnSpPr>
            <a:cxnSpLocks/>
          </p:cNvCxnSpPr>
          <p:nvPr userDrawn="1"/>
        </p:nvCxnSpPr>
        <p:spPr>
          <a:xfrm>
            <a:off x="4692784" y="1692000"/>
            <a:ext cx="19800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platzhalter 2">
            <a:extLst>
              <a:ext uri="{FF2B5EF4-FFF2-40B4-BE49-F238E27FC236}">
                <a16:creationId xmlns:a16="http://schemas.microsoft.com/office/drawing/2014/main" id="{6FE90856-72DB-0E3E-A2E9-F41F486DB687}"/>
              </a:ext>
            </a:extLst>
          </p:cNvPr>
          <p:cNvSpPr>
            <a:spLocks noGrp="1"/>
          </p:cNvSpPr>
          <p:nvPr>
            <p:ph type="body" idx="22"/>
          </p:nvPr>
        </p:nvSpPr>
        <p:spPr>
          <a:xfrm>
            <a:off x="6913175" y="1137844"/>
            <a:ext cx="1980000" cy="554156"/>
          </a:xfrm>
        </p:spPr>
        <p:txBody>
          <a:bodyPr anchor="b" anchorCtr="0">
            <a:normAutofit/>
          </a:bodyPr>
          <a:lstStyle>
            <a:lvl1pPr marL="0" indent="0" algn="ctr">
              <a:spcAft>
                <a:spcPts val="0"/>
              </a:spcAft>
              <a:buNone/>
              <a:defRPr sz="1500" b="0" i="0" u="none">
                <a:solidFill>
                  <a:schemeClr val="accent1"/>
                </a:solidFill>
                <a:latin typeface="Calibri Light" panose="020F0302020204030204" pitchFamily="34" charset="0"/>
                <a:cs typeface="Calibri Light" panose="020F0302020204030204" pitchFamily="34" charset="0"/>
              </a:defRPr>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de-DE"/>
              <a:t>Mastertextformat bearbeiten</a:t>
            </a:r>
          </a:p>
        </p:txBody>
      </p:sp>
      <p:cxnSp>
        <p:nvCxnSpPr>
          <p:cNvPr id="12" name="Gerade Verbindung 11">
            <a:extLst>
              <a:ext uri="{FF2B5EF4-FFF2-40B4-BE49-F238E27FC236}">
                <a16:creationId xmlns:a16="http://schemas.microsoft.com/office/drawing/2014/main" id="{48EF8B09-AD55-B83A-5E5F-46C0DE8D10D6}"/>
              </a:ext>
            </a:extLst>
          </p:cNvPr>
          <p:cNvCxnSpPr>
            <a:cxnSpLocks/>
          </p:cNvCxnSpPr>
          <p:nvPr userDrawn="1"/>
        </p:nvCxnSpPr>
        <p:spPr>
          <a:xfrm>
            <a:off x="6910825" y="1692000"/>
            <a:ext cx="1980000"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Bildplatzhalter 18">
            <a:extLst>
              <a:ext uri="{FF2B5EF4-FFF2-40B4-BE49-F238E27FC236}">
                <a16:creationId xmlns:a16="http://schemas.microsoft.com/office/drawing/2014/main" id="{E2758436-0BF0-CE70-3CCE-926F4E3836BE}"/>
              </a:ext>
            </a:extLst>
          </p:cNvPr>
          <p:cNvSpPr>
            <a:spLocks noGrp="1"/>
          </p:cNvSpPr>
          <p:nvPr>
            <p:ph type="pic" sz="quarter" idx="24"/>
          </p:nvPr>
        </p:nvSpPr>
        <p:spPr>
          <a:xfrm>
            <a:off x="250825" y="1737400"/>
            <a:ext cx="1979613" cy="2634575"/>
          </a:xfrm>
        </p:spPr>
        <p:txBody>
          <a:bodyPr/>
          <a:lstStyle/>
          <a:p>
            <a:endParaRPr lang="de-DE"/>
          </a:p>
        </p:txBody>
      </p:sp>
      <p:sp>
        <p:nvSpPr>
          <p:cNvPr id="20" name="Bildplatzhalter 18">
            <a:extLst>
              <a:ext uri="{FF2B5EF4-FFF2-40B4-BE49-F238E27FC236}">
                <a16:creationId xmlns:a16="http://schemas.microsoft.com/office/drawing/2014/main" id="{5B152C86-203E-A760-73F1-8257E2925922}"/>
              </a:ext>
            </a:extLst>
          </p:cNvPr>
          <p:cNvSpPr>
            <a:spLocks noGrp="1"/>
          </p:cNvSpPr>
          <p:nvPr>
            <p:ph type="pic" sz="quarter" idx="25"/>
          </p:nvPr>
        </p:nvSpPr>
        <p:spPr>
          <a:xfrm>
            <a:off x="2472779" y="1737400"/>
            <a:ext cx="1979613" cy="2634575"/>
          </a:xfrm>
        </p:spPr>
        <p:txBody>
          <a:bodyPr/>
          <a:lstStyle/>
          <a:p>
            <a:endParaRPr lang="de-DE"/>
          </a:p>
        </p:txBody>
      </p:sp>
      <p:sp>
        <p:nvSpPr>
          <p:cNvPr id="21" name="Bildplatzhalter 18">
            <a:extLst>
              <a:ext uri="{FF2B5EF4-FFF2-40B4-BE49-F238E27FC236}">
                <a16:creationId xmlns:a16="http://schemas.microsoft.com/office/drawing/2014/main" id="{B3249497-7CF0-5269-E03A-F4105696AB07}"/>
              </a:ext>
            </a:extLst>
          </p:cNvPr>
          <p:cNvSpPr>
            <a:spLocks noGrp="1"/>
          </p:cNvSpPr>
          <p:nvPr>
            <p:ph type="pic" sz="quarter" idx="26"/>
          </p:nvPr>
        </p:nvSpPr>
        <p:spPr>
          <a:xfrm>
            <a:off x="4693171" y="1737400"/>
            <a:ext cx="1979613" cy="2634575"/>
          </a:xfrm>
        </p:spPr>
        <p:txBody>
          <a:bodyPr/>
          <a:lstStyle/>
          <a:p>
            <a:endParaRPr lang="de-DE"/>
          </a:p>
        </p:txBody>
      </p:sp>
      <p:sp>
        <p:nvSpPr>
          <p:cNvPr id="22" name="Bildplatzhalter 18">
            <a:extLst>
              <a:ext uri="{FF2B5EF4-FFF2-40B4-BE49-F238E27FC236}">
                <a16:creationId xmlns:a16="http://schemas.microsoft.com/office/drawing/2014/main" id="{BF8D26CD-1B09-C304-6E91-E303D11FCE1E}"/>
              </a:ext>
            </a:extLst>
          </p:cNvPr>
          <p:cNvSpPr>
            <a:spLocks noGrp="1"/>
          </p:cNvSpPr>
          <p:nvPr>
            <p:ph type="pic" sz="quarter" idx="27"/>
          </p:nvPr>
        </p:nvSpPr>
        <p:spPr>
          <a:xfrm>
            <a:off x="6912387" y="1737400"/>
            <a:ext cx="1979613" cy="2634575"/>
          </a:xfrm>
        </p:spPr>
        <p:txBody>
          <a:bodyPr/>
          <a:lstStyle/>
          <a:p>
            <a:endParaRPr lang="de-DE"/>
          </a:p>
        </p:txBody>
      </p:sp>
      <p:sp>
        <p:nvSpPr>
          <p:cNvPr id="6" name="Textplatzhalter 5">
            <a:extLst>
              <a:ext uri="{FF2B5EF4-FFF2-40B4-BE49-F238E27FC236}">
                <a16:creationId xmlns:a16="http://schemas.microsoft.com/office/drawing/2014/main" id="{6B78BF77-F2C5-94E8-CAD8-9A2E147EC726}"/>
              </a:ext>
            </a:extLst>
          </p:cNvPr>
          <p:cNvSpPr>
            <a:spLocks noGrp="1"/>
          </p:cNvSpPr>
          <p:nvPr>
            <p:ph type="body" sz="quarter" idx="28"/>
          </p:nvPr>
        </p:nvSpPr>
        <p:spPr>
          <a:xfrm>
            <a:off x="250825" y="4374000"/>
            <a:ext cx="1979613" cy="108000"/>
          </a:xfrm>
        </p:spPr>
        <p:txBody>
          <a:bodyPr anchor="b" anchorCtr="0">
            <a:noAutofit/>
          </a:bodyPr>
          <a:lstStyle>
            <a:lvl1pPr marL="0" indent="0" algn="r">
              <a:buFontTx/>
              <a:buNone/>
              <a:defRPr sz="650" b="0" i="1">
                <a:latin typeface="Calibri Light" panose="020F0302020204030204" pitchFamily="34" charset="0"/>
                <a:cs typeface="Calibri Light" panose="020F0302020204030204" pitchFamily="34" charset="0"/>
              </a:defRPr>
            </a:lvl1pPr>
            <a:lvl2pPr marL="180000" indent="0" algn="r">
              <a:buFontTx/>
              <a:buNone/>
              <a:defRPr sz="700" b="0" i="1">
                <a:latin typeface="Calibri Light" panose="020F0302020204030204" pitchFamily="34" charset="0"/>
                <a:cs typeface="Calibri Light" panose="020F0302020204030204" pitchFamily="34" charset="0"/>
              </a:defRPr>
            </a:lvl2pPr>
            <a:lvl3pPr marL="360000" indent="0" algn="r">
              <a:buFontTx/>
              <a:buNone/>
              <a:defRPr sz="700" b="0" i="1">
                <a:latin typeface="Calibri Light" panose="020F0302020204030204" pitchFamily="34" charset="0"/>
                <a:cs typeface="Calibri Light" panose="020F0302020204030204" pitchFamily="34" charset="0"/>
              </a:defRPr>
            </a:lvl3pPr>
            <a:lvl4pPr marL="540000" indent="0" algn="r">
              <a:buFontTx/>
              <a:buNone/>
              <a:defRPr sz="700" b="0" i="1">
                <a:latin typeface="Calibri Light" panose="020F0302020204030204" pitchFamily="34" charset="0"/>
                <a:cs typeface="Calibri Light" panose="020F0302020204030204" pitchFamily="34" charset="0"/>
              </a:defRPr>
            </a:lvl4pPr>
            <a:lvl5pPr marL="720000" indent="0" algn="r">
              <a:buFontTx/>
              <a:buNone/>
              <a:defRPr sz="700" b="0" i="1">
                <a:latin typeface="Calibri Light" panose="020F0302020204030204" pitchFamily="34" charset="0"/>
                <a:cs typeface="Calibri Light" panose="020F0302020204030204" pitchFamily="34" charset="0"/>
              </a:defRPr>
            </a:lvl5pPr>
          </a:lstStyle>
          <a:p>
            <a:pPr lvl="0"/>
            <a:r>
              <a:rPr lang="de-DE"/>
              <a:t>Mastertextformat bearbeiten</a:t>
            </a:r>
          </a:p>
        </p:txBody>
      </p:sp>
      <p:sp>
        <p:nvSpPr>
          <p:cNvPr id="10" name="Textplatzhalter 5">
            <a:extLst>
              <a:ext uri="{FF2B5EF4-FFF2-40B4-BE49-F238E27FC236}">
                <a16:creationId xmlns:a16="http://schemas.microsoft.com/office/drawing/2014/main" id="{E782A6EB-9EB6-0B44-1BE0-A57132A17BB5}"/>
              </a:ext>
            </a:extLst>
          </p:cNvPr>
          <p:cNvSpPr>
            <a:spLocks noGrp="1"/>
          </p:cNvSpPr>
          <p:nvPr>
            <p:ph type="body" sz="quarter" idx="29"/>
          </p:nvPr>
        </p:nvSpPr>
        <p:spPr>
          <a:xfrm>
            <a:off x="2472779" y="4374000"/>
            <a:ext cx="1979613" cy="108000"/>
          </a:xfrm>
        </p:spPr>
        <p:txBody>
          <a:bodyPr anchor="b" anchorCtr="0">
            <a:noAutofit/>
          </a:bodyPr>
          <a:lstStyle>
            <a:lvl1pPr marL="0" indent="0" algn="r">
              <a:buFontTx/>
              <a:buNone/>
              <a:defRPr sz="650" b="0" i="1">
                <a:latin typeface="Calibri Light" panose="020F0302020204030204" pitchFamily="34" charset="0"/>
                <a:cs typeface="Calibri Light" panose="020F0302020204030204" pitchFamily="34" charset="0"/>
              </a:defRPr>
            </a:lvl1pPr>
            <a:lvl2pPr marL="180000" indent="0" algn="r">
              <a:buFontTx/>
              <a:buNone/>
              <a:defRPr sz="700" b="0" i="1">
                <a:latin typeface="Calibri Light" panose="020F0302020204030204" pitchFamily="34" charset="0"/>
                <a:cs typeface="Calibri Light" panose="020F0302020204030204" pitchFamily="34" charset="0"/>
              </a:defRPr>
            </a:lvl2pPr>
            <a:lvl3pPr marL="360000" indent="0" algn="r">
              <a:buFontTx/>
              <a:buNone/>
              <a:defRPr sz="700" b="0" i="1">
                <a:latin typeface="Calibri Light" panose="020F0302020204030204" pitchFamily="34" charset="0"/>
                <a:cs typeface="Calibri Light" panose="020F0302020204030204" pitchFamily="34" charset="0"/>
              </a:defRPr>
            </a:lvl3pPr>
            <a:lvl4pPr marL="540000" indent="0" algn="r">
              <a:buFontTx/>
              <a:buNone/>
              <a:defRPr sz="700" b="0" i="1">
                <a:latin typeface="Calibri Light" panose="020F0302020204030204" pitchFamily="34" charset="0"/>
                <a:cs typeface="Calibri Light" panose="020F0302020204030204" pitchFamily="34" charset="0"/>
              </a:defRPr>
            </a:lvl4pPr>
            <a:lvl5pPr marL="720000" indent="0" algn="r">
              <a:buFontTx/>
              <a:buNone/>
              <a:defRPr sz="700" b="0" i="1">
                <a:latin typeface="Calibri Light" panose="020F0302020204030204" pitchFamily="34" charset="0"/>
                <a:cs typeface="Calibri Light" panose="020F0302020204030204" pitchFamily="34" charset="0"/>
              </a:defRPr>
            </a:lvl5pPr>
          </a:lstStyle>
          <a:p>
            <a:pPr lvl="0"/>
            <a:r>
              <a:rPr lang="de-DE"/>
              <a:t>Mastertextformat bearbeiten</a:t>
            </a:r>
          </a:p>
        </p:txBody>
      </p:sp>
      <p:sp>
        <p:nvSpPr>
          <p:cNvPr id="11" name="Textplatzhalter 5">
            <a:extLst>
              <a:ext uri="{FF2B5EF4-FFF2-40B4-BE49-F238E27FC236}">
                <a16:creationId xmlns:a16="http://schemas.microsoft.com/office/drawing/2014/main" id="{42D3FECE-7B4A-D72F-FB5F-9C2AD45F0557}"/>
              </a:ext>
            </a:extLst>
          </p:cNvPr>
          <p:cNvSpPr>
            <a:spLocks noGrp="1"/>
          </p:cNvSpPr>
          <p:nvPr>
            <p:ph type="body" sz="quarter" idx="30"/>
          </p:nvPr>
        </p:nvSpPr>
        <p:spPr>
          <a:xfrm>
            <a:off x="4691610" y="4374000"/>
            <a:ext cx="1979613" cy="108000"/>
          </a:xfrm>
        </p:spPr>
        <p:txBody>
          <a:bodyPr anchor="b" anchorCtr="0">
            <a:noAutofit/>
          </a:bodyPr>
          <a:lstStyle>
            <a:lvl1pPr marL="0" indent="0" algn="r">
              <a:buFontTx/>
              <a:buNone/>
              <a:defRPr sz="650" b="0" i="1">
                <a:latin typeface="Calibri Light" panose="020F0302020204030204" pitchFamily="34" charset="0"/>
                <a:cs typeface="Calibri Light" panose="020F0302020204030204" pitchFamily="34" charset="0"/>
              </a:defRPr>
            </a:lvl1pPr>
            <a:lvl2pPr marL="180000" indent="0" algn="r">
              <a:buFontTx/>
              <a:buNone/>
              <a:defRPr sz="700" b="0" i="1">
                <a:latin typeface="Calibri Light" panose="020F0302020204030204" pitchFamily="34" charset="0"/>
                <a:cs typeface="Calibri Light" panose="020F0302020204030204" pitchFamily="34" charset="0"/>
              </a:defRPr>
            </a:lvl2pPr>
            <a:lvl3pPr marL="360000" indent="0" algn="r">
              <a:buFontTx/>
              <a:buNone/>
              <a:defRPr sz="700" b="0" i="1">
                <a:latin typeface="Calibri Light" panose="020F0302020204030204" pitchFamily="34" charset="0"/>
                <a:cs typeface="Calibri Light" panose="020F0302020204030204" pitchFamily="34" charset="0"/>
              </a:defRPr>
            </a:lvl3pPr>
            <a:lvl4pPr marL="540000" indent="0" algn="r">
              <a:buFontTx/>
              <a:buNone/>
              <a:defRPr sz="700" b="0" i="1">
                <a:latin typeface="Calibri Light" panose="020F0302020204030204" pitchFamily="34" charset="0"/>
                <a:cs typeface="Calibri Light" panose="020F0302020204030204" pitchFamily="34" charset="0"/>
              </a:defRPr>
            </a:lvl4pPr>
            <a:lvl5pPr marL="720000" indent="0" algn="r">
              <a:buFontTx/>
              <a:buNone/>
              <a:defRPr sz="700" b="0" i="1">
                <a:latin typeface="Calibri Light" panose="020F0302020204030204" pitchFamily="34" charset="0"/>
                <a:cs typeface="Calibri Light" panose="020F0302020204030204" pitchFamily="34" charset="0"/>
              </a:defRPr>
            </a:lvl5pPr>
          </a:lstStyle>
          <a:p>
            <a:pPr lvl="0"/>
            <a:r>
              <a:rPr lang="de-DE"/>
              <a:t>Mastertextformat bearbeiten</a:t>
            </a:r>
          </a:p>
        </p:txBody>
      </p:sp>
      <p:sp>
        <p:nvSpPr>
          <p:cNvPr id="17" name="Textplatzhalter 5">
            <a:extLst>
              <a:ext uri="{FF2B5EF4-FFF2-40B4-BE49-F238E27FC236}">
                <a16:creationId xmlns:a16="http://schemas.microsoft.com/office/drawing/2014/main" id="{C0E59DD1-F1EE-0EC1-4EAB-B772BEE01EF4}"/>
              </a:ext>
            </a:extLst>
          </p:cNvPr>
          <p:cNvSpPr>
            <a:spLocks noGrp="1"/>
          </p:cNvSpPr>
          <p:nvPr>
            <p:ph type="body" sz="quarter" idx="31"/>
          </p:nvPr>
        </p:nvSpPr>
        <p:spPr>
          <a:xfrm>
            <a:off x="6913562" y="4374000"/>
            <a:ext cx="1979613" cy="108000"/>
          </a:xfrm>
        </p:spPr>
        <p:txBody>
          <a:bodyPr anchor="b" anchorCtr="0">
            <a:noAutofit/>
          </a:bodyPr>
          <a:lstStyle>
            <a:lvl1pPr marL="0" indent="0" algn="r">
              <a:buFontTx/>
              <a:buNone/>
              <a:defRPr sz="650" b="0" i="1">
                <a:latin typeface="Calibri Light" panose="020F0302020204030204" pitchFamily="34" charset="0"/>
                <a:cs typeface="Calibri Light" panose="020F0302020204030204" pitchFamily="34" charset="0"/>
              </a:defRPr>
            </a:lvl1pPr>
            <a:lvl2pPr marL="180000" indent="0" algn="r">
              <a:buFontTx/>
              <a:buNone/>
              <a:defRPr sz="700" b="0" i="1">
                <a:latin typeface="Calibri Light" panose="020F0302020204030204" pitchFamily="34" charset="0"/>
                <a:cs typeface="Calibri Light" panose="020F0302020204030204" pitchFamily="34" charset="0"/>
              </a:defRPr>
            </a:lvl2pPr>
            <a:lvl3pPr marL="360000" indent="0" algn="r">
              <a:buFontTx/>
              <a:buNone/>
              <a:defRPr sz="700" b="0" i="1">
                <a:latin typeface="Calibri Light" panose="020F0302020204030204" pitchFamily="34" charset="0"/>
                <a:cs typeface="Calibri Light" panose="020F0302020204030204" pitchFamily="34" charset="0"/>
              </a:defRPr>
            </a:lvl3pPr>
            <a:lvl4pPr marL="540000" indent="0" algn="r">
              <a:buFontTx/>
              <a:buNone/>
              <a:defRPr sz="700" b="0" i="1">
                <a:latin typeface="Calibri Light" panose="020F0302020204030204" pitchFamily="34" charset="0"/>
                <a:cs typeface="Calibri Light" panose="020F0302020204030204" pitchFamily="34" charset="0"/>
              </a:defRPr>
            </a:lvl4pPr>
            <a:lvl5pPr marL="720000" indent="0" algn="r">
              <a:buFontTx/>
              <a:buNone/>
              <a:defRPr sz="700" b="0" i="1">
                <a:latin typeface="Calibri Light" panose="020F0302020204030204" pitchFamily="34" charset="0"/>
                <a:cs typeface="Calibri Light" panose="020F0302020204030204" pitchFamily="34" charset="0"/>
              </a:defRPr>
            </a:lvl5pPr>
          </a:lstStyle>
          <a:p>
            <a:pPr lvl="0"/>
            <a:r>
              <a:rPr lang="de-DE"/>
              <a:t>Mastertextformat bearbeiten</a:t>
            </a:r>
          </a:p>
        </p:txBody>
      </p:sp>
    </p:spTree>
    <p:extLst>
      <p:ext uri="{BB962C8B-B14F-4D97-AF65-F5344CB8AC3E}">
        <p14:creationId xmlns:p14="http://schemas.microsoft.com/office/powerpoint/2010/main" val="2131754518"/>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0BCAAA-1EE4-E978-D9FB-E73E96D476FB}"/>
              </a:ext>
            </a:extLst>
          </p:cNvPr>
          <p:cNvSpPr>
            <a:spLocks noGrp="1"/>
          </p:cNvSpPr>
          <p:nvPr>
            <p:ph type="title"/>
          </p:nvPr>
        </p:nvSpPr>
        <p:spPr/>
        <p:txBody>
          <a:bodyPr/>
          <a:lstStyle/>
          <a:p>
            <a:r>
              <a:rPr lang="de-DE"/>
              <a:t>Mastertitelformat bearbeiten</a:t>
            </a:r>
          </a:p>
        </p:txBody>
      </p:sp>
      <p:sp>
        <p:nvSpPr>
          <p:cNvPr id="6" name="Datumsplatzhalter 5">
            <a:extLst>
              <a:ext uri="{FF2B5EF4-FFF2-40B4-BE49-F238E27FC236}">
                <a16:creationId xmlns:a16="http://schemas.microsoft.com/office/drawing/2014/main" id="{4F7E0893-981F-8CB0-5129-5331A6027E36}"/>
              </a:ext>
            </a:extLst>
          </p:cNvPr>
          <p:cNvSpPr>
            <a:spLocks noGrp="1"/>
          </p:cNvSpPr>
          <p:nvPr>
            <p:ph type="dt" sz="half" idx="10"/>
          </p:nvPr>
        </p:nvSpPr>
        <p:spPr/>
        <p:txBody>
          <a:bodyPr/>
          <a:lstStyle/>
          <a:p>
            <a:r>
              <a:rPr lang="de-AT"/>
              <a:t>20. Januar 2023</a:t>
            </a:r>
            <a:endParaRPr lang="de-DE"/>
          </a:p>
        </p:txBody>
      </p:sp>
      <p:sp>
        <p:nvSpPr>
          <p:cNvPr id="7" name="Fußzeilenplatzhalter 6">
            <a:extLst>
              <a:ext uri="{FF2B5EF4-FFF2-40B4-BE49-F238E27FC236}">
                <a16:creationId xmlns:a16="http://schemas.microsoft.com/office/drawing/2014/main" id="{DED9FC68-68FA-BD81-F899-A1C1A9375FB2}"/>
              </a:ext>
            </a:extLst>
          </p:cNvPr>
          <p:cNvSpPr>
            <a:spLocks noGrp="1"/>
          </p:cNvSpPr>
          <p:nvPr>
            <p:ph type="ftr" sz="quarter" idx="11"/>
          </p:nvPr>
        </p:nvSpPr>
        <p:spPr/>
        <p:txBody>
          <a:bodyPr/>
          <a:lstStyle>
            <a:lvl1pPr algn="r">
              <a:defRPr/>
            </a:lvl1pPr>
          </a:lstStyle>
          <a:p>
            <a:endParaRPr lang="de-DE"/>
          </a:p>
        </p:txBody>
      </p:sp>
      <p:sp>
        <p:nvSpPr>
          <p:cNvPr id="8" name="Foliennummernplatzhalter 7">
            <a:extLst>
              <a:ext uri="{FF2B5EF4-FFF2-40B4-BE49-F238E27FC236}">
                <a16:creationId xmlns:a16="http://schemas.microsoft.com/office/drawing/2014/main" id="{F94FFD87-98DF-B722-F2E3-DADC1DC626CF}"/>
              </a:ext>
            </a:extLst>
          </p:cNvPr>
          <p:cNvSpPr>
            <a:spLocks noGrp="1"/>
          </p:cNvSpPr>
          <p:nvPr>
            <p:ph type="sldNum" sz="quarter" idx="12"/>
          </p:nvPr>
        </p:nvSpPr>
        <p:spPr/>
        <p:txBody>
          <a:bodyPr/>
          <a:lstStyle/>
          <a:p>
            <a:fld id="{8A659B55-214A-9244-B2C4-88C435D949E0}" type="slidenum">
              <a:rPr lang="de-DE" smtClean="0"/>
              <a:pPr/>
              <a:t>‹#›</a:t>
            </a:fld>
            <a:endParaRPr lang="de-DE"/>
          </a:p>
        </p:txBody>
      </p:sp>
    </p:spTree>
    <p:extLst>
      <p:ext uri="{BB962C8B-B14F-4D97-AF65-F5344CB8AC3E}">
        <p14:creationId xmlns:p14="http://schemas.microsoft.com/office/powerpoint/2010/main" val="2620381406"/>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el + grosses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0BCAAA-1EE4-E978-D9FB-E73E96D476FB}"/>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A9044F14-1A66-6FE8-E60F-15DAA38B8C4F}"/>
              </a:ext>
            </a:extLst>
          </p:cNvPr>
          <p:cNvSpPr>
            <a:spLocks noGrp="1"/>
          </p:cNvSpPr>
          <p:nvPr>
            <p:ph type="dt" sz="half" idx="10"/>
          </p:nvPr>
        </p:nvSpPr>
        <p:spPr/>
        <p:txBody>
          <a:bodyPr/>
          <a:lstStyle/>
          <a:p>
            <a:r>
              <a:rPr lang="de-AT"/>
              <a:t>20. Januar 2023</a:t>
            </a:r>
            <a:endParaRPr lang="de-DE"/>
          </a:p>
        </p:txBody>
      </p:sp>
      <p:sp>
        <p:nvSpPr>
          <p:cNvPr id="4" name="Fußzeilenplatzhalter 3">
            <a:extLst>
              <a:ext uri="{FF2B5EF4-FFF2-40B4-BE49-F238E27FC236}">
                <a16:creationId xmlns:a16="http://schemas.microsoft.com/office/drawing/2014/main" id="{F1A7AD42-0C30-151E-51DA-E96498E41166}"/>
              </a:ext>
            </a:extLst>
          </p:cNvPr>
          <p:cNvSpPr>
            <a:spLocks noGrp="1"/>
          </p:cNvSpPr>
          <p:nvPr>
            <p:ph type="ftr" sz="quarter" idx="11"/>
          </p:nvPr>
        </p:nvSpPr>
        <p:spPr/>
        <p:txBody>
          <a:bodyPr/>
          <a:lstStyle>
            <a:lvl1pPr algn="r">
              <a:defRPr/>
            </a:lvl1pPr>
          </a:lstStyle>
          <a:p>
            <a:endParaRPr lang="de-DE"/>
          </a:p>
        </p:txBody>
      </p:sp>
      <p:sp>
        <p:nvSpPr>
          <p:cNvPr id="5" name="Foliennummernplatzhalter 4">
            <a:extLst>
              <a:ext uri="{FF2B5EF4-FFF2-40B4-BE49-F238E27FC236}">
                <a16:creationId xmlns:a16="http://schemas.microsoft.com/office/drawing/2014/main" id="{604C2F84-6F65-F906-62D1-D5CAB6BB3974}"/>
              </a:ext>
            </a:extLst>
          </p:cNvPr>
          <p:cNvSpPr>
            <a:spLocks noGrp="1"/>
          </p:cNvSpPr>
          <p:nvPr>
            <p:ph type="sldNum" sz="quarter" idx="12"/>
          </p:nvPr>
        </p:nvSpPr>
        <p:spPr/>
        <p:txBody>
          <a:bodyPr/>
          <a:lstStyle/>
          <a:p>
            <a:fld id="{8A659B55-214A-9244-B2C4-88C435D949E0}" type="slidenum">
              <a:rPr lang="de-DE" smtClean="0"/>
              <a:pPr/>
              <a:t>‹#›</a:t>
            </a:fld>
            <a:endParaRPr lang="de-DE"/>
          </a:p>
        </p:txBody>
      </p:sp>
      <p:sp>
        <p:nvSpPr>
          <p:cNvPr id="10" name="Bildplatzhalter 9">
            <a:extLst>
              <a:ext uri="{FF2B5EF4-FFF2-40B4-BE49-F238E27FC236}">
                <a16:creationId xmlns:a16="http://schemas.microsoft.com/office/drawing/2014/main" id="{97656C9B-A8AD-F93F-075F-0823D9AD6402}"/>
              </a:ext>
            </a:extLst>
          </p:cNvPr>
          <p:cNvSpPr>
            <a:spLocks noGrp="1"/>
          </p:cNvSpPr>
          <p:nvPr>
            <p:ph type="pic" sz="quarter" idx="13"/>
          </p:nvPr>
        </p:nvSpPr>
        <p:spPr>
          <a:xfrm>
            <a:off x="0" y="950913"/>
            <a:ext cx="9144000" cy="3421062"/>
          </a:xfrm>
        </p:spPr>
        <p:txBody>
          <a:bodyPr/>
          <a:lstStyle/>
          <a:p>
            <a:endParaRPr lang="de-DE"/>
          </a:p>
        </p:txBody>
      </p:sp>
      <p:sp>
        <p:nvSpPr>
          <p:cNvPr id="6" name="Textplatzhalter 5">
            <a:extLst>
              <a:ext uri="{FF2B5EF4-FFF2-40B4-BE49-F238E27FC236}">
                <a16:creationId xmlns:a16="http://schemas.microsoft.com/office/drawing/2014/main" id="{99C1832F-E339-4D59-A6C1-2EBD0A3D3A6F}"/>
              </a:ext>
            </a:extLst>
          </p:cNvPr>
          <p:cNvSpPr>
            <a:spLocks noGrp="1"/>
          </p:cNvSpPr>
          <p:nvPr>
            <p:ph type="body" sz="quarter" idx="28"/>
          </p:nvPr>
        </p:nvSpPr>
        <p:spPr>
          <a:xfrm>
            <a:off x="1584326" y="4374000"/>
            <a:ext cx="7306499" cy="108000"/>
          </a:xfrm>
        </p:spPr>
        <p:txBody>
          <a:bodyPr anchor="b" anchorCtr="0">
            <a:noAutofit/>
          </a:bodyPr>
          <a:lstStyle>
            <a:lvl1pPr marL="0" indent="0" algn="r">
              <a:buFontTx/>
              <a:buNone/>
              <a:defRPr sz="650" b="0" i="1">
                <a:latin typeface="Calibri Light" panose="020F0302020204030204" pitchFamily="34" charset="0"/>
                <a:cs typeface="Calibri Light" panose="020F0302020204030204" pitchFamily="34" charset="0"/>
              </a:defRPr>
            </a:lvl1pPr>
            <a:lvl2pPr marL="180000" indent="0" algn="r">
              <a:buFontTx/>
              <a:buNone/>
              <a:defRPr sz="700" b="0" i="1">
                <a:latin typeface="Calibri Light" panose="020F0302020204030204" pitchFamily="34" charset="0"/>
                <a:cs typeface="Calibri Light" panose="020F0302020204030204" pitchFamily="34" charset="0"/>
              </a:defRPr>
            </a:lvl2pPr>
            <a:lvl3pPr marL="360000" indent="0" algn="r">
              <a:buFontTx/>
              <a:buNone/>
              <a:defRPr sz="700" b="0" i="1">
                <a:latin typeface="Calibri Light" panose="020F0302020204030204" pitchFamily="34" charset="0"/>
                <a:cs typeface="Calibri Light" panose="020F0302020204030204" pitchFamily="34" charset="0"/>
              </a:defRPr>
            </a:lvl3pPr>
            <a:lvl4pPr marL="540000" indent="0" algn="r">
              <a:buFontTx/>
              <a:buNone/>
              <a:defRPr sz="700" b="0" i="1">
                <a:latin typeface="Calibri Light" panose="020F0302020204030204" pitchFamily="34" charset="0"/>
                <a:cs typeface="Calibri Light" panose="020F0302020204030204" pitchFamily="34" charset="0"/>
              </a:defRPr>
            </a:lvl4pPr>
            <a:lvl5pPr marL="720000" indent="0" algn="r">
              <a:buFontTx/>
              <a:buNone/>
              <a:defRPr sz="700" b="0" i="1">
                <a:latin typeface="Calibri Light" panose="020F0302020204030204" pitchFamily="34" charset="0"/>
                <a:cs typeface="Calibri Light" panose="020F0302020204030204" pitchFamily="34" charset="0"/>
              </a:defRPr>
            </a:lvl5pPr>
          </a:lstStyle>
          <a:p>
            <a:pPr lvl="0"/>
            <a:r>
              <a:rPr lang="de-DE"/>
              <a:t>Mastertextformat bearbeiten</a:t>
            </a:r>
          </a:p>
        </p:txBody>
      </p:sp>
    </p:spTree>
    <p:extLst>
      <p:ext uri="{BB962C8B-B14F-4D97-AF65-F5344CB8AC3E}">
        <p14:creationId xmlns:p14="http://schemas.microsoft.com/office/powerpoint/2010/main" val="338482766"/>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el + fertige Grafik_auf BLAU">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A269F60B-5262-E4FD-5BE8-FA0E08786006}"/>
              </a:ext>
            </a:extLst>
          </p:cNvPr>
          <p:cNvSpPr/>
          <p:nvPr userDrawn="1"/>
        </p:nvSpPr>
        <p:spPr>
          <a:xfrm>
            <a:off x="-1" y="950913"/>
            <a:ext cx="9143999" cy="34210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b="0" i="0">
              <a:latin typeface="Calibri Light" panose="020F0302020204030204" pitchFamily="34" charset="0"/>
            </a:endParaRPr>
          </a:p>
        </p:txBody>
      </p:sp>
      <p:sp>
        <p:nvSpPr>
          <p:cNvPr id="2" name="Titel 1">
            <a:extLst>
              <a:ext uri="{FF2B5EF4-FFF2-40B4-BE49-F238E27FC236}">
                <a16:creationId xmlns:a16="http://schemas.microsoft.com/office/drawing/2014/main" id="{290BCAAA-1EE4-E978-D9FB-E73E96D476FB}"/>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A9044F14-1A66-6FE8-E60F-15DAA38B8C4F}"/>
              </a:ext>
            </a:extLst>
          </p:cNvPr>
          <p:cNvSpPr>
            <a:spLocks noGrp="1"/>
          </p:cNvSpPr>
          <p:nvPr>
            <p:ph type="dt" sz="half" idx="10"/>
          </p:nvPr>
        </p:nvSpPr>
        <p:spPr/>
        <p:txBody>
          <a:bodyPr/>
          <a:lstStyle/>
          <a:p>
            <a:r>
              <a:rPr lang="de-AT"/>
              <a:t>20. Januar 2023</a:t>
            </a:r>
            <a:endParaRPr lang="de-DE"/>
          </a:p>
        </p:txBody>
      </p:sp>
      <p:sp>
        <p:nvSpPr>
          <p:cNvPr id="4" name="Fußzeilenplatzhalter 3">
            <a:extLst>
              <a:ext uri="{FF2B5EF4-FFF2-40B4-BE49-F238E27FC236}">
                <a16:creationId xmlns:a16="http://schemas.microsoft.com/office/drawing/2014/main" id="{F1A7AD42-0C30-151E-51DA-E96498E41166}"/>
              </a:ext>
            </a:extLst>
          </p:cNvPr>
          <p:cNvSpPr>
            <a:spLocks noGrp="1"/>
          </p:cNvSpPr>
          <p:nvPr>
            <p:ph type="ftr" sz="quarter" idx="11"/>
          </p:nvPr>
        </p:nvSpPr>
        <p:spPr/>
        <p:txBody>
          <a:bodyPr/>
          <a:lstStyle>
            <a:lvl1pPr algn="r">
              <a:defRPr/>
            </a:lvl1pPr>
          </a:lstStyle>
          <a:p>
            <a:endParaRPr lang="de-DE"/>
          </a:p>
        </p:txBody>
      </p:sp>
      <p:sp>
        <p:nvSpPr>
          <p:cNvPr id="5" name="Foliennummernplatzhalter 4">
            <a:extLst>
              <a:ext uri="{FF2B5EF4-FFF2-40B4-BE49-F238E27FC236}">
                <a16:creationId xmlns:a16="http://schemas.microsoft.com/office/drawing/2014/main" id="{604C2F84-6F65-F906-62D1-D5CAB6BB3974}"/>
              </a:ext>
            </a:extLst>
          </p:cNvPr>
          <p:cNvSpPr>
            <a:spLocks noGrp="1"/>
          </p:cNvSpPr>
          <p:nvPr>
            <p:ph type="sldNum" sz="quarter" idx="12"/>
          </p:nvPr>
        </p:nvSpPr>
        <p:spPr/>
        <p:txBody>
          <a:bodyPr/>
          <a:lstStyle/>
          <a:p>
            <a:fld id="{8A659B55-214A-9244-B2C4-88C435D949E0}" type="slidenum">
              <a:rPr lang="de-DE" smtClean="0"/>
              <a:pPr/>
              <a:t>‹#›</a:t>
            </a:fld>
            <a:endParaRPr lang="de-DE"/>
          </a:p>
        </p:txBody>
      </p:sp>
      <p:sp>
        <p:nvSpPr>
          <p:cNvPr id="7" name="Inhaltsplatzhalter 6">
            <a:extLst>
              <a:ext uri="{FF2B5EF4-FFF2-40B4-BE49-F238E27FC236}">
                <a16:creationId xmlns:a16="http://schemas.microsoft.com/office/drawing/2014/main" id="{4D324900-3304-B788-C28B-E5B6918DC9AB}"/>
              </a:ext>
            </a:extLst>
          </p:cNvPr>
          <p:cNvSpPr>
            <a:spLocks noGrp="1"/>
          </p:cNvSpPr>
          <p:nvPr>
            <p:ph sz="quarter" idx="14" hasCustomPrompt="1"/>
          </p:nvPr>
        </p:nvSpPr>
        <p:spPr>
          <a:xfrm>
            <a:off x="0" y="950913"/>
            <a:ext cx="9144000" cy="3421062"/>
          </a:xfrm>
          <a:noFill/>
        </p:spPr>
        <p:txBody>
          <a:bodyPr/>
          <a:lstStyle>
            <a:lvl1pPr>
              <a:defRPr/>
            </a:lvl1pPr>
          </a:lstStyle>
          <a:p>
            <a:pPr lvl="0"/>
            <a:r>
              <a:rPr lang="de-DE"/>
              <a:t>Grafik einfügen</a:t>
            </a:r>
          </a:p>
        </p:txBody>
      </p:sp>
      <p:sp>
        <p:nvSpPr>
          <p:cNvPr id="10" name="Textplatzhalter 5">
            <a:extLst>
              <a:ext uri="{FF2B5EF4-FFF2-40B4-BE49-F238E27FC236}">
                <a16:creationId xmlns:a16="http://schemas.microsoft.com/office/drawing/2014/main" id="{0D3237EA-A248-4F52-E02C-A54F51E25100}"/>
              </a:ext>
            </a:extLst>
          </p:cNvPr>
          <p:cNvSpPr>
            <a:spLocks noGrp="1"/>
          </p:cNvSpPr>
          <p:nvPr>
            <p:ph type="body" sz="quarter" idx="28"/>
          </p:nvPr>
        </p:nvSpPr>
        <p:spPr>
          <a:xfrm>
            <a:off x="1584326" y="4374000"/>
            <a:ext cx="7306499" cy="108000"/>
          </a:xfrm>
        </p:spPr>
        <p:txBody>
          <a:bodyPr anchor="b" anchorCtr="0">
            <a:noAutofit/>
          </a:bodyPr>
          <a:lstStyle>
            <a:lvl1pPr marL="0" indent="0" algn="r">
              <a:buFontTx/>
              <a:buNone/>
              <a:defRPr sz="650" b="0" i="1">
                <a:latin typeface="Calibri Light" panose="020F0302020204030204" pitchFamily="34" charset="0"/>
                <a:cs typeface="Calibri Light" panose="020F0302020204030204" pitchFamily="34" charset="0"/>
              </a:defRPr>
            </a:lvl1pPr>
            <a:lvl2pPr marL="180000" indent="0" algn="r">
              <a:buFontTx/>
              <a:buNone/>
              <a:defRPr sz="700" b="0" i="1">
                <a:latin typeface="Calibri Light" panose="020F0302020204030204" pitchFamily="34" charset="0"/>
                <a:cs typeface="Calibri Light" panose="020F0302020204030204" pitchFamily="34" charset="0"/>
              </a:defRPr>
            </a:lvl2pPr>
            <a:lvl3pPr marL="360000" indent="0" algn="r">
              <a:buFontTx/>
              <a:buNone/>
              <a:defRPr sz="700" b="0" i="1">
                <a:latin typeface="Calibri Light" panose="020F0302020204030204" pitchFamily="34" charset="0"/>
                <a:cs typeface="Calibri Light" panose="020F0302020204030204" pitchFamily="34" charset="0"/>
              </a:defRPr>
            </a:lvl3pPr>
            <a:lvl4pPr marL="540000" indent="0" algn="r">
              <a:buFontTx/>
              <a:buNone/>
              <a:defRPr sz="700" b="0" i="1">
                <a:latin typeface="Calibri Light" panose="020F0302020204030204" pitchFamily="34" charset="0"/>
                <a:cs typeface="Calibri Light" panose="020F0302020204030204" pitchFamily="34" charset="0"/>
              </a:defRPr>
            </a:lvl4pPr>
            <a:lvl5pPr marL="720000" indent="0" algn="r">
              <a:buFontTx/>
              <a:buNone/>
              <a:defRPr sz="700" b="0" i="1">
                <a:latin typeface="Calibri Light" panose="020F0302020204030204" pitchFamily="34" charset="0"/>
                <a:cs typeface="Calibri Light" panose="020F0302020204030204" pitchFamily="34" charset="0"/>
              </a:defRPr>
            </a:lvl5pPr>
          </a:lstStyle>
          <a:p>
            <a:pPr lvl="0"/>
            <a:r>
              <a:rPr lang="de-DE"/>
              <a:t>Mastertextformat bearbeiten</a:t>
            </a:r>
          </a:p>
        </p:txBody>
      </p:sp>
    </p:spTree>
    <p:extLst>
      <p:ext uri="{BB962C8B-B14F-4D97-AF65-F5344CB8AC3E}">
        <p14:creationId xmlns:p14="http://schemas.microsoft.com/office/powerpoint/2010/main" val="3534112489"/>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el, Text, grosses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54FDC9-E9FC-7948-9E4D-23400BC8EF92}"/>
              </a:ext>
            </a:extLst>
          </p:cNvPr>
          <p:cNvSpPr>
            <a:spLocks noGrp="1"/>
          </p:cNvSpPr>
          <p:nvPr>
            <p:ph type="title"/>
          </p:nvPr>
        </p:nvSpPr>
        <p:spPr>
          <a:xfrm>
            <a:off x="6229175" y="252000"/>
            <a:ext cx="2664000" cy="1067753"/>
          </a:xfrm>
        </p:spPr>
        <p:txBody>
          <a:bodyPr anchor="t" anchorCtr="0">
            <a:normAutofit/>
          </a:bodyPr>
          <a:lstStyle>
            <a:lvl1pPr>
              <a:lnSpc>
                <a:spcPct val="100000"/>
              </a:lnSpc>
              <a:defRPr sz="2400"/>
            </a:lvl1pPr>
          </a:lstStyle>
          <a:p>
            <a:r>
              <a:rPr lang="de-DE"/>
              <a:t>Mastertitelformat bearbeiten</a:t>
            </a:r>
          </a:p>
        </p:txBody>
      </p:sp>
      <p:sp>
        <p:nvSpPr>
          <p:cNvPr id="3" name="Bildplatzhalter 2">
            <a:extLst>
              <a:ext uri="{FF2B5EF4-FFF2-40B4-BE49-F238E27FC236}">
                <a16:creationId xmlns:a16="http://schemas.microsoft.com/office/drawing/2014/main" id="{1671E60A-93EA-B8EC-FAF9-FE41AF45B298}"/>
              </a:ext>
            </a:extLst>
          </p:cNvPr>
          <p:cNvSpPr>
            <a:spLocks noGrp="1"/>
          </p:cNvSpPr>
          <p:nvPr>
            <p:ph type="pic" idx="1"/>
          </p:nvPr>
        </p:nvSpPr>
        <p:spPr>
          <a:xfrm>
            <a:off x="0" y="0"/>
            <a:ext cx="5967360" cy="4371975"/>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endParaRPr lang="de-DE"/>
          </a:p>
        </p:txBody>
      </p:sp>
      <p:sp>
        <p:nvSpPr>
          <p:cNvPr id="4" name="Textplatzhalter 3">
            <a:extLst>
              <a:ext uri="{FF2B5EF4-FFF2-40B4-BE49-F238E27FC236}">
                <a16:creationId xmlns:a16="http://schemas.microsoft.com/office/drawing/2014/main" id="{48F7292C-2821-EFF3-FCB7-0AEDB1B792EF}"/>
              </a:ext>
            </a:extLst>
          </p:cNvPr>
          <p:cNvSpPr>
            <a:spLocks noGrp="1"/>
          </p:cNvSpPr>
          <p:nvPr>
            <p:ph type="body" sz="half" idx="2"/>
          </p:nvPr>
        </p:nvSpPr>
        <p:spPr>
          <a:xfrm>
            <a:off x="6229175" y="1419225"/>
            <a:ext cx="2664000" cy="2982517"/>
          </a:xfrm>
        </p:spPr>
        <p:txBody>
          <a:bodyPr>
            <a:noAutofit/>
          </a:bodyPr>
          <a:lstStyle>
            <a:lvl1pPr marL="0" indent="0">
              <a:lnSpc>
                <a:spcPct val="100000"/>
              </a:lnSpc>
              <a:buNone/>
              <a:defRPr sz="14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de-DE"/>
              <a:t>Mastertextformat bearbeiten</a:t>
            </a:r>
          </a:p>
        </p:txBody>
      </p:sp>
      <p:sp>
        <p:nvSpPr>
          <p:cNvPr id="5" name="Datumsplatzhalter 4">
            <a:extLst>
              <a:ext uri="{FF2B5EF4-FFF2-40B4-BE49-F238E27FC236}">
                <a16:creationId xmlns:a16="http://schemas.microsoft.com/office/drawing/2014/main" id="{7D4B8FAD-361E-01E8-8D5A-100AB70758CD}"/>
              </a:ext>
            </a:extLst>
          </p:cNvPr>
          <p:cNvSpPr>
            <a:spLocks noGrp="1"/>
          </p:cNvSpPr>
          <p:nvPr>
            <p:ph type="dt" sz="half" idx="10"/>
          </p:nvPr>
        </p:nvSpPr>
        <p:spPr/>
        <p:txBody>
          <a:bodyPr/>
          <a:lstStyle/>
          <a:p>
            <a:r>
              <a:rPr lang="de-AT"/>
              <a:t>20. Januar 2023</a:t>
            </a:r>
            <a:endParaRPr lang="de-DE"/>
          </a:p>
        </p:txBody>
      </p:sp>
      <p:sp>
        <p:nvSpPr>
          <p:cNvPr id="6" name="Fußzeilenplatzhalter 5">
            <a:extLst>
              <a:ext uri="{FF2B5EF4-FFF2-40B4-BE49-F238E27FC236}">
                <a16:creationId xmlns:a16="http://schemas.microsoft.com/office/drawing/2014/main" id="{2F01B6D1-1620-5AAF-DF7E-8B04CFB8B190}"/>
              </a:ext>
            </a:extLst>
          </p:cNvPr>
          <p:cNvSpPr>
            <a:spLocks noGrp="1"/>
          </p:cNvSpPr>
          <p:nvPr>
            <p:ph type="ftr" sz="quarter" idx="11"/>
          </p:nvPr>
        </p:nvSpPr>
        <p:spPr/>
        <p:txBody>
          <a:bodyPr/>
          <a:lstStyle>
            <a:lvl1pPr algn="r">
              <a:defRPr/>
            </a:lvl1pPr>
          </a:lstStyle>
          <a:p>
            <a:endParaRPr lang="de-DE"/>
          </a:p>
        </p:txBody>
      </p:sp>
      <p:sp>
        <p:nvSpPr>
          <p:cNvPr id="7" name="Foliennummernplatzhalter 6">
            <a:extLst>
              <a:ext uri="{FF2B5EF4-FFF2-40B4-BE49-F238E27FC236}">
                <a16:creationId xmlns:a16="http://schemas.microsoft.com/office/drawing/2014/main" id="{837C62A7-280A-89D2-E532-1A7DBCAE51CE}"/>
              </a:ext>
            </a:extLst>
          </p:cNvPr>
          <p:cNvSpPr>
            <a:spLocks noGrp="1"/>
          </p:cNvSpPr>
          <p:nvPr>
            <p:ph type="sldNum" sz="quarter" idx="12"/>
          </p:nvPr>
        </p:nvSpPr>
        <p:spPr/>
        <p:txBody>
          <a:bodyPr/>
          <a:lstStyle/>
          <a:p>
            <a:fld id="{8A659B55-214A-9244-B2C4-88C435D949E0}" type="slidenum">
              <a:rPr lang="de-DE" smtClean="0"/>
              <a:t>‹#›</a:t>
            </a:fld>
            <a:endParaRPr lang="de-DE"/>
          </a:p>
        </p:txBody>
      </p:sp>
      <p:sp>
        <p:nvSpPr>
          <p:cNvPr id="8" name="Textplatzhalter 5">
            <a:extLst>
              <a:ext uri="{FF2B5EF4-FFF2-40B4-BE49-F238E27FC236}">
                <a16:creationId xmlns:a16="http://schemas.microsoft.com/office/drawing/2014/main" id="{820688F1-A085-93CE-7BF5-883331D4016A}"/>
              </a:ext>
            </a:extLst>
          </p:cNvPr>
          <p:cNvSpPr>
            <a:spLocks noGrp="1"/>
          </p:cNvSpPr>
          <p:nvPr>
            <p:ph type="body" sz="quarter" idx="28"/>
          </p:nvPr>
        </p:nvSpPr>
        <p:spPr>
          <a:xfrm>
            <a:off x="207360" y="4374000"/>
            <a:ext cx="5760000" cy="108000"/>
          </a:xfrm>
        </p:spPr>
        <p:txBody>
          <a:bodyPr anchor="b" anchorCtr="0">
            <a:noAutofit/>
          </a:bodyPr>
          <a:lstStyle>
            <a:lvl1pPr marL="0" indent="0" algn="r">
              <a:buFontTx/>
              <a:buNone/>
              <a:defRPr sz="650" b="0" i="1">
                <a:latin typeface="Calibri Light" panose="020F0302020204030204" pitchFamily="34" charset="0"/>
                <a:cs typeface="Calibri Light" panose="020F0302020204030204" pitchFamily="34" charset="0"/>
              </a:defRPr>
            </a:lvl1pPr>
            <a:lvl2pPr marL="180000" indent="0" algn="r">
              <a:buFontTx/>
              <a:buNone/>
              <a:defRPr sz="700" b="0" i="1">
                <a:latin typeface="Calibri Light" panose="020F0302020204030204" pitchFamily="34" charset="0"/>
                <a:cs typeface="Calibri Light" panose="020F0302020204030204" pitchFamily="34" charset="0"/>
              </a:defRPr>
            </a:lvl2pPr>
            <a:lvl3pPr marL="360000" indent="0" algn="r">
              <a:buFontTx/>
              <a:buNone/>
              <a:defRPr sz="700" b="0" i="1">
                <a:latin typeface="Calibri Light" panose="020F0302020204030204" pitchFamily="34" charset="0"/>
                <a:cs typeface="Calibri Light" panose="020F0302020204030204" pitchFamily="34" charset="0"/>
              </a:defRPr>
            </a:lvl3pPr>
            <a:lvl4pPr marL="540000" indent="0" algn="r">
              <a:buFontTx/>
              <a:buNone/>
              <a:defRPr sz="700" b="0" i="1">
                <a:latin typeface="Calibri Light" panose="020F0302020204030204" pitchFamily="34" charset="0"/>
                <a:cs typeface="Calibri Light" panose="020F0302020204030204" pitchFamily="34" charset="0"/>
              </a:defRPr>
            </a:lvl4pPr>
            <a:lvl5pPr marL="720000" indent="0" algn="r">
              <a:buFontTx/>
              <a:buNone/>
              <a:defRPr sz="700" b="0" i="1">
                <a:latin typeface="Calibri Light" panose="020F0302020204030204" pitchFamily="34" charset="0"/>
                <a:cs typeface="Calibri Light" panose="020F0302020204030204" pitchFamily="34" charset="0"/>
              </a:defRPr>
            </a:lvl5pPr>
          </a:lstStyle>
          <a:p>
            <a:pPr lvl="0"/>
            <a:r>
              <a:rPr lang="de-DE"/>
              <a:t>Mastertextformat bearbeiten</a:t>
            </a:r>
          </a:p>
        </p:txBody>
      </p:sp>
    </p:spTree>
    <p:extLst>
      <p:ext uri="{BB962C8B-B14F-4D97-AF65-F5344CB8AC3E}">
        <p14:creationId xmlns:p14="http://schemas.microsoft.com/office/powerpoint/2010/main" val="863511936"/>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1F5A9C9C-BDE4-5026-66D3-D07C84DE985B}"/>
              </a:ext>
            </a:extLst>
          </p:cNvPr>
          <p:cNvSpPr>
            <a:spLocks noGrp="1"/>
          </p:cNvSpPr>
          <p:nvPr>
            <p:ph type="dt" sz="half" idx="10"/>
          </p:nvPr>
        </p:nvSpPr>
        <p:spPr/>
        <p:txBody>
          <a:bodyPr/>
          <a:lstStyle/>
          <a:p>
            <a:r>
              <a:rPr lang="de-AT"/>
              <a:t>20. Januar 2023</a:t>
            </a:r>
            <a:endParaRPr lang="de-DE"/>
          </a:p>
        </p:txBody>
      </p:sp>
      <p:sp>
        <p:nvSpPr>
          <p:cNvPr id="3" name="Fußzeilenplatzhalter 2">
            <a:extLst>
              <a:ext uri="{FF2B5EF4-FFF2-40B4-BE49-F238E27FC236}">
                <a16:creationId xmlns:a16="http://schemas.microsoft.com/office/drawing/2014/main" id="{78AB5DB0-F825-657D-FF7D-401F78EE9CF7}"/>
              </a:ext>
            </a:extLst>
          </p:cNvPr>
          <p:cNvSpPr>
            <a:spLocks noGrp="1"/>
          </p:cNvSpPr>
          <p:nvPr>
            <p:ph type="ftr" sz="quarter" idx="11"/>
          </p:nvPr>
        </p:nvSpPr>
        <p:spPr/>
        <p:txBody>
          <a:bodyPr/>
          <a:lstStyle>
            <a:lvl1pPr algn="r">
              <a:defRPr/>
            </a:lvl1pPr>
          </a:lstStyle>
          <a:p>
            <a:endParaRPr lang="de-DE"/>
          </a:p>
        </p:txBody>
      </p:sp>
      <p:sp>
        <p:nvSpPr>
          <p:cNvPr id="4" name="Foliennummernplatzhalter 3">
            <a:extLst>
              <a:ext uri="{FF2B5EF4-FFF2-40B4-BE49-F238E27FC236}">
                <a16:creationId xmlns:a16="http://schemas.microsoft.com/office/drawing/2014/main" id="{BBD3502D-D92B-00C4-2D1E-8A24116BFED1}"/>
              </a:ext>
            </a:extLst>
          </p:cNvPr>
          <p:cNvSpPr>
            <a:spLocks noGrp="1"/>
          </p:cNvSpPr>
          <p:nvPr>
            <p:ph type="sldNum" sz="quarter" idx="12"/>
          </p:nvPr>
        </p:nvSpPr>
        <p:spPr/>
        <p:txBody>
          <a:bodyPr/>
          <a:lstStyle/>
          <a:p>
            <a:fld id="{8A659B55-214A-9244-B2C4-88C435D949E0}" type="slidenum">
              <a:rPr lang="de-DE" smtClean="0"/>
              <a:t>‹#›</a:t>
            </a:fld>
            <a:endParaRPr lang="de-DE"/>
          </a:p>
        </p:txBody>
      </p:sp>
    </p:spTree>
    <p:extLst>
      <p:ext uri="{BB962C8B-B14F-4D97-AF65-F5344CB8AC3E}">
        <p14:creationId xmlns:p14="http://schemas.microsoft.com/office/powerpoint/2010/main" val="181534682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CBC65790-1342-831D-A02D-46608A853C54}"/>
              </a:ext>
            </a:extLst>
          </p:cNvPr>
          <p:cNvSpPr>
            <a:spLocks noGrp="1"/>
          </p:cNvSpPr>
          <p:nvPr>
            <p:ph type="title"/>
          </p:nvPr>
        </p:nvSpPr>
        <p:spPr>
          <a:xfrm>
            <a:off x="250825" y="252000"/>
            <a:ext cx="8640000" cy="864000"/>
          </a:xfrm>
          <a:prstGeom prst="rect">
            <a:avLst/>
          </a:prstGeom>
        </p:spPr>
        <p:txBody>
          <a:bodyPr vert="horz" lIns="0" tIns="0" rIns="0" bIns="0" rtlCol="0" anchor="t" anchorCtr="0">
            <a:noAutofit/>
          </a:bodyPr>
          <a:lstStyle/>
          <a:p>
            <a:r>
              <a:rPr lang="de-DE"/>
              <a:t>Mastertitelformat bearbeiten</a:t>
            </a:r>
          </a:p>
        </p:txBody>
      </p:sp>
      <p:sp>
        <p:nvSpPr>
          <p:cNvPr id="3" name="Textplatzhalter 2">
            <a:extLst>
              <a:ext uri="{FF2B5EF4-FFF2-40B4-BE49-F238E27FC236}">
                <a16:creationId xmlns:a16="http://schemas.microsoft.com/office/drawing/2014/main" id="{B5084E58-689A-94CC-3BB5-2D38A8F249E2}"/>
              </a:ext>
            </a:extLst>
          </p:cNvPr>
          <p:cNvSpPr>
            <a:spLocks noGrp="1"/>
          </p:cNvSpPr>
          <p:nvPr>
            <p:ph type="body" idx="1"/>
          </p:nvPr>
        </p:nvSpPr>
        <p:spPr>
          <a:xfrm>
            <a:off x="250825" y="1419225"/>
            <a:ext cx="8389938" cy="3002756"/>
          </a:xfrm>
          <a:prstGeom prst="rect">
            <a:avLst/>
          </a:prstGeom>
        </p:spPr>
        <p:txBody>
          <a:bodyPr vert="horz" lIns="0" tIns="0" rIns="0" bIns="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EF710CF3-D8B1-21F3-4BA7-F89799AACA21}"/>
              </a:ext>
            </a:extLst>
          </p:cNvPr>
          <p:cNvSpPr>
            <a:spLocks noGrp="1"/>
          </p:cNvSpPr>
          <p:nvPr>
            <p:ph type="dt" sz="half" idx="2"/>
          </p:nvPr>
        </p:nvSpPr>
        <p:spPr>
          <a:xfrm>
            <a:off x="7213550" y="4767264"/>
            <a:ext cx="1174800" cy="273844"/>
          </a:xfrm>
          <a:prstGeom prst="rect">
            <a:avLst/>
          </a:prstGeom>
        </p:spPr>
        <p:txBody>
          <a:bodyPr vert="horz" lIns="0" tIns="0" rIns="0" bIns="0" rtlCol="0" anchor="ctr"/>
          <a:lstStyle>
            <a:lvl1pPr algn="ctr">
              <a:defRPr sz="800" b="0" i="0">
                <a:solidFill>
                  <a:srgbClr val="666666"/>
                </a:solidFill>
                <a:latin typeface="+mn-lt"/>
                <a:cs typeface="Calibri Light" panose="020F0302020204030204" pitchFamily="34" charset="0"/>
              </a:defRPr>
            </a:lvl1pPr>
          </a:lstStyle>
          <a:p>
            <a:r>
              <a:rPr lang="de-AT"/>
              <a:t>20. Januar 2023</a:t>
            </a:r>
            <a:endParaRPr lang="de-DE"/>
          </a:p>
        </p:txBody>
      </p:sp>
      <p:sp>
        <p:nvSpPr>
          <p:cNvPr id="5" name="Fußzeilenplatzhalter 4">
            <a:extLst>
              <a:ext uri="{FF2B5EF4-FFF2-40B4-BE49-F238E27FC236}">
                <a16:creationId xmlns:a16="http://schemas.microsoft.com/office/drawing/2014/main" id="{CC1A4E1A-A043-15C2-C53F-F408EB104539}"/>
              </a:ext>
            </a:extLst>
          </p:cNvPr>
          <p:cNvSpPr>
            <a:spLocks noGrp="1"/>
          </p:cNvSpPr>
          <p:nvPr>
            <p:ph type="ftr" sz="quarter" idx="3"/>
          </p:nvPr>
        </p:nvSpPr>
        <p:spPr>
          <a:xfrm>
            <a:off x="1588692" y="4766400"/>
            <a:ext cx="5461791" cy="273844"/>
          </a:xfrm>
          <a:prstGeom prst="rect">
            <a:avLst/>
          </a:prstGeom>
          <a:ln>
            <a:noFill/>
          </a:ln>
        </p:spPr>
        <p:txBody>
          <a:bodyPr vert="horz" lIns="0" tIns="0" rIns="0" bIns="0" rtlCol="0" anchor="ctr"/>
          <a:lstStyle>
            <a:lvl1pPr algn="r">
              <a:defRPr sz="800" b="0" i="0">
                <a:solidFill>
                  <a:srgbClr val="666666"/>
                </a:solidFill>
                <a:latin typeface="+mn-lt"/>
                <a:cs typeface="Calibri Light" panose="020F0302020204030204" pitchFamily="34" charset="0"/>
              </a:defRPr>
            </a:lvl1pPr>
          </a:lstStyle>
          <a:p>
            <a:endParaRPr lang="de-DE"/>
          </a:p>
        </p:txBody>
      </p:sp>
      <p:sp>
        <p:nvSpPr>
          <p:cNvPr id="6" name="Foliennummernplatzhalter 5">
            <a:extLst>
              <a:ext uri="{FF2B5EF4-FFF2-40B4-BE49-F238E27FC236}">
                <a16:creationId xmlns:a16="http://schemas.microsoft.com/office/drawing/2014/main" id="{160DE00A-4593-1E21-D666-33AAAC799F93}"/>
              </a:ext>
            </a:extLst>
          </p:cNvPr>
          <p:cNvSpPr>
            <a:spLocks noGrp="1"/>
          </p:cNvSpPr>
          <p:nvPr>
            <p:ph type="sldNum" sz="quarter" idx="4"/>
          </p:nvPr>
        </p:nvSpPr>
        <p:spPr>
          <a:xfrm>
            <a:off x="8533175" y="4766400"/>
            <a:ext cx="360000" cy="273844"/>
          </a:xfrm>
          <a:prstGeom prst="rect">
            <a:avLst/>
          </a:prstGeom>
        </p:spPr>
        <p:txBody>
          <a:bodyPr vert="horz" lIns="91440" tIns="45720" rIns="0" bIns="46800" rtlCol="0" anchor="ctr"/>
          <a:lstStyle>
            <a:lvl1pPr algn="r">
              <a:defRPr sz="800" b="0" i="0">
                <a:solidFill>
                  <a:schemeClr val="accent1"/>
                </a:solidFill>
                <a:latin typeface="+mn-lt"/>
                <a:cs typeface="Calibri Light" panose="020F0302020204030204" pitchFamily="34" charset="0"/>
              </a:defRPr>
            </a:lvl1pPr>
          </a:lstStyle>
          <a:p>
            <a:fld id="{8A659B55-214A-9244-B2C4-88C435D949E0}" type="slidenum">
              <a:rPr lang="de-DE" smtClean="0"/>
              <a:pPr/>
              <a:t>‹#›</a:t>
            </a:fld>
            <a:endParaRPr lang="de-DE"/>
          </a:p>
        </p:txBody>
      </p:sp>
      <p:pic>
        <p:nvPicPr>
          <p:cNvPr id="8" name="Grafik 7">
            <a:extLst>
              <a:ext uri="{FF2B5EF4-FFF2-40B4-BE49-F238E27FC236}">
                <a16:creationId xmlns:a16="http://schemas.microsoft.com/office/drawing/2014/main" id="{50C43437-236E-0215-CF60-223B7F46116B}"/>
              </a:ext>
            </a:extLst>
          </p:cNvPr>
          <p:cNvPicPr>
            <a:picLocks noChangeAspect="1"/>
          </p:cNvPicPr>
          <p:nvPr userDrawn="1"/>
        </p:nvPicPr>
        <p:blipFill>
          <a:blip r:embed="rId31" cstate="screen">
            <a:extLst>
              <a:ext uri="{28A0092B-C50C-407E-A947-70E740481C1C}">
                <a14:useLocalDpi xmlns:a14="http://schemas.microsoft.com/office/drawing/2010/main"/>
              </a:ext>
            </a:extLst>
          </a:blip>
          <a:stretch>
            <a:fillRect/>
          </a:stretch>
        </p:blipFill>
        <p:spPr bwMode="black">
          <a:xfrm>
            <a:off x="250825" y="4660972"/>
            <a:ext cx="1174800" cy="320400"/>
          </a:xfrm>
          <a:prstGeom prst="rect">
            <a:avLst/>
          </a:prstGeom>
        </p:spPr>
      </p:pic>
    </p:spTree>
    <p:extLst>
      <p:ext uri="{BB962C8B-B14F-4D97-AF65-F5344CB8AC3E}">
        <p14:creationId xmlns:p14="http://schemas.microsoft.com/office/powerpoint/2010/main" val="3741710687"/>
      </p:ext>
    </p:extLst>
  </p:cSld>
  <p:clrMap bg1="lt1" tx1="dk1" bg2="lt2" tx2="dk2" accent1="accent1" accent2="accent2" accent3="accent3" accent4="accent4" accent5="accent5" accent6="accent6" hlink="hlink" folHlink="folHlink"/>
  <p:sldLayoutIdLst>
    <p:sldLayoutId id="2147483658" r:id="rId1"/>
    <p:sldLayoutId id="2147483661" r:id="rId2"/>
    <p:sldLayoutId id="2147483677" r:id="rId3"/>
    <p:sldLayoutId id="2147483676" r:id="rId4"/>
    <p:sldLayoutId id="2147483659" r:id="rId5"/>
    <p:sldLayoutId id="2147483649" r:id="rId6"/>
    <p:sldLayoutId id="2147483660" r:id="rId7"/>
    <p:sldLayoutId id="2147483666" r:id="rId8"/>
    <p:sldLayoutId id="2147483667" r:id="rId9"/>
    <p:sldLayoutId id="2147483675" r:id="rId10"/>
    <p:sldLayoutId id="2147483650" r:id="rId11"/>
    <p:sldLayoutId id="2147483652" r:id="rId12"/>
    <p:sldLayoutId id="2147483662" r:id="rId13"/>
    <p:sldLayoutId id="2147483669" r:id="rId14"/>
    <p:sldLayoutId id="2147483671" r:id="rId15"/>
    <p:sldLayoutId id="2147483670" r:id="rId16"/>
    <p:sldLayoutId id="2147483663" r:id="rId17"/>
    <p:sldLayoutId id="2147483653" r:id="rId18"/>
    <p:sldLayoutId id="2147483672" r:id="rId19"/>
    <p:sldLayoutId id="2147483673" r:id="rId20"/>
    <p:sldLayoutId id="2147483678" r:id="rId21"/>
    <p:sldLayoutId id="2147483679" r:id="rId22"/>
    <p:sldLayoutId id="2147483680" r:id="rId23"/>
    <p:sldLayoutId id="2147483674" r:id="rId24"/>
    <p:sldLayoutId id="2147483654" r:id="rId25"/>
    <p:sldLayoutId id="2147483664" r:id="rId26"/>
    <p:sldLayoutId id="2147483665" r:id="rId27"/>
    <p:sldLayoutId id="2147483657" r:id="rId28"/>
    <p:sldLayoutId id="2147483655" r:id="rId29"/>
  </p:sldLayoutIdLst>
  <p:hf hdr="0" ftr="0" dt="0"/>
  <p:txStyles>
    <p:titleStyle>
      <a:lvl1pPr algn="l" defTabSz="685783" rtl="0" eaLnBrk="1" latinLnBrk="0" hangingPunct="1">
        <a:lnSpc>
          <a:spcPts val="3100"/>
        </a:lnSpc>
        <a:spcBef>
          <a:spcPct val="0"/>
        </a:spcBef>
        <a:buNone/>
        <a:defRPr sz="2800" b="0" i="0" kern="1200">
          <a:solidFill>
            <a:schemeClr val="accent1"/>
          </a:solidFill>
          <a:latin typeface="+mj-lt"/>
          <a:ea typeface="+mj-ea"/>
          <a:cs typeface="Calibri Light" panose="020F0302020204030204" pitchFamily="34" charset="0"/>
        </a:defRPr>
      </a:lvl1pPr>
    </p:titleStyle>
    <p:bodyStyle>
      <a:lvl1pPr marL="179388" indent="-180000" algn="l" defTabSz="685783" rtl="0" eaLnBrk="1" latinLnBrk="0" hangingPunct="1">
        <a:lnSpc>
          <a:spcPct val="110000"/>
        </a:lnSpc>
        <a:spcBef>
          <a:spcPts val="0"/>
        </a:spcBef>
        <a:spcAft>
          <a:spcPts val="375"/>
        </a:spcAft>
        <a:buSzPct val="80000"/>
        <a:buFont typeface="Arial" panose="020B0604020202020204" pitchFamily="34" charset="0"/>
        <a:buChar char="•"/>
        <a:tabLst/>
        <a:defRPr sz="1800" b="0" i="0" kern="1200">
          <a:solidFill>
            <a:schemeClr val="tx1"/>
          </a:solidFill>
          <a:latin typeface="+mn-lt"/>
          <a:ea typeface="+mn-ea"/>
          <a:cs typeface="Calibri Light" panose="020F0302020204030204" pitchFamily="34" charset="0"/>
        </a:defRPr>
      </a:lvl1pPr>
      <a:lvl2pPr marL="36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500" b="0" i="0" kern="1200">
          <a:solidFill>
            <a:schemeClr val="tx1"/>
          </a:solidFill>
          <a:latin typeface="+mn-lt"/>
          <a:ea typeface="+mn-ea"/>
          <a:cs typeface="Calibri Light" panose="020F0302020204030204" pitchFamily="34" charset="0"/>
        </a:defRPr>
      </a:lvl2pPr>
      <a:lvl3pPr marL="54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350" b="0" i="0" kern="1200">
          <a:solidFill>
            <a:schemeClr val="tx1"/>
          </a:solidFill>
          <a:latin typeface="+mn-lt"/>
          <a:ea typeface="+mn-ea"/>
          <a:cs typeface="Calibri Light" panose="020F0302020204030204" pitchFamily="34" charset="0"/>
        </a:defRPr>
      </a:lvl3pPr>
      <a:lvl4pPr marL="72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4pPr>
      <a:lvl5pPr marL="90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158" userDrawn="1">
          <p15:clr>
            <a:srgbClr val="F26B43"/>
          </p15:clr>
        </p15:guide>
        <p15:guide id="4" pos="317" userDrawn="1">
          <p15:clr>
            <a:srgbClr val="F26B43"/>
          </p15:clr>
        </p15:guide>
        <p15:guide id="5" pos="5602" userDrawn="1">
          <p15:clr>
            <a:srgbClr val="F26B43"/>
          </p15:clr>
        </p15:guide>
        <p15:guide id="6" pos="5443" userDrawn="1">
          <p15:clr>
            <a:srgbClr val="F26B43"/>
          </p15:clr>
        </p15:guide>
        <p15:guide id="7" orient="horz" pos="169" userDrawn="1">
          <p15:clr>
            <a:srgbClr val="F26B43"/>
          </p15:clr>
        </p15:guide>
        <p15:guide id="9" orient="horz" pos="350" userDrawn="1">
          <p15:clr>
            <a:srgbClr val="F26B43"/>
          </p15:clr>
        </p15:guide>
        <p15:guide id="10" pos="4604" userDrawn="1">
          <p15:clr>
            <a:srgbClr val="F26B43"/>
          </p15:clr>
        </p15:guide>
        <p15:guide id="11" pos="4445" userDrawn="1">
          <p15:clr>
            <a:srgbClr val="F26B43"/>
          </p15:clr>
        </p15:guide>
        <p15:guide id="12" orient="horz" pos="599" userDrawn="1">
          <p15:clr>
            <a:srgbClr val="F26B43"/>
          </p15:clr>
        </p15:guide>
        <p15:guide id="15" orient="horz" pos="894" userDrawn="1">
          <p15:clr>
            <a:srgbClr val="F26B43"/>
          </p15:clr>
        </p15:guide>
        <p15:guide id="16" orient="horz" pos="2754" userDrawn="1">
          <p15:clr>
            <a:srgbClr val="F26B43"/>
          </p15:clr>
        </p15:guide>
        <p15:guide id="17" pos="499" userDrawn="1">
          <p15:clr>
            <a:srgbClr val="F26B43"/>
          </p15:clr>
        </p15:guide>
        <p15:guide id="18" orient="horz" pos="2028" userDrawn="1">
          <p15:clr>
            <a:srgbClr val="F26B43"/>
          </p15:clr>
        </p15:guide>
        <p15:guide id="19" orient="horz" pos="1688" userDrawn="1">
          <p15:clr>
            <a:srgbClr val="F26B43"/>
          </p15:clr>
        </p15:guide>
        <p15:guide id="20" pos="2721" userDrawn="1">
          <p15:clr>
            <a:srgbClr val="F26B43"/>
          </p15:clr>
        </p15:guide>
        <p15:guide id="21" pos="2562" userDrawn="1">
          <p15:clr>
            <a:srgbClr val="F26B43"/>
          </p15:clr>
        </p15:guide>
        <p15:guide id="22" orient="horz" pos="940" userDrawn="1">
          <p15:clr>
            <a:srgbClr val="F26B43"/>
          </p15:clr>
        </p15:guide>
        <p15:guide id="23" pos="52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1.xml"/><Relationship Id="rId4" Type="http://schemas.openxmlformats.org/officeDocument/2006/relationships/hyperlink" Target="https://github.com/sbaresearch/router-lab"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sv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1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6.svg"/><Relationship Id="rId7" Type="http://schemas.openxmlformats.org/officeDocument/2006/relationships/image" Target="../media/image32.svg"/><Relationship Id="rId2" Type="http://schemas.openxmlformats.org/officeDocument/2006/relationships/image" Target="../media/image25.png"/><Relationship Id="rId1" Type="http://schemas.openxmlformats.org/officeDocument/2006/relationships/slideLayout" Target="../slideLayouts/slideLayout11.xml"/><Relationship Id="rId6" Type="http://schemas.openxmlformats.org/officeDocument/2006/relationships/image" Target="../media/image31.png"/><Relationship Id="rId11" Type="http://schemas.openxmlformats.org/officeDocument/2006/relationships/image" Target="../media/image36.svg"/><Relationship Id="rId5" Type="http://schemas.openxmlformats.org/officeDocument/2006/relationships/image" Target="../media/image30.sv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svg"/></Relationships>
</file>

<file path=ppt/slides/_rels/slide2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41.svg"/><Relationship Id="rId7" Type="http://schemas.openxmlformats.org/officeDocument/2006/relationships/image" Target="../media/image34.svg"/><Relationship Id="rId2" Type="http://schemas.openxmlformats.org/officeDocument/2006/relationships/image" Target="../media/image40.png"/><Relationship Id="rId1" Type="http://schemas.openxmlformats.org/officeDocument/2006/relationships/slideLayout" Target="../slideLayouts/slideLayout11.xml"/><Relationship Id="rId6" Type="http://schemas.openxmlformats.org/officeDocument/2006/relationships/image" Target="../media/image33.png"/><Relationship Id="rId11" Type="http://schemas.openxmlformats.org/officeDocument/2006/relationships/image" Target="../media/image39.svg"/><Relationship Id="rId5" Type="http://schemas.openxmlformats.org/officeDocument/2006/relationships/image" Target="../media/image32.svg"/><Relationship Id="rId10" Type="http://schemas.openxmlformats.org/officeDocument/2006/relationships/image" Target="../media/image38.png"/><Relationship Id="rId4" Type="http://schemas.openxmlformats.org/officeDocument/2006/relationships/image" Target="../media/image31.png"/><Relationship Id="rId9" Type="http://schemas.openxmlformats.org/officeDocument/2006/relationships/image" Target="../media/image30.svg"/></Relationships>
</file>

<file path=ppt/slides/_rels/slide2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41.svg"/><Relationship Id="rId7" Type="http://schemas.openxmlformats.org/officeDocument/2006/relationships/image" Target="../media/image34.svg"/><Relationship Id="rId2" Type="http://schemas.openxmlformats.org/officeDocument/2006/relationships/image" Target="../media/image40.png"/><Relationship Id="rId1" Type="http://schemas.openxmlformats.org/officeDocument/2006/relationships/slideLayout" Target="../slideLayouts/slideLayout11.xml"/><Relationship Id="rId6" Type="http://schemas.openxmlformats.org/officeDocument/2006/relationships/image" Target="../media/image33.png"/><Relationship Id="rId11" Type="http://schemas.openxmlformats.org/officeDocument/2006/relationships/image" Target="../media/image39.svg"/><Relationship Id="rId5" Type="http://schemas.openxmlformats.org/officeDocument/2006/relationships/image" Target="../media/image32.svg"/><Relationship Id="rId10" Type="http://schemas.openxmlformats.org/officeDocument/2006/relationships/image" Target="../media/image38.png"/><Relationship Id="rId4" Type="http://schemas.openxmlformats.org/officeDocument/2006/relationships/image" Target="../media/image31.png"/><Relationship Id="rId9" Type="http://schemas.openxmlformats.org/officeDocument/2006/relationships/image" Target="../media/image30.svg"/></Relationships>
</file>

<file path=ppt/slides/_rels/slide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sbaresearch/icmpv6-destination-reachable" TargetMode="External"/><Relationship Id="rId2" Type="http://schemas.openxmlformats.org/officeDocument/2006/relationships/hyperlink" Target="mailto:florian.holzbauer@univie.ac.at" TargetMode="Externa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hyperlink" Target="https://github.com/sbaresearch/router-lab"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DD3D0A-4BE3-EC27-B282-2B71E13A5D64}"/>
              </a:ext>
            </a:extLst>
          </p:cNvPr>
          <p:cNvSpPr/>
          <p:nvPr/>
        </p:nvSpPr>
        <p:spPr>
          <a:xfrm>
            <a:off x="158670" y="192672"/>
            <a:ext cx="1960723" cy="6460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D06F07BA-65E8-61B1-849B-E13EC3C2C102}"/>
              </a:ext>
            </a:extLst>
          </p:cNvPr>
          <p:cNvSpPr txBox="1">
            <a:spLocks/>
          </p:cNvSpPr>
          <p:nvPr/>
        </p:nvSpPr>
        <p:spPr>
          <a:xfrm>
            <a:off x="868436" y="93413"/>
            <a:ext cx="7752749" cy="4885679"/>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a:solidFill>
                  <a:schemeClr val="bg1"/>
                </a:solidFill>
                <a:latin typeface="Consolas"/>
                <a:ea typeface="MS PGothic"/>
                <a:cs typeface="Arial"/>
              </a:rPr>
              <a:t>  </a:t>
            </a:r>
            <a:r>
              <a:rPr lang="en-US" sz="1400">
                <a:latin typeface="Consolas"/>
                <a:ea typeface="MS PGothic"/>
                <a:cs typeface="Arial"/>
              </a:rPr>
              <a:t> </a:t>
            </a:r>
            <a:r>
              <a:rPr lang="en-US" sz="1400">
                <a:solidFill>
                  <a:schemeClr val="bg2">
                    <a:lumMod val="76000"/>
                  </a:schemeClr>
                </a:solidFill>
                <a:latin typeface="Consolas"/>
                <a:ea typeface="MS PGothic"/>
                <a:cs typeface="Arial"/>
              </a:rPr>
              <a:t>+-+-+-+-+-+-+-+-+-+-+-+-+-+-+-+-+-+-+-+-+-+-+-+-+-+-+-+-+-+-+-+-+</a:t>
            </a:r>
            <a:endParaRPr lang="en-US" sz="1400">
              <a:solidFill>
                <a:schemeClr val="bg2">
                  <a:lumMod val="76000"/>
                </a:schemeClr>
              </a:solidFill>
              <a:ea typeface="Calibri Light"/>
              <a:cs typeface="Arial"/>
            </a:endParaRPr>
          </a:p>
          <a:p>
            <a:r>
              <a:rPr lang="en-US" sz="1400">
                <a:solidFill>
                  <a:schemeClr val="bg1"/>
                </a:solidFill>
                <a:latin typeface="Consolas"/>
                <a:ea typeface="MS PGothic"/>
                <a:cs typeface="Arial"/>
              </a:rPr>
              <a:t>   </a:t>
            </a:r>
            <a:r>
              <a:rPr lang="en-US" sz="1400">
                <a:solidFill>
                  <a:schemeClr val="bg2">
                    <a:lumMod val="76000"/>
                  </a:schemeClr>
                </a:solidFill>
                <a:latin typeface="Consolas"/>
                <a:ea typeface="MS PGothic"/>
                <a:cs typeface="Arial"/>
              </a:rPr>
              <a:t>|</a:t>
            </a:r>
            <a:r>
              <a:rPr lang="en-US" sz="1400">
                <a:solidFill>
                  <a:schemeClr val="bg1"/>
                </a:solidFill>
                <a:latin typeface="Consolas"/>
                <a:ea typeface="MS PGothic"/>
                <a:cs typeface="Arial"/>
              </a:rPr>
              <a:t>   6   </a:t>
            </a:r>
            <a:r>
              <a:rPr lang="en-US" sz="1400">
                <a:solidFill>
                  <a:schemeClr val="bg2">
                    <a:lumMod val="76000"/>
                  </a:schemeClr>
                </a:solidFill>
                <a:latin typeface="Consolas"/>
                <a:ea typeface="MS PGothic"/>
                <a:cs typeface="Arial"/>
              </a:rPr>
              <a:t>| Traffic Class |           Flow Label                  |</a:t>
            </a:r>
            <a:endParaRPr lang="en-US" sz="1400">
              <a:solidFill>
                <a:schemeClr val="bg2">
                  <a:lumMod val="76000"/>
                </a:schemeClr>
              </a:solidFill>
              <a:ea typeface="Calibri Light"/>
              <a:cs typeface="Arial"/>
            </a:endParaRPr>
          </a:p>
          <a:p>
            <a:r>
              <a:rPr lang="en-US" sz="1400">
                <a:solidFill>
                  <a:schemeClr val="bg1"/>
                </a:solidFill>
                <a:latin typeface="Consolas"/>
                <a:ea typeface="MS PGothic"/>
                <a:cs typeface="Arial"/>
              </a:rPr>
              <a:t>   </a:t>
            </a:r>
            <a:r>
              <a:rPr lang="en-US" sz="1400">
                <a:solidFill>
                  <a:schemeClr val="bg2">
                    <a:lumMod val="76000"/>
                  </a:schemeClr>
                </a:solidFill>
                <a:latin typeface="Consolas"/>
                <a:ea typeface="MS PGothic"/>
                <a:cs typeface="Arial"/>
              </a:rPr>
              <a:t>+-+-+-+-+-+-+-+-+-+-+-+-+-+-+-+-+-+-+-+-+-+-+-+-+-+-+-+-+-+-+-+-+</a:t>
            </a:r>
            <a:endParaRPr lang="en-US" sz="1400">
              <a:solidFill>
                <a:schemeClr val="bg2">
                  <a:lumMod val="76000"/>
                </a:schemeClr>
              </a:solidFill>
              <a:ea typeface="Calibri Light"/>
              <a:cs typeface="Arial"/>
            </a:endParaRPr>
          </a:p>
          <a:p>
            <a:r>
              <a:rPr lang="en-US" sz="1400">
                <a:solidFill>
                  <a:schemeClr val="bg1"/>
                </a:solidFill>
                <a:latin typeface="Consolas"/>
                <a:ea typeface="MS PGothic"/>
                <a:cs typeface="Arial"/>
              </a:rPr>
              <a:t>   </a:t>
            </a:r>
            <a:r>
              <a:rPr lang="en-US" sz="1400">
                <a:solidFill>
                  <a:schemeClr val="bg2">
                    <a:lumMod val="76000"/>
                  </a:schemeClr>
                </a:solidFill>
                <a:latin typeface="Consolas"/>
                <a:ea typeface="MS PGothic"/>
                <a:cs typeface="Arial"/>
              </a:rPr>
              <a:t>|</a:t>
            </a:r>
            <a:r>
              <a:rPr lang="en-US" sz="1400">
                <a:solidFill>
                  <a:schemeClr val="bg1"/>
                </a:solidFill>
                <a:latin typeface="Consolas"/>
                <a:ea typeface="MS PGothic"/>
                <a:cs typeface="Arial"/>
              </a:rPr>
              <a:t>         14 Minutes            </a:t>
            </a:r>
            <a:r>
              <a:rPr lang="en-US" sz="1400">
                <a:solidFill>
                  <a:schemeClr val="bg2">
                    <a:lumMod val="76000"/>
                  </a:schemeClr>
                </a:solidFill>
                <a:latin typeface="Consolas"/>
                <a:ea typeface="MS PGothic"/>
                <a:cs typeface="Arial"/>
              </a:rPr>
              <a:t>|</a:t>
            </a:r>
            <a:r>
              <a:rPr lang="en-US" sz="1400">
                <a:solidFill>
                  <a:schemeClr val="bg1"/>
                </a:solidFill>
                <a:latin typeface="Consolas"/>
                <a:ea typeface="MS PGothic"/>
                <a:cs typeface="Arial"/>
              </a:rPr>
              <a:t>      58       </a:t>
            </a:r>
            <a:r>
              <a:rPr lang="en-US" sz="1400">
                <a:solidFill>
                  <a:schemeClr val="bg2">
                    <a:lumMod val="76000"/>
                  </a:schemeClr>
                </a:solidFill>
                <a:latin typeface="Consolas"/>
                <a:ea typeface="MS PGothic"/>
                <a:cs typeface="Arial"/>
              </a:rPr>
              <a:t>|</a:t>
            </a:r>
            <a:r>
              <a:rPr lang="en-US" sz="1400">
                <a:solidFill>
                  <a:schemeClr val="bg1"/>
                </a:solidFill>
                <a:latin typeface="Consolas"/>
                <a:ea typeface="MS PGothic"/>
                <a:cs typeface="Arial"/>
              </a:rPr>
              <a:t>      64       </a:t>
            </a:r>
            <a:r>
              <a:rPr lang="en-US" sz="1400">
                <a:solidFill>
                  <a:schemeClr val="bg2">
                    <a:lumMod val="76000"/>
                  </a:schemeClr>
                </a:solidFill>
                <a:latin typeface="Consolas"/>
                <a:ea typeface="MS PGothic"/>
                <a:cs typeface="Arial"/>
              </a:rPr>
              <a:t>|</a:t>
            </a:r>
            <a:endParaRPr lang="en-US" sz="1400">
              <a:solidFill>
                <a:schemeClr val="bg2">
                  <a:lumMod val="76000"/>
                </a:schemeClr>
              </a:solidFill>
              <a:ea typeface="Calibri Light"/>
              <a:cs typeface="Arial"/>
            </a:endParaRPr>
          </a:p>
          <a:p>
            <a:r>
              <a:rPr lang="en-US" sz="1400">
                <a:solidFill>
                  <a:schemeClr val="bg1"/>
                </a:solidFill>
                <a:latin typeface="Consolas"/>
                <a:ea typeface="MS PGothic"/>
                <a:cs typeface="Arial"/>
              </a:rPr>
              <a:t>   </a:t>
            </a:r>
            <a:r>
              <a:rPr lang="en-US" sz="1400">
                <a:solidFill>
                  <a:schemeClr val="bg2">
                    <a:lumMod val="76000"/>
                  </a:schemeClr>
                </a:solidFill>
                <a:latin typeface="Consolas"/>
                <a:ea typeface="MS PGothic"/>
                <a:cs typeface="Arial"/>
              </a:rPr>
              <a:t>+-+-+-+-+-+-+-+-+-+-+-+-+-+-+-+-+-+-+-+-+-+-+-+-+-+-+-+-+-+-+-+-+</a:t>
            </a:r>
            <a:endParaRPr lang="en-US" sz="1400">
              <a:solidFill>
                <a:schemeClr val="bg2">
                  <a:lumMod val="76000"/>
                </a:schemeClr>
              </a:solidFill>
              <a:ea typeface="Calibri Light"/>
              <a:cs typeface="Arial"/>
            </a:endParaRPr>
          </a:p>
          <a:p>
            <a:r>
              <a:rPr lang="en-US" sz="1400">
                <a:solidFill>
                  <a:schemeClr val="bg1"/>
                </a:solidFill>
                <a:latin typeface="Consolas"/>
                <a:ea typeface="MS PGothic"/>
                <a:cs typeface="Arial"/>
              </a:rPr>
              <a:t>   </a:t>
            </a:r>
            <a:r>
              <a:rPr lang="en-US" sz="1400">
                <a:solidFill>
                  <a:schemeClr val="bg2">
                    <a:lumMod val="76000"/>
                  </a:schemeClr>
                </a:solidFill>
                <a:latin typeface="Consolas"/>
                <a:ea typeface="MS PGothic"/>
                <a:cs typeface="Arial"/>
              </a:rPr>
              <a:t>|</a:t>
            </a:r>
            <a:r>
              <a:rPr lang="en-US" sz="1400">
                <a:solidFill>
                  <a:schemeClr val="bg1"/>
                </a:solidFill>
                <a:latin typeface="Consolas"/>
                <a:ea typeface="MS PGothic"/>
                <a:cs typeface="Arial"/>
              </a:rPr>
              <a:t>     </a:t>
            </a:r>
            <a:r>
              <a:rPr lang="en-US" sz="1400" b="1">
                <a:solidFill>
                  <a:schemeClr val="bg1"/>
                </a:solidFill>
                <a:latin typeface="Consolas"/>
                <a:ea typeface="MS PGothic"/>
                <a:cs typeface="Arial"/>
              </a:rPr>
              <a:t>Florian::Holzbauer</a:t>
            </a:r>
            <a:r>
              <a:rPr lang="en-US" sz="1400">
                <a:solidFill>
                  <a:schemeClr val="bg1"/>
                </a:solidFill>
                <a:latin typeface="Consolas"/>
                <a:ea typeface="MS PGothic"/>
                <a:cs typeface="Arial"/>
              </a:rPr>
              <a:t>, Markus::Maier, Johanna::Ullrich       </a:t>
            </a:r>
            <a:r>
              <a:rPr lang="en-US" sz="1400">
                <a:solidFill>
                  <a:schemeClr val="bg2">
                    <a:lumMod val="76000"/>
                  </a:schemeClr>
                </a:solidFill>
                <a:latin typeface="Consolas"/>
                <a:ea typeface="MS PGothic"/>
                <a:cs typeface="Arial"/>
              </a:rPr>
              <a:t>|</a:t>
            </a:r>
            <a:br>
              <a:rPr lang="en-US" sz="1400">
                <a:latin typeface="Consolas"/>
                <a:ea typeface="MS PGothic"/>
                <a:cs typeface="Arial"/>
              </a:rPr>
            </a:br>
            <a:r>
              <a:rPr lang="en-US" sz="1400">
                <a:solidFill>
                  <a:schemeClr val="bg1"/>
                </a:solidFill>
                <a:latin typeface="Consolas"/>
                <a:ea typeface="MS PGothic"/>
                <a:cs typeface="Arial"/>
              </a:rPr>
              <a:t>   </a:t>
            </a:r>
            <a:r>
              <a:rPr lang="en-US" sz="1400">
                <a:solidFill>
                  <a:schemeClr val="bg2">
                    <a:lumMod val="76000"/>
                  </a:schemeClr>
                </a:solidFill>
                <a:latin typeface="Consolas"/>
                <a:ea typeface="MS PGothic"/>
                <a:cs typeface="Arial"/>
              </a:rPr>
              <a:t>|</a:t>
            </a:r>
            <a:r>
              <a:rPr lang="en-US" sz="1400">
                <a:solidFill>
                  <a:schemeClr val="bg1"/>
                </a:solidFill>
                <a:latin typeface="Consolas"/>
                <a:ea typeface="MS PGothic"/>
                <a:cs typeface="Arial"/>
              </a:rPr>
              <a:t>                                                               </a:t>
            </a:r>
            <a:r>
              <a:rPr lang="en-US" sz="1400">
                <a:solidFill>
                  <a:schemeClr val="bg2">
                    <a:lumMod val="76000"/>
                  </a:schemeClr>
                </a:solidFill>
                <a:latin typeface="Consolas"/>
                <a:ea typeface="MS PGothic"/>
                <a:cs typeface="Arial"/>
              </a:rPr>
              <a:t>|</a:t>
            </a:r>
            <a:endParaRPr lang="en-US" sz="1400">
              <a:solidFill>
                <a:schemeClr val="bg2">
                  <a:lumMod val="76000"/>
                </a:schemeClr>
              </a:solidFill>
              <a:ea typeface="Calibri Light"/>
              <a:cs typeface="Arial"/>
            </a:endParaRPr>
          </a:p>
          <a:p>
            <a:r>
              <a:rPr lang="en-US" sz="1400">
                <a:solidFill>
                  <a:schemeClr val="bg1"/>
                </a:solidFill>
                <a:latin typeface="Consolas"/>
                <a:ea typeface="MS PGothic"/>
                <a:cs typeface="Arial"/>
              </a:rPr>
              <a:t>   </a:t>
            </a:r>
            <a:r>
              <a:rPr lang="en-US" sz="1400">
                <a:solidFill>
                  <a:schemeClr val="bg2">
                    <a:lumMod val="76000"/>
                  </a:schemeClr>
                </a:solidFill>
                <a:latin typeface="Consolas"/>
                <a:ea typeface="MS PGothic"/>
                <a:cs typeface="Arial"/>
              </a:rPr>
              <a:t>+-+-+-+-+-+-+-+-+-+-+-+-+-+-+-+-+-+-+-+-+-+-+-+-+-+-+-+-+-+-+-+-+</a:t>
            </a:r>
            <a:endParaRPr lang="en-US" sz="1400">
              <a:solidFill>
                <a:schemeClr val="bg2">
                  <a:lumMod val="76000"/>
                </a:schemeClr>
              </a:solidFill>
              <a:ea typeface="Calibri Light"/>
              <a:cs typeface="Arial"/>
            </a:endParaRPr>
          </a:p>
          <a:p>
            <a:r>
              <a:rPr lang="en-US" sz="1400">
                <a:solidFill>
                  <a:schemeClr val="bg1"/>
                </a:solidFill>
                <a:latin typeface="Consolas"/>
                <a:ea typeface="MS PGothic"/>
                <a:cs typeface="Arial"/>
              </a:rPr>
              <a:t>   </a:t>
            </a:r>
            <a:r>
              <a:rPr lang="en-US" sz="1400">
                <a:solidFill>
                  <a:schemeClr val="bg2">
                    <a:lumMod val="76000"/>
                  </a:schemeClr>
                </a:solidFill>
                <a:latin typeface="Consolas"/>
                <a:ea typeface="MS PGothic"/>
                <a:cs typeface="Arial"/>
              </a:rPr>
              <a:t>|</a:t>
            </a:r>
            <a:r>
              <a:rPr lang="en-US" sz="1400">
                <a:solidFill>
                  <a:schemeClr val="bg1"/>
                </a:solidFill>
                <a:latin typeface="Consolas"/>
                <a:ea typeface="MS PGothic"/>
                <a:cs typeface="Arial"/>
              </a:rPr>
              <a:t>                          ff05::IMC24                          </a:t>
            </a:r>
            <a:r>
              <a:rPr lang="en-US" sz="1400">
                <a:solidFill>
                  <a:schemeClr val="bg2">
                    <a:lumMod val="76000"/>
                  </a:schemeClr>
                </a:solidFill>
                <a:latin typeface="Consolas"/>
                <a:ea typeface="MS PGothic"/>
                <a:cs typeface="Arial"/>
              </a:rPr>
              <a:t>|</a:t>
            </a:r>
            <a:endParaRPr lang="en-US" sz="1400">
              <a:solidFill>
                <a:schemeClr val="bg2">
                  <a:lumMod val="76000"/>
                </a:schemeClr>
              </a:solidFill>
              <a:ea typeface="Calibri Light"/>
              <a:cs typeface="Arial"/>
            </a:endParaRPr>
          </a:p>
          <a:p>
            <a:r>
              <a:rPr lang="en-US" sz="1400">
                <a:solidFill>
                  <a:schemeClr val="bg1"/>
                </a:solidFill>
                <a:latin typeface="Consolas"/>
                <a:ea typeface="MS PGothic"/>
                <a:cs typeface="Arial"/>
              </a:rPr>
              <a:t>   </a:t>
            </a:r>
            <a:r>
              <a:rPr lang="en-US" sz="1400">
                <a:solidFill>
                  <a:schemeClr val="bg2">
                    <a:lumMod val="76000"/>
                  </a:schemeClr>
                </a:solidFill>
                <a:latin typeface="Consolas"/>
                <a:ea typeface="MS PGothic"/>
                <a:cs typeface="Arial"/>
              </a:rPr>
              <a:t>+-+-+-+-+-+-+-+-+-+-+-+-+-+-+-+-+-+-+-+-+-+-+-+-+-+-+-+-+-+-+-+-+</a:t>
            </a:r>
            <a:endParaRPr lang="en-US" sz="1400">
              <a:solidFill>
                <a:schemeClr val="bg2">
                  <a:lumMod val="76000"/>
                </a:schemeClr>
              </a:solidFill>
              <a:ea typeface="Calibri Light"/>
              <a:cs typeface="Arial"/>
            </a:endParaRPr>
          </a:p>
          <a:p>
            <a:r>
              <a:rPr lang="en-US" sz="1400">
                <a:solidFill>
                  <a:schemeClr val="bg1"/>
                </a:solidFill>
                <a:latin typeface="Consolas"/>
                <a:ea typeface="MS PGothic"/>
                <a:cs typeface="Arial"/>
              </a:rPr>
              <a:t>   </a:t>
            </a:r>
            <a:r>
              <a:rPr lang="en-US" sz="1400">
                <a:solidFill>
                  <a:schemeClr val="bg2">
                    <a:lumMod val="76000"/>
                  </a:schemeClr>
                </a:solidFill>
                <a:latin typeface="Consolas"/>
                <a:ea typeface="MS PGothic"/>
                <a:cs typeface="Arial"/>
              </a:rPr>
              <a:t>|</a:t>
            </a:r>
            <a:r>
              <a:rPr lang="en-US" sz="1400">
                <a:solidFill>
                  <a:schemeClr val="bg1"/>
                </a:solidFill>
                <a:latin typeface="Consolas"/>
                <a:ea typeface="MS PGothic"/>
                <a:cs typeface="Arial"/>
              </a:rPr>
              <a:t>     128       </a:t>
            </a:r>
            <a:r>
              <a:rPr lang="en-US" sz="1400">
                <a:solidFill>
                  <a:schemeClr val="bg2">
                    <a:lumMod val="76000"/>
                  </a:schemeClr>
                </a:solidFill>
                <a:latin typeface="Consolas"/>
                <a:ea typeface="MS PGothic"/>
                <a:cs typeface="Arial"/>
              </a:rPr>
              <a:t>|</a:t>
            </a:r>
            <a:r>
              <a:rPr lang="en-US" sz="1400">
                <a:solidFill>
                  <a:schemeClr val="bg1"/>
                </a:solidFill>
                <a:latin typeface="Consolas"/>
                <a:ea typeface="MS PGothic"/>
                <a:cs typeface="Arial"/>
              </a:rPr>
              <a:t>       0       </a:t>
            </a:r>
            <a:r>
              <a:rPr lang="en-US" sz="1400">
                <a:solidFill>
                  <a:schemeClr val="bg2">
                    <a:lumMod val="76000"/>
                  </a:schemeClr>
                </a:solidFill>
                <a:latin typeface="Consolas"/>
                <a:ea typeface="MS PGothic"/>
                <a:cs typeface="Arial"/>
              </a:rPr>
              <a:t>|          Checksum             |</a:t>
            </a:r>
            <a:endParaRPr lang="en-US" sz="1400">
              <a:solidFill>
                <a:schemeClr val="bg2">
                  <a:lumMod val="76000"/>
                </a:schemeClr>
              </a:solidFill>
              <a:ea typeface="Calibri Light"/>
              <a:cs typeface="Arial"/>
            </a:endParaRPr>
          </a:p>
          <a:p>
            <a:r>
              <a:rPr lang="en-US" sz="1400">
                <a:solidFill>
                  <a:schemeClr val="bg1"/>
                </a:solidFill>
                <a:latin typeface="Consolas"/>
                <a:ea typeface="MS PGothic"/>
                <a:cs typeface="Arial"/>
              </a:rPr>
              <a:t>   </a:t>
            </a:r>
            <a:r>
              <a:rPr lang="en-US" sz="1400">
                <a:solidFill>
                  <a:schemeClr val="bg2">
                    <a:lumMod val="76000"/>
                  </a:schemeClr>
                </a:solidFill>
                <a:latin typeface="Consolas"/>
                <a:ea typeface="MS PGothic"/>
                <a:cs typeface="Arial"/>
              </a:rPr>
              <a:t>+-+-+-+-+-+-+-+-+-+-+-+-+-+-+-+-+-+-+-+-+-+-+-+-+-+-+-+-+-+-+-+-+</a:t>
            </a:r>
            <a:endParaRPr lang="en-US" sz="1400">
              <a:solidFill>
                <a:schemeClr val="bg2">
                  <a:lumMod val="76000"/>
                </a:schemeClr>
              </a:solidFill>
              <a:ea typeface="Calibri Light"/>
              <a:cs typeface="Arial"/>
            </a:endParaRPr>
          </a:p>
          <a:p>
            <a:r>
              <a:rPr lang="en-US" sz="1400">
                <a:solidFill>
                  <a:schemeClr val="bg1"/>
                </a:solidFill>
                <a:latin typeface="Consolas"/>
                <a:ea typeface="MS PGothic"/>
                <a:cs typeface="Arial"/>
              </a:rPr>
              <a:t>   </a:t>
            </a:r>
            <a:r>
              <a:rPr lang="en-US" sz="1400">
                <a:solidFill>
                  <a:schemeClr val="bg2">
                    <a:lumMod val="76000"/>
                  </a:schemeClr>
                </a:solidFill>
                <a:latin typeface="Consolas"/>
                <a:ea typeface="MS PGothic"/>
                <a:cs typeface="Arial"/>
              </a:rPr>
              <a:t>|           Identifier          |        Sequence Number        |</a:t>
            </a:r>
            <a:endParaRPr lang="en-US" sz="1400">
              <a:solidFill>
                <a:schemeClr val="bg2">
                  <a:lumMod val="76000"/>
                </a:schemeClr>
              </a:solidFill>
              <a:ea typeface="Calibri Light"/>
              <a:cs typeface="Arial"/>
            </a:endParaRPr>
          </a:p>
          <a:p>
            <a:r>
              <a:rPr lang="en-US" sz="1400">
                <a:solidFill>
                  <a:schemeClr val="bg1"/>
                </a:solidFill>
                <a:latin typeface="Consolas"/>
                <a:ea typeface="MS PGothic"/>
                <a:cs typeface="Arial"/>
              </a:rPr>
              <a:t>   </a:t>
            </a:r>
            <a:r>
              <a:rPr lang="en-US" sz="1400">
                <a:solidFill>
                  <a:schemeClr val="bg2">
                    <a:lumMod val="76000"/>
                  </a:schemeClr>
                </a:solidFill>
                <a:latin typeface="Consolas"/>
                <a:ea typeface="MS PGothic"/>
                <a:cs typeface="Arial"/>
              </a:rPr>
              <a:t>+-+-+-+-+-+-+-+-+-+-+-+-+-+-+-+-+-+-+-+-+-+-+-+-+-+-+-+-+-+-+-+-+</a:t>
            </a:r>
            <a:endParaRPr lang="en-US" sz="1400">
              <a:solidFill>
                <a:schemeClr val="bg2">
                  <a:lumMod val="76000"/>
                </a:schemeClr>
              </a:solidFill>
              <a:ea typeface="Calibri Light"/>
              <a:cs typeface="Arial"/>
            </a:endParaRPr>
          </a:p>
          <a:p>
            <a:r>
              <a:rPr lang="en-US" sz="1400">
                <a:solidFill>
                  <a:schemeClr val="bg1"/>
                </a:solidFill>
                <a:latin typeface="Consolas"/>
                <a:ea typeface="MS PGothic"/>
                <a:cs typeface="Arial"/>
              </a:rPr>
              <a:t>   </a:t>
            </a:r>
            <a:r>
              <a:rPr lang="en-US" sz="1400">
                <a:solidFill>
                  <a:schemeClr val="bg2">
                    <a:lumMod val="76000"/>
                  </a:schemeClr>
                </a:solidFill>
                <a:latin typeface="Consolas"/>
                <a:ea typeface="MS PGothic"/>
                <a:cs typeface="Arial"/>
              </a:rPr>
              <a:t>|</a:t>
            </a:r>
            <a:r>
              <a:rPr lang="en-US" sz="1400">
                <a:solidFill>
                  <a:schemeClr val="bg1"/>
                </a:solidFill>
                <a:latin typeface="Consolas"/>
                <a:ea typeface="MS PGothic"/>
                <a:cs typeface="Arial"/>
              </a:rPr>
              <a:t> </a:t>
            </a:r>
            <a:r>
              <a:rPr lang="en-US" sz="1400" b="1">
                <a:solidFill>
                  <a:schemeClr val="bg1"/>
                </a:solidFill>
                <a:latin typeface="Consolas"/>
                <a:ea typeface="MS PGothic"/>
                <a:cs typeface="Arial"/>
              </a:rPr>
              <a:t> </a:t>
            </a:r>
            <a:r>
              <a:rPr lang="en-US" sz="3200">
                <a:solidFill>
                  <a:schemeClr val="bg1"/>
                </a:solidFill>
                <a:latin typeface="Calibri"/>
                <a:ea typeface="MS PGothic"/>
                <a:cs typeface="Arial"/>
              </a:rPr>
              <a:t>Destination Reachable:</a:t>
            </a:r>
            <a:r>
              <a:rPr lang="en-US" sz="3200" b="1">
                <a:solidFill>
                  <a:schemeClr val="bg1"/>
                </a:solidFill>
                <a:latin typeface="Arial"/>
                <a:ea typeface="MS PGothic"/>
                <a:cs typeface="Arial"/>
              </a:rPr>
              <a:t>  </a:t>
            </a:r>
            <a:r>
              <a:rPr lang="en-US" sz="1400" b="1">
                <a:solidFill>
                  <a:schemeClr val="bg1"/>
                </a:solidFill>
                <a:latin typeface="Arial"/>
                <a:ea typeface="MS PGothic"/>
                <a:cs typeface="Arial"/>
              </a:rPr>
              <a:t>                     </a:t>
            </a:r>
            <a:br>
              <a:rPr lang="en-US" sz="1400" b="1">
                <a:latin typeface="Arial"/>
                <a:ea typeface="MS PGothic"/>
                <a:cs typeface="Arial"/>
              </a:rPr>
            </a:br>
            <a:r>
              <a:rPr lang="en-US" sz="1400" b="1">
                <a:solidFill>
                  <a:schemeClr val="bg1"/>
                </a:solidFill>
                <a:latin typeface="Arial"/>
                <a:ea typeface="MS PGothic"/>
                <a:cs typeface="Arial"/>
              </a:rPr>
              <a:t>      </a:t>
            </a:r>
            <a:r>
              <a:rPr lang="en-US" sz="1400">
                <a:solidFill>
                  <a:schemeClr val="bg2">
                    <a:lumMod val="76000"/>
                  </a:schemeClr>
                </a:solidFill>
                <a:latin typeface="Consolas"/>
                <a:ea typeface="MS PGothic"/>
                <a:cs typeface="Arial"/>
              </a:rPr>
              <a:t>|</a:t>
            </a:r>
            <a:r>
              <a:rPr lang="en-US" sz="1400" b="1">
                <a:solidFill>
                  <a:schemeClr val="bg1"/>
                </a:solidFill>
                <a:latin typeface="Consolas"/>
                <a:ea typeface="MS PGothic"/>
                <a:cs typeface="Arial"/>
              </a:rPr>
              <a:t>  </a:t>
            </a:r>
            <a:r>
              <a:rPr lang="en-US" sz="2800">
                <a:solidFill>
                  <a:schemeClr val="bg1"/>
                </a:solidFill>
                <a:latin typeface="Calibri Light"/>
                <a:ea typeface="MS PGothic"/>
                <a:cs typeface="Arial"/>
              </a:rPr>
              <a:t>What ICMPv6 Error Messages Reveal </a:t>
            </a:r>
            <a:r>
              <a:rPr lang="en-US" sz="2000">
                <a:solidFill>
                  <a:schemeClr val="bg1"/>
                </a:solidFill>
                <a:latin typeface="Arial"/>
                <a:ea typeface="MS PGothic"/>
                <a:cs typeface="Arial"/>
              </a:rPr>
              <a:t> </a:t>
            </a:r>
            <a:r>
              <a:rPr lang="en-US" b="1">
                <a:solidFill>
                  <a:schemeClr val="bg1"/>
                </a:solidFill>
                <a:latin typeface="Arial"/>
                <a:ea typeface="MS PGothic"/>
                <a:cs typeface="Arial"/>
              </a:rPr>
              <a:t> </a:t>
            </a:r>
          </a:p>
          <a:p>
            <a:r>
              <a:rPr lang="en-US" sz="1400" b="1">
                <a:solidFill>
                  <a:schemeClr val="bg1"/>
                </a:solidFill>
                <a:latin typeface="Arial"/>
                <a:ea typeface="MS PGothic"/>
                <a:cs typeface="Arial"/>
              </a:rPr>
              <a:t>      </a:t>
            </a:r>
            <a:r>
              <a:rPr lang="en-US" sz="1400">
                <a:solidFill>
                  <a:schemeClr val="bg2">
                    <a:lumMod val="76000"/>
                  </a:schemeClr>
                </a:solidFill>
                <a:latin typeface="Consolas"/>
                <a:ea typeface="MS PGothic"/>
                <a:cs typeface="Arial"/>
              </a:rPr>
              <a:t>|</a:t>
            </a:r>
            <a:r>
              <a:rPr lang="en-US" sz="1400" b="1">
                <a:solidFill>
                  <a:schemeClr val="bg1"/>
                </a:solidFill>
                <a:latin typeface="Consolas"/>
                <a:ea typeface="MS PGothic"/>
                <a:cs typeface="Arial"/>
              </a:rPr>
              <a:t>  </a:t>
            </a:r>
            <a:r>
              <a:rPr lang="en-US" sz="2800">
                <a:solidFill>
                  <a:schemeClr val="bg1"/>
                </a:solidFill>
                <a:latin typeface="Calibri Light"/>
                <a:ea typeface="Calibri Light"/>
                <a:cs typeface="Calibri Light"/>
              </a:rPr>
              <a:t>About </a:t>
            </a:r>
            <a:r>
              <a:rPr lang="en-US" sz="2800">
                <a:solidFill>
                  <a:schemeClr val="bg1"/>
                </a:solidFill>
                <a:latin typeface="Calibri Light"/>
                <a:ea typeface="MS PGothic"/>
                <a:cs typeface="Arial"/>
              </a:rPr>
              <a:t>Their Sources</a:t>
            </a:r>
            <a:endParaRPr lang="en-US" sz="2800">
              <a:solidFill>
                <a:schemeClr val="bg1"/>
              </a:solidFill>
              <a:latin typeface="Calibri Light"/>
              <a:ea typeface="Calibri Light"/>
              <a:cs typeface="Arial"/>
            </a:endParaRPr>
          </a:p>
          <a:p>
            <a:r>
              <a:rPr lang="en-US" sz="1400">
                <a:solidFill>
                  <a:schemeClr val="bg1"/>
                </a:solidFill>
                <a:latin typeface="Consolas"/>
                <a:ea typeface="MS PGothic"/>
                <a:cs typeface="Arial"/>
              </a:rPr>
              <a:t>   </a:t>
            </a:r>
            <a:r>
              <a:rPr lang="en-US" sz="1400">
                <a:solidFill>
                  <a:schemeClr val="bg2">
                    <a:lumMod val="76000"/>
                  </a:schemeClr>
                </a:solidFill>
                <a:latin typeface="Consolas"/>
                <a:ea typeface="MS PGothic"/>
                <a:cs typeface="Arial"/>
              </a:rPr>
              <a:t>+-+-+-+-+-</a:t>
            </a:r>
          </a:p>
        </p:txBody>
      </p:sp>
      <p:pic>
        <p:nvPicPr>
          <p:cNvPr id="6" name="Graphic 1">
            <a:extLst>
              <a:ext uri="{FF2B5EF4-FFF2-40B4-BE49-F238E27FC236}">
                <a16:creationId xmlns:a16="http://schemas.microsoft.com/office/drawing/2014/main" id="{DCE94A1F-7C00-247E-6758-FC51BD248F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42832" y="1530118"/>
            <a:ext cx="865950" cy="255683"/>
          </a:xfrm>
          <a:prstGeom prst="rect">
            <a:avLst/>
          </a:prstGeom>
        </p:spPr>
      </p:pic>
      <p:pic>
        <p:nvPicPr>
          <p:cNvPr id="10" name="Graphic 9">
            <a:extLst>
              <a:ext uri="{FF2B5EF4-FFF2-40B4-BE49-F238E27FC236}">
                <a16:creationId xmlns:a16="http://schemas.microsoft.com/office/drawing/2014/main" id="{E1F137D3-2A52-8EC7-1D61-AE17BA0E137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64203" y="1417637"/>
            <a:ext cx="1722665" cy="630011"/>
          </a:xfrm>
          <a:prstGeom prst="rect">
            <a:avLst/>
          </a:prstGeom>
        </p:spPr>
      </p:pic>
      <p:pic>
        <p:nvPicPr>
          <p:cNvPr id="12" name="Graphic 11">
            <a:extLst>
              <a:ext uri="{FF2B5EF4-FFF2-40B4-BE49-F238E27FC236}">
                <a16:creationId xmlns:a16="http://schemas.microsoft.com/office/drawing/2014/main" id="{E48A2680-F064-45E3-6AEA-3804BCF4C5B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29702" y="1417636"/>
            <a:ext cx="1722665" cy="630011"/>
          </a:xfrm>
          <a:prstGeom prst="rect">
            <a:avLst/>
          </a:prstGeom>
        </p:spPr>
      </p:pic>
    </p:spTree>
    <p:extLst>
      <p:ext uri="{BB962C8B-B14F-4D97-AF65-F5344CB8AC3E}">
        <p14:creationId xmlns:p14="http://schemas.microsoft.com/office/powerpoint/2010/main" val="34707473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DD3D0A-4BE3-EC27-B282-2B71E13A5D64}"/>
              </a:ext>
            </a:extLst>
          </p:cNvPr>
          <p:cNvSpPr/>
          <p:nvPr/>
        </p:nvSpPr>
        <p:spPr>
          <a:xfrm>
            <a:off x="158670" y="192672"/>
            <a:ext cx="1960723" cy="6460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D06F07BA-65E8-61B1-849B-E13EC3C2C102}"/>
              </a:ext>
            </a:extLst>
          </p:cNvPr>
          <p:cNvSpPr txBox="1">
            <a:spLocks/>
          </p:cNvSpPr>
          <p:nvPr/>
        </p:nvSpPr>
        <p:spPr>
          <a:xfrm>
            <a:off x="3226554" y="187302"/>
            <a:ext cx="6847874" cy="4865269"/>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solidFill>
                  <a:schemeClr val="bg1"/>
                </a:solidFill>
                <a:latin typeface="Consolas"/>
                <a:ea typeface="MS PGothic"/>
                <a:cs typeface="Arial"/>
              </a:rPr>
              <a:t>  </a:t>
            </a:r>
            <a:r>
              <a:rPr lang="en-US" sz="1200">
                <a:latin typeface="Consolas"/>
                <a:ea typeface="MS PGothic"/>
                <a:cs typeface="Arial"/>
              </a:rPr>
              <a:t> </a:t>
            </a:r>
            <a:r>
              <a:rPr lang="en-US" sz="1200">
                <a:solidFill>
                  <a:schemeClr val="bg2">
                    <a:lumMod val="76000"/>
                  </a:schemeClr>
                </a:solidFill>
                <a:latin typeface="Consolas"/>
                <a:ea typeface="MS PGothic"/>
                <a:cs typeface="Arial"/>
              </a:rPr>
              <a:t>+-+-+-+-+-+-+-+-+-+-+-+-+-+-+-+-+-+-+-+-+-+-+-+-+-+-+-+-+-+-+-+-+</a:t>
            </a:r>
            <a:endParaRPr lang="en-US" sz="1200">
              <a:solidFill>
                <a:schemeClr val="bg2">
                  <a:lumMod val="76000"/>
                </a:schemeClr>
              </a:solidFill>
              <a:ea typeface="Calibri Light"/>
              <a:cs typeface="Aria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6   </a:t>
            </a:r>
            <a:r>
              <a:rPr lang="en-US" sz="1200">
                <a:solidFill>
                  <a:schemeClr val="bg2">
                    <a:lumMod val="76000"/>
                  </a:schemeClr>
                </a:solidFill>
                <a:latin typeface="Consolas"/>
                <a:ea typeface="MS PGothic"/>
                <a:cs typeface="Arial"/>
              </a:rPr>
              <a:t>| Traffic Class |           Flow Label                  |</a:t>
            </a:r>
            <a:endParaRPr lang="en-US" sz="1200">
              <a:solidFill>
                <a:schemeClr val="bg2">
                  <a:lumMod val="76000"/>
                </a:schemeClr>
              </a:solidFill>
              <a:ea typeface="Calibri Light"/>
              <a:cs typeface="Aria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sz="1200">
              <a:solidFill>
                <a:schemeClr val="bg2">
                  <a:lumMod val="76000"/>
                </a:schemeClr>
              </a:solidFill>
              <a:ea typeface="Calibri Light"/>
              <a:cs typeface="Aria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Payload Length</a:t>
            </a:r>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58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64       </a:t>
            </a:r>
            <a:r>
              <a:rPr lang="en-US" sz="1200">
                <a:solidFill>
                  <a:schemeClr val="bg2">
                    <a:lumMod val="76000"/>
                  </a:schemeClr>
                </a:solidFill>
                <a:latin typeface="Consolas"/>
                <a:ea typeface="MS PGothic"/>
                <a:cs typeface="Arial"/>
              </a:rPr>
              <a:t>|</a:t>
            </a:r>
            <a:endParaRPr lang="en-US" sz="1200">
              <a:solidFill>
                <a:schemeClr val="bg2">
                  <a:lumMod val="76000"/>
                </a:schemeClr>
              </a:solidFill>
              <a:ea typeface="Calibri Light"/>
              <a:cs typeface="Aria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sz="1200">
              <a:solidFill>
                <a:schemeClr val="bg2">
                  <a:lumMod val="76000"/>
                </a:schemeClr>
              </a:solidFill>
              <a:ea typeface="Calibri Light"/>
              <a:cs typeface="Aria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2001:db8:5ba::1                        </a:t>
            </a:r>
            <a:r>
              <a:rPr lang="en-US" sz="1200">
                <a:solidFill>
                  <a:schemeClr val="bg2">
                    <a:lumMod val="76000"/>
                  </a:schemeClr>
                </a:solidFill>
                <a:latin typeface="Consolas"/>
                <a:ea typeface="MS PGothic"/>
                <a:cs typeface="Arial"/>
              </a:rPr>
              <a:t>|</a:t>
            </a: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sz="1200">
              <a:solidFill>
                <a:schemeClr val="bg2">
                  <a:lumMod val="76000"/>
                </a:schemeClr>
              </a:solidFill>
              <a:ea typeface="Calibri Light"/>
              <a:cs typeface="Aria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2001:db8:200::random IID               </a:t>
            </a:r>
            <a:r>
              <a:rPr lang="en-US" sz="1200">
                <a:solidFill>
                  <a:schemeClr val="bg2">
                    <a:lumMod val="76000"/>
                  </a:schemeClr>
                </a:solidFill>
                <a:latin typeface="Consolas"/>
                <a:ea typeface="MS PGothic"/>
                <a:cs typeface="Arial"/>
              </a:rPr>
              <a:t>|</a:t>
            </a:r>
            <a:endParaRPr lang="en-US" sz="1200">
              <a:solidFill>
                <a:schemeClr val="bg2">
                  <a:lumMod val="76000"/>
                </a:schemeClr>
              </a:solidFill>
              <a:ea typeface="Calibri Light"/>
              <a:cs typeface="Aria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sz="1200">
              <a:solidFill>
                <a:schemeClr val="bg2">
                  <a:lumMod val="76000"/>
                </a:schemeClr>
              </a:solidFill>
              <a:ea typeface="Calibri Light"/>
              <a:cs typeface="Aria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128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0       </a:t>
            </a:r>
            <a:r>
              <a:rPr lang="en-US" sz="1200">
                <a:solidFill>
                  <a:schemeClr val="bg2">
                    <a:lumMod val="76000"/>
                  </a:schemeClr>
                </a:solidFill>
                <a:latin typeface="Consolas"/>
                <a:ea typeface="MS PGothic"/>
                <a:cs typeface="Arial"/>
              </a:rPr>
              <a:t>|          Checksum             |</a:t>
            </a:r>
            <a:endParaRPr lang="en-US" sz="1200">
              <a:solidFill>
                <a:schemeClr val="bg2">
                  <a:lumMod val="76000"/>
                </a:schemeClr>
              </a:solidFill>
              <a:ea typeface="Calibri Light"/>
              <a:cs typeface="Aria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sz="1200">
              <a:solidFill>
                <a:schemeClr val="bg2">
                  <a:lumMod val="76000"/>
                </a:schemeClr>
              </a:solidFill>
              <a:ea typeface="Calibri Light"/>
              <a:cs typeface="Aria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           Identifier          |        Sequence Number        |</a:t>
            </a:r>
            <a:endParaRPr lang="en-US" sz="1200">
              <a:solidFill>
                <a:schemeClr val="bg2">
                  <a:lumMod val="76000"/>
                </a:schemeClr>
              </a:solidFill>
              <a:ea typeface="Calibri Light"/>
              <a:cs typeface="Aria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sz="1200">
              <a:solidFill>
                <a:schemeClr val="bg2">
                  <a:lumMod val="76000"/>
                </a:schemeClr>
              </a:solidFill>
              <a:ea typeface="Calibri Light"/>
              <a:cs typeface="Aria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a:t>
            </a:r>
            <a:r>
              <a:rPr lang="en-US" sz="1200" b="1">
                <a:solidFill>
                  <a:schemeClr val="bg1"/>
                </a:solidFill>
                <a:latin typeface="Consolas"/>
                <a:ea typeface="MS PGothic"/>
                <a:cs typeface="Arial"/>
              </a:rPr>
              <a:t> </a:t>
            </a:r>
            <a:r>
              <a:rPr lang="en-US" sz="2800">
                <a:solidFill>
                  <a:schemeClr val="bg1"/>
                </a:solidFill>
                <a:latin typeface="Calibri"/>
                <a:ea typeface="MS PGothic"/>
                <a:cs typeface="Arial"/>
              </a:rPr>
              <a:t>Echo Request</a:t>
            </a:r>
            <a:r>
              <a:rPr lang="en-US" sz="2800" b="1">
                <a:solidFill>
                  <a:schemeClr val="bg1"/>
                </a:solidFill>
                <a:latin typeface="Arial"/>
                <a:ea typeface="MS PGothic"/>
                <a:cs typeface="Arial"/>
              </a:rPr>
              <a:t>  </a:t>
            </a:r>
            <a:r>
              <a:rPr lang="en-US" sz="1200" b="1">
                <a:solidFill>
                  <a:schemeClr val="bg1"/>
                </a:solidFill>
                <a:latin typeface="Arial"/>
                <a:ea typeface="MS PGothic"/>
                <a:cs typeface="Arial"/>
              </a:rPr>
              <a:t>                     </a:t>
            </a: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p>
        </p:txBody>
      </p:sp>
      <p:sp>
        <p:nvSpPr>
          <p:cNvPr id="4" name="Rectangle 3">
            <a:extLst>
              <a:ext uri="{FF2B5EF4-FFF2-40B4-BE49-F238E27FC236}">
                <a16:creationId xmlns:a16="http://schemas.microsoft.com/office/drawing/2014/main" id="{5F6F93B9-E65F-2F2A-B020-D5CD312644E3}"/>
              </a:ext>
            </a:extLst>
          </p:cNvPr>
          <p:cNvSpPr/>
          <p:nvPr/>
        </p:nvSpPr>
        <p:spPr>
          <a:xfrm>
            <a:off x="3520848" y="2619375"/>
            <a:ext cx="2826204" cy="153760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4E15835-D6F6-0046-6E9C-F7A76C4091D1}"/>
              </a:ext>
            </a:extLst>
          </p:cNvPr>
          <p:cNvSpPr/>
          <p:nvPr/>
        </p:nvSpPr>
        <p:spPr>
          <a:xfrm>
            <a:off x="-1700" y="-1700"/>
            <a:ext cx="3387703" cy="51493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oliennummernplatzhalter 4">
            <a:extLst>
              <a:ext uri="{FF2B5EF4-FFF2-40B4-BE49-F238E27FC236}">
                <a16:creationId xmlns:a16="http://schemas.microsoft.com/office/drawing/2014/main" id="{97C6CC30-FEB1-68DD-4BC1-A2BBCBC4B671}"/>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a:solidFill>
                  <a:schemeClr val="bg1"/>
                </a:solidFill>
                <a:cs typeface="Calibri Light"/>
              </a:rPr>
              <a:t>1</a:t>
            </a:r>
            <a:endParaRPr lang="en-US">
              <a:solidFill>
                <a:schemeClr val="bg1"/>
              </a:solidFill>
              <a:cs typeface="Calibri Light"/>
            </a:endParaRPr>
          </a:p>
        </p:txBody>
      </p:sp>
      <p:pic>
        <p:nvPicPr>
          <p:cNvPr id="6" name="Graphic 5" descr="Stopwatch with solid fill">
            <a:extLst>
              <a:ext uri="{FF2B5EF4-FFF2-40B4-BE49-F238E27FC236}">
                <a16:creationId xmlns:a16="http://schemas.microsoft.com/office/drawing/2014/main" id="{43F554D6-BEB8-7E34-AE3B-FE3767819C7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882" y="1071181"/>
            <a:ext cx="661308" cy="661308"/>
          </a:xfrm>
          <a:prstGeom prst="rect">
            <a:avLst/>
          </a:prstGeom>
        </p:spPr>
      </p:pic>
      <p:sp>
        <p:nvSpPr>
          <p:cNvPr id="7" name="TextBox 6">
            <a:extLst>
              <a:ext uri="{FF2B5EF4-FFF2-40B4-BE49-F238E27FC236}">
                <a16:creationId xmlns:a16="http://schemas.microsoft.com/office/drawing/2014/main" id="{88633359-C33D-3655-19F7-9A2C90477B76}"/>
              </a:ext>
            </a:extLst>
          </p:cNvPr>
          <p:cNvSpPr txBox="1"/>
          <p:nvPr/>
        </p:nvSpPr>
        <p:spPr>
          <a:xfrm>
            <a:off x="724615" y="940553"/>
            <a:ext cx="241662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dirty="0">
                <a:cs typeface="Calibri Light"/>
              </a:rPr>
              <a:t>Sending a request to </a:t>
            </a:r>
            <a:r>
              <a:rPr lang="en-US" sz="1800" b="1" dirty="0">
                <a:cs typeface="Calibri Light"/>
              </a:rPr>
              <a:t>every</a:t>
            </a:r>
            <a:r>
              <a:rPr lang="en-US" sz="1800" dirty="0">
                <a:cs typeface="Calibri Light"/>
              </a:rPr>
              <a:t> </a:t>
            </a:r>
            <a:r>
              <a:rPr lang="en-US" sz="1800" b="1" dirty="0">
                <a:cs typeface="Calibri Light"/>
              </a:rPr>
              <a:t>IPv4</a:t>
            </a:r>
            <a:r>
              <a:rPr lang="en-US" sz="1800" dirty="0">
                <a:cs typeface="Calibri Light"/>
              </a:rPr>
              <a:t> address takes</a:t>
            </a:r>
            <a:r>
              <a:rPr lang="en-US" sz="1800" b="1" dirty="0">
                <a:cs typeface="Calibri Light"/>
              </a:rPr>
              <a:t> less than</a:t>
            </a:r>
            <a:r>
              <a:rPr lang="en-US" sz="1800" dirty="0">
                <a:cs typeface="Calibri Light"/>
              </a:rPr>
              <a:t> an hour</a:t>
            </a:r>
          </a:p>
        </p:txBody>
      </p:sp>
      <p:sp>
        <p:nvSpPr>
          <p:cNvPr id="8" name="TextBox 7">
            <a:extLst>
              <a:ext uri="{FF2B5EF4-FFF2-40B4-BE49-F238E27FC236}">
                <a16:creationId xmlns:a16="http://schemas.microsoft.com/office/drawing/2014/main" id="{6716D611-1F46-A4BD-854F-BC1C53557982}"/>
              </a:ext>
            </a:extLst>
          </p:cNvPr>
          <p:cNvSpPr txBox="1"/>
          <p:nvPr/>
        </p:nvSpPr>
        <p:spPr>
          <a:xfrm>
            <a:off x="689917" y="2279495"/>
            <a:ext cx="250031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dirty="0">
                <a:cs typeface="Calibri Light"/>
              </a:rPr>
              <a:t>Scanning every address not feasible in IPv6</a:t>
            </a:r>
            <a:endParaRPr lang="en-US" sz="1800" b="1" dirty="0"/>
          </a:p>
        </p:txBody>
      </p:sp>
      <p:sp>
        <p:nvSpPr>
          <p:cNvPr id="12" name="TextBox 11">
            <a:extLst>
              <a:ext uri="{FF2B5EF4-FFF2-40B4-BE49-F238E27FC236}">
                <a16:creationId xmlns:a16="http://schemas.microsoft.com/office/drawing/2014/main" id="{F112E3BF-3478-B2B9-E217-348577348232}"/>
              </a:ext>
            </a:extLst>
          </p:cNvPr>
          <p:cNvSpPr txBox="1"/>
          <p:nvPr/>
        </p:nvSpPr>
        <p:spPr>
          <a:xfrm>
            <a:off x="689917" y="3242881"/>
            <a:ext cx="258195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dirty="0">
                <a:cs typeface="Calibri Light"/>
              </a:rPr>
              <a:t>ICMPv6 error messages</a:t>
            </a:r>
            <a:r>
              <a:rPr lang="en-US" sz="1800" dirty="0">
                <a:cs typeface="Calibri Light"/>
              </a:rPr>
              <a:t> are still returned, even when targeting a</a:t>
            </a:r>
            <a:r>
              <a:rPr lang="en-US" sz="1800" b="1" dirty="0">
                <a:cs typeface="Calibri Light"/>
              </a:rPr>
              <a:t> random address</a:t>
            </a:r>
            <a:r>
              <a:rPr lang="en-US" sz="1800" dirty="0">
                <a:cs typeface="Calibri Light"/>
              </a:rPr>
              <a:t> inside a network</a:t>
            </a:r>
          </a:p>
        </p:txBody>
      </p:sp>
      <p:pic>
        <p:nvPicPr>
          <p:cNvPr id="15" name="Graphic 14" descr="Bad Inventory outline">
            <a:extLst>
              <a:ext uri="{FF2B5EF4-FFF2-40B4-BE49-F238E27FC236}">
                <a16:creationId xmlns:a16="http://schemas.microsoft.com/office/drawing/2014/main" id="{A0343529-C173-C2AA-54B3-20C720B66B5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374" y="2279495"/>
            <a:ext cx="661308" cy="661308"/>
          </a:xfrm>
          <a:prstGeom prst="rect">
            <a:avLst/>
          </a:prstGeom>
        </p:spPr>
      </p:pic>
      <p:pic>
        <p:nvPicPr>
          <p:cNvPr id="16" name="Graphic 15" descr="Lightbulb outline">
            <a:extLst>
              <a:ext uri="{FF2B5EF4-FFF2-40B4-BE49-F238E27FC236}">
                <a16:creationId xmlns:a16="http://schemas.microsoft.com/office/drawing/2014/main" id="{13F11AAA-7072-4A61-C1C8-9A366A94D9A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896" y="3357181"/>
            <a:ext cx="759279" cy="783772"/>
          </a:xfrm>
          <a:prstGeom prst="rect">
            <a:avLst/>
          </a:prstGeom>
        </p:spPr>
      </p:pic>
      <p:sp>
        <p:nvSpPr>
          <p:cNvPr id="17" name="Rectangle 16">
            <a:extLst>
              <a:ext uri="{FF2B5EF4-FFF2-40B4-BE49-F238E27FC236}">
                <a16:creationId xmlns:a16="http://schemas.microsoft.com/office/drawing/2014/main" id="{3537E140-B691-774D-A742-3DC047DA6E11}"/>
              </a:ext>
            </a:extLst>
          </p:cNvPr>
          <p:cNvSpPr/>
          <p:nvPr/>
        </p:nvSpPr>
        <p:spPr>
          <a:xfrm>
            <a:off x="5382305" y="2317296"/>
            <a:ext cx="2826204" cy="3048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24785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DD3D0A-4BE3-EC27-B282-2B71E13A5D64}"/>
              </a:ext>
            </a:extLst>
          </p:cNvPr>
          <p:cNvSpPr/>
          <p:nvPr/>
        </p:nvSpPr>
        <p:spPr>
          <a:xfrm>
            <a:off x="158670" y="192672"/>
            <a:ext cx="1960723" cy="6460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D06F07BA-65E8-61B1-849B-E13EC3C2C102}"/>
              </a:ext>
            </a:extLst>
          </p:cNvPr>
          <p:cNvSpPr txBox="1">
            <a:spLocks/>
          </p:cNvSpPr>
          <p:nvPr/>
        </p:nvSpPr>
        <p:spPr>
          <a:xfrm>
            <a:off x="3226554" y="187302"/>
            <a:ext cx="6847874" cy="4865269"/>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solidFill>
                  <a:schemeClr val="bg1"/>
                </a:solidFill>
                <a:latin typeface="Consolas"/>
                <a:ea typeface="MS PGothic"/>
                <a:cs typeface="Arial"/>
              </a:rPr>
              <a:t>  </a:t>
            </a:r>
            <a:r>
              <a:rPr lang="en-US" sz="1200">
                <a:solidFill>
                  <a:srgbClr val="000000"/>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6   </a:t>
            </a:r>
            <a:r>
              <a:rPr lang="en-US" sz="1200">
                <a:solidFill>
                  <a:schemeClr val="bg2">
                    <a:lumMod val="76000"/>
                  </a:schemeClr>
                </a:solidFill>
                <a:latin typeface="Consolas"/>
                <a:ea typeface="MS PGothic"/>
                <a:cs typeface="Arial"/>
              </a:rPr>
              <a:t>| Traffic Class |           Flow Label                  |</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Payload Length</a:t>
            </a:r>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58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56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2001:db8:200:1000::ab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2001:db8:5ba::1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1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0       </a:t>
            </a:r>
            <a:r>
              <a:rPr lang="en-US" sz="1200">
                <a:solidFill>
                  <a:schemeClr val="bg2">
                    <a:lumMod val="76000"/>
                  </a:schemeClr>
                </a:solidFill>
                <a:latin typeface="Consolas"/>
                <a:ea typeface="MS PGothic"/>
                <a:cs typeface="Arial"/>
              </a:rPr>
              <a:t>|          Checksum             |</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           Identifier          |        Sequence Number        |</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a:t>
            </a:r>
            <a:r>
              <a:rPr lang="en-US" sz="1200" b="1">
                <a:solidFill>
                  <a:schemeClr val="bg1"/>
                </a:solidFill>
                <a:latin typeface="Consolas"/>
                <a:ea typeface="MS PGothic"/>
                <a:cs typeface="Arial"/>
              </a:rPr>
              <a:t> </a:t>
            </a:r>
            <a:r>
              <a:rPr lang="en-US" sz="2800">
                <a:solidFill>
                  <a:schemeClr val="bg1"/>
                </a:solidFill>
                <a:latin typeface="Calibri"/>
                <a:ea typeface="MS PGothic"/>
                <a:cs typeface="Arial"/>
              </a:rPr>
              <a:t>Destination Unreachable</a:t>
            </a:r>
            <a:r>
              <a:rPr lang="en-US" sz="2800" b="1">
                <a:solidFill>
                  <a:schemeClr val="bg1"/>
                </a:solidFill>
                <a:latin typeface="Arial"/>
                <a:ea typeface="MS PGothic"/>
                <a:cs typeface="Arial"/>
              </a:rPr>
              <a:t>  </a:t>
            </a:r>
            <a:r>
              <a:rPr lang="en-US" sz="1200" b="1">
                <a:solidFill>
                  <a:schemeClr val="bg1"/>
                </a:solidFill>
                <a:latin typeface="Arial"/>
                <a:ea typeface="MS PGothic"/>
                <a:cs typeface="Arial"/>
              </a:rPr>
              <a:t>                     </a:t>
            </a:r>
            <a:endParaRPr lang="en-US">
              <a:solidFill>
                <a:schemeClr val="bg1"/>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p:txBody>
      </p:sp>
      <p:sp>
        <p:nvSpPr>
          <p:cNvPr id="4" name="Rectangle 3">
            <a:extLst>
              <a:ext uri="{FF2B5EF4-FFF2-40B4-BE49-F238E27FC236}">
                <a16:creationId xmlns:a16="http://schemas.microsoft.com/office/drawing/2014/main" id="{5F6F93B9-E65F-2F2A-B020-D5CD312644E3}"/>
              </a:ext>
            </a:extLst>
          </p:cNvPr>
          <p:cNvSpPr/>
          <p:nvPr/>
        </p:nvSpPr>
        <p:spPr>
          <a:xfrm>
            <a:off x="3520848" y="2619375"/>
            <a:ext cx="3978275" cy="153760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4E15835-D6F6-0046-6E9C-F7A76C4091D1}"/>
              </a:ext>
            </a:extLst>
          </p:cNvPr>
          <p:cNvSpPr/>
          <p:nvPr/>
        </p:nvSpPr>
        <p:spPr>
          <a:xfrm>
            <a:off x="-1700" y="-1700"/>
            <a:ext cx="3387703" cy="51493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DFCBE24-14C0-8266-3598-B15B3A55C332}"/>
              </a:ext>
            </a:extLst>
          </p:cNvPr>
          <p:cNvSpPr txBox="1"/>
          <p:nvPr/>
        </p:nvSpPr>
        <p:spPr>
          <a:xfrm rot="1140000">
            <a:off x="1372529" y="823739"/>
            <a:ext cx="105911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4000">
                <a:latin typeface="Arial"/>
                <a:cs typeface="Arial"/>
              </a:rPr>
              <a:t>🧐</a:t>
            </a:r>
            <a:endParaRPr lang="en-US" sz="4000"/>
          </a:p>
        </p:txBody>
      </p:sp>
      <p:graphicFrame>
        <p:nvGraphicFramePr>
          <p:cNvPr id="7" name="Table 6">
            <a:extLst>
              <a:ext uri="{FF2B5EF4-FFF2-40B4-BE49-F238E27FC236}">
                <a16:creationId xmlns:a16="http://schemas.microsoft.com/office/drawing/2014/main" id="{C47CB289-A0B0-C460-BBCB-72FE86DECFC6}"/>
              </a:ext>
            </a:extLst>
          </p:cNvPr>
          <p:cNvGraphicFramePr>
            <a:graphicFrameLocks noGrp="1"/>
          </p:cNvGraphicFramePr>
          <p:nvPr>
            <p:extLst>
              <p:ext uri="{D42A27DB-BD31-4B8C-83A1-F6EECF244321}">
                <p14:modId xmlns:p14="http://schemas.microsoft.com/office/powerpoint/2010/main" val="3905826503"/>
              </p:ext>
            </p:extLst>
          </p:nvPr>
        </p:nvGraphicFramePr>
        <p:xfrm>
          <a:off x="154214" y="1351643"/>
          <a:ext cx="3140649" cy="2753047"/>
        </p:xfrm>
        <a:graphic>
          <a:graphicData uri="http://schemas.openxmlformats.org/drawingml/2006/table">
            <a:tbl>
              <a:tblPr firstRow="1" bandRow="1">
                <a:tableStyleId>{69012ECD-51FC-41F1-AA8D-1B2483CD663E}</a:tableStyleId>
              </a:tblPr>
              <a:tblGrid>
                <a:gridCol w="531529">
                  <a:extLst>
                    <a:ext uri="{9D8B030D-6E8A-4147-A177-3AD203B41FA5}">
                      <a16:colId xmlns:a16="http://schemas.microsoft.com/office/drawing/2014/main" val="2815775742"/>
                    </a:ext>
                  </a:extLst>
                </a:gridCol>
                <a:gridCol w="1118335">
                  <a:extLst>
                    <a:ext uri="{9D8B030D-6E8A-4147-A177-3AD203B41FA5}">
                      <a16:colId xmlns:a16="http://schemas.microsoft.com/office/drawing/2014/main" val="2207257522"/>
                    </a:ext>
                  </a:extLst>
                </a:gridCol>
                <a:gridCol w="688861">
                  <a:extLst>
                    <a:ext uri="{9D8B030D-6E8A-4147-A177-3AD203B41FA5}">
                      <a16:colId xmlns:a16="http://schemas.microsoft.com/office/drawing/2014/main" val="767644956"/>
                    </a:ext>
                  </a:extLst>
                </a:gridCol>
                <a:gridCol w="801924">
                  <a:extLst>
                    <a:ext uri="{9D8B030D-6E8A-4147-A177-3AD203B41FA5}">
                      <a16:colId xmlns:a16="http://schemas.microsoft.com/office/drawing/2014/main" val="3457898125"/>
                    </a:ext>
                  </a:extLst>
                </a:gridCol>
              </a:tblGrid>
              <a:tr h="633357">
                <a:tc>
                  <a:txBody>
                    <a:bodyPr/>
                    <a:lstStyle/>
                    <a:p>
                      <a:r>
                        <a:rPr lang="en-US" sz="1600" err="1">
                          <a:solidFill>
                            <a:srgbClr val="FFFFFF"/>
                          </a:solidFill>
                        </a:rPr>
                        <a:t>Typ</a:t>
                      </a:r>
                      <a:endParaRPr lang="en-US" sz="1600">
                        <a:solidFill>
                          <a:srgbClr val="FFFFFF"/>
                        </a:solidFill>
                      </a:endParaRPr>
                    </a:p>
                  </a:txBody>
                  <a:tcPr/>
                </a:tc>
                <a:tc>
                  <a:txBody>
                    <a:bodyPr/>
                    <a:lstStyle/>
                    <a:p>
                      <a:pPr lvl="0">
                        <a:buNone/>
                      </a:pPr>
                      <a:r>
                        <a:rPr lang="en-US" sz="1600" b="1" i="0" u="none" strike="noStrike" noProof="0">
                          <a:solidFill>
                            <a:srgbClr val="FFFFFF"/>
                          </a:solidFill>
                          <a:latin typeface="Calibri Light"/>
                        </a:rPr>
                        <a:t>Error Message</a:t>
                      </a:r>
                      <a:endParaRPr lang="en-US" sz="1600" b="1"/>
                    </a:p>
                  </a:txBody>
                  <a:tcPr/>
                </a:tc>
                <a:tc>
                  <a:txBody>
                    <a:bodyPr/>
                    <a:lstStyle/>
                    <a:p>
                      <a:pPr lvl="0">
                        <a:buNone/>
                      </a:pPr>
                      <a:r>
                        <a:rPr lang="en-US" sz="1600" b="1" i="0" u="none" strike="noStrike" noProof="0">
                          <a:solidFill>
                            <a:srgbClr val="FFFFFF"/>
                          </a:solidFill>
                          <a:latin typeface="Calibri Light"/>
                        </a:rPr>
                        <a:t>Codes</a:t>
                      </a:r>
                    </a:p>
                  </a:txBody>
                  <a:tcPr/>
                </a:tc>
                <a:tc>
                  <a:txBody>
                    <a:bodyPr/>
                    <a:lstStyle/>
                    <a:p>
                      <a:pPr lvl="0">
                        <a:buNone/>
                      </a:pPr>
                      <a:r>
                        <a:rPr lang="en-US" sz="1600" b="1" i="0" u="none" strike="noStrike" noProof="0">
                          <a:solidFill>
                            <a:srgbClr val="FFFFFF"/>
                          </a:solidFill>
                          <a:latin typeface="Calibri Light"/>
                        </a:rPr>
                        <a:t>Level</a:t>
                      </a:r>
                    </a:p>
                  </a:txBody>
                  <a:tcPr/>
                </a:tc>
                <a:extLst>
                  <a:ext uri="{0D108BD9-81ED-4DB2-BD59-A6C34878D82A}">
                    <a16:rowId xmlns:a16="http://schemas.microsoft.com/office/drawing/2014/main" val="2985880085"/>
                  </a:ext>
                </a:extLst>
              </a:tr>
              <a:tr h="565210">
                <a:tc>
                  <a:txBody>
                    <a:bodyPr/>
                    <a:lstStyle/>
                    <a:p>
                      <a:r>
                        <a:rPr lang="en-US" sz="1400" b="1">
                          <a:solidFill>
                            <a:schemeClr val="tx1"/>
                          </a:solidFill>
                        </a:rPr>
                        <a:t>1</a:t>
                      </a:r>
                    </a:p>
                  </a:txBody>
                  <a:tcPr/>
                </a:tc>
                <a:tc>
                  <a:txBody>
                    <a:bodyPr/>
                    <a:lstStyle/>
                    <a:p>
                      <a:r>
                        <a:rPr lang="en-US" sz="1400" b="1">
                          <a:solidFill>
                            <a:schemeClr val="tx1"/>
                          </a:solidFill>
                        </a:rPr>
                        <a:t>Destination Unreachable</a:t>
                      </a:r>
                    </a:p>
                  </a:txBody>
                  <a:tcPr/>
                </a:tc>
                <a:tc>
                  <a:txBody>
                    <a:bodyPr/>
                    <a:lstStyle/>
                    <a:p>
                      <a:pPr lvl="0">
                        <a:buNone/>
                      </a:pPr>
                      <a:r>
                        <a:rPr lang="en-US" sz="1400" b="1">
                          <a:solidFill>
                            <a:schemeClr val="tx1"/>
                          </a:solidFill>
                        </a:rPr>
                        <a:t>7</a:t>
                      </a:r>
                    </a:p>
                  </a:txBody>
                  <a:tcPr/>
                </a:tc>
                <a:tc>
                  <a:txBody>
                    <a:bodyPr/>
                    <a:lstStyle/>
                    <a:p>
                      <a:pPr lvl="0">
                        <a:buNone/>
                      </a:pPr>
                      <a:r>
                        <a:rPr lang="en-US" sz="1400" b="1">
                          <a:solidFill>
                            <a:schemeClr val="tx1"/>
                          </a:solidFill>
                        </a:rPr>
                        <a:t>SHOULD</a:t>
                      </a:r>
                    </a:p>
                  </a:txBody>
                  <a:tcPr/>
                </a:tc>
                <a:extLst>
                  <a:ext uri="{0D108BD9-81ED-4DB2-BD59-A6C34878D82A}">
                    <a16:rowId xmlns:a16="http://schemas.microsoft.com/office/drawing/2014/main" val="4244573421"/>
                  </a:ext>
                </a:extLst>
              </a:tr>
              <a:tr h="489049">
                <a:tc>
                  <a:txBody>
                    <a:bodyPr/>
                    <a:lstStyle/>
                    <a:p>
                      <a:r>
                        <a:rPr lang="en-US" sz="1400">
                          <a:solidFill>
                            <a:schemeClr val="bg2">
                              <a:lumMod val="49000"/>
                            </a:schemeClr>
                          </a:solidFill>
                        </a:rPr>
                        <a:t>2</a:t>
                      </a:r>
                    </a:p>
                  </a:txBody>
                  <a:tcPr/>
                </a:tc>
                <a:tc>
                  <a:txBody>
                    <a:bodyPr/>
                    <a:lstStyle/>
                    <a:p>
                      <a:r>
                        <a:rPr lang="en-US" sz="1400">
                          <a:solidFill>
                            <a:schemeClr val="bg2">
                              <a:lumMod val="49000"/>
                            </a:schemeClr>
                          </a:solidFill>
                        </a:rPr>
                        <a:t>Packet Too Big</a:t>
                      </a:r>
                    </a:p>
                  </a:txBody>
                  <a:tcPr/>
                </a:tc>
                <a:tc>
                  <a:txBody>
                    <a:bodyPr/>
                    <a:lstStyle/>
                    <a:p>
                      <a:pPr lvl="0">
                        <a:buNone/>
                      </a:pPr>
                      <a:r>
                        <a:rPr lang="en-US" sz="1400">
                          <a:solidFill>
                            <a:schemeClr val="bg2">
                              <a:lumMod val="49000"/>
                            </a:schemeClr>
                          </a:solidFill>
                        </a:rPr>
                        <a:t>1</a:t>
                      </a:r>
                    </a:p>
                  </a:txBody>
                  <a:tcPr/>
                </a:tc>
                <a:tc>
                  <a:txBody>
                    <a:bodyPr/>
                    <a:lstStyle/>
                    <a:p>
                      <a:pPr lvl="0">
                        <a:buNone/>
                      </a:pPr>
                      <a:r>
                        <a:rPr lang="en-US" sz="1400">
                          <a:solidFill>
                            <a:schemeClr val="bg2">
                              <a:lumMod val="49000"/>
                            </a:schemeClr>
                          </a:solidFill>
                        </a:rPr>
                        <a:t>MUST</a:t>
                      </a:r>
                    </a:p>
                  </a:txBody>
                  <a:tcPr/>
                </a:tc>
                <a:extLst>
                  <a:ext uri="{0D108BD9-81ED-4DB2-BD59-A6C34878D82A}">
                    <a16:rowId xmlns:a16="http://schemas.microsoft.com/office/drawing/2014/main" val="3155723716"/>
                  </a:ext>
                </a:extLst>
              </a:tr>
              <a:tr h="489049">
                <a:tc>
                  <a:txBody>
                    <a:bodyPr/>
                    <a:lstStyle/>
                    <a:p>
                      <a:r>
                        <a:rPr lang="en-US" sz="1400" b="0">
                          <a:solidFill>
                            <a:schemeClr val="tx1"/>
                          </a:solidFill>
                        </a:rPr>
                        <a:t>3</a:t>
                      </a:r>
                    </a:p>
                  </a:txBody>
                  <a:tcPr/>
                </a:tc>
                <a:tc>
                  <a:txBody>
                    <a:bodyPr/>
                    <a:lstStyle/>
                    <a:p>
                      <a:r>
                        <a:rPr lang="en-US" sz="1400" b="0">
                          <a:solidFill>
                            <a:schemeClr val="tx1"/>
                          </a:solidFill>
                        </a:rPr>
                        <a:t>Time Exceeded</a:t>
                      </a:r>
                    </a:p>
                  </a:txBody>
                  <a:tcPr/>
                </a:tc>
                <a:tc>
                  <a:txBody>
                    <a:bodyPr/>
                    <a:lstStyle/>
                    <a:p>
                      <a:pPr lvl="0">
                        <a:buNone/>
                      </a:pPr>
                      <a:r>
                        <a:rPr lang="en-US" sz="1400" b="0">
                          <a:solidFill>
                            <a:schemeClr val="tx1"/>
                          </a:solidFill>
                        </a:rPr>
                        <a:t>2</a:t>
                      </a:r>
                    </a:p>
                  </a:txBody>
                  <a:tcPr/>
                </a:tc>
                <a:tc>
                  <a:txBody>
                    <a:bodyPr/>
                    <a:lstStyle/>
                    <a:p>
                      <a:pPr lvl="0">
                        <a:buNone/>
                      </a:pPr>
                      <a:r>
                        <a:rPr lang="en-US" sz="1400" b="0">
                          <a:solidFill>
                            <a:schemeClr val="tx1"/>
                          </a:solidFill>
                        </a:rPr>
                        <a:t>MUST</a:t>
                      </a:r>
                    </a:p>
                  </a:txBody>
                  <a:tcPr/>
                </a:tc>
                <a:extLst>
                  <a:ext uri="{0D108BD9-81ED-4DB2-BD59-A6C34878D82A}">
                    <a16:rowId xmlns:a16="http://schemas.microsoft.com/office/drawing/2014/main" val="4072790100"/>
                  </a:ext>
                </a:extLst>
              </a:tr>
              <a:tr h="489049">
                <a:tc>
                  <a:txBody>
                    <a:bodyPr/>
                    <a:lstStyle/>
                    <a:p>
                      <a:pPr lvl="0">
                        <a:buNone/>
                      </a:pPr>
                      <a:r>
                        <a:rPr lang="en-US" sz="1400">
                          <a:solidFill>
                            <a:schemeClr val="bg2">
                              <a:lumMod val="49000"/>
                            </a:schemeClr>
                          </a:solidFill>
                        </a:rPr>
                        <a:t>4</a:t>
                      </a:r>
                    </a:p>
                  </a:txBody>
                  <a:tcPr/>
                </a:tc>
                <a:tc>
                  <a:txBody>
                    <a:bodyPr/>
                    <a:lstStyle/>
                    <a:p>
                      <a:pPr lvl="0">
                        <a:buNone/>
                      </a:pPr>
                      <a:r>
                        <a:rPr lang="en-US" sz="1400">
                          <a:solidFill>
                            <a:schemeClr val="bg2">
                              <a:lumMod val="49000"/>
                            </a:schemeClr>
                          </a:solidFill>
                        </a:rPr>
                        <a:t>Parameter Problem</a:t>
                      </a:r>
                    </a:p>
                  </a:txBody>
                  <a:tcPr/>
                </a:tc>
                <a:tc>
                  <a:txBody>
                    <a:bodyPr/>
                    <a:lstStyle/>
                    <a:p>
                      <a:pPr lvl="0">
                        <a:buNone/>
                      </a:pPr>
                      <a:r>
                        <a:rPr lang="en-US" sz="1400">
                          <a:solidFill>
                            <a:schemeClr val="bg2">
                              <a:lumMod val="49000"/>
                            </a:schemeClr>
                          </a:solidFill>
                        </a:rPr>
                        <a:t>3</a:t>
                      </a:r>
                    </a:p>
                  </a:txBody>
                  <a:tcPr/>
                </a:tc>
                <a:tc>
                  <a:txBody>
                    <a:bodyPr/>
                    <a:lstStyle/>
                    <a:p>
                      <a:pPr lvl="0">
                        <a:buNone/>
                      </a:pPr>
                      <a:r>
                        <a:rPr lang="en-US" sz="1400">
                          <a:solidFill>
                            <a:schemeClr val="bg2">
                              <a:lumMod val="49000"/>
                            </a:schemeClr>
                          </a:solidFill>
                        </a:rPr>
                        <a:t>SHOULD</a:t>
                      </a:r>
                    </a:p>
                  </a:txBody>
                  <a:tcPr/>
                </a:tc>
                <a:extLst>
                  <a:ext uri="{0D108BD9-81ED-4DB2-BD59-A6C34878D82A}">
                    <a16:rowId xmlns:a16="http://schemas.microsoft.com/office/drawing/2014/main" val="3927362292"/>
                  </a:ext>
                </a:extLst>
              </a:tr>
            </a:tbl>
          </a:graphicData>
        </a:graphic>
      </p:graphicFrame>
      <p:sp>
        <p:nvSpPr>
          <p:cNvPr id="8" name="Thought Bubble: Cloud 7">
            <a:extLst>
              <a:ext uri="{FF2B5EF4-FFF2-40B4-BE49-F238E27FC236}">
                <a16:creationId xmlns:a16="http://schemas.microsoft.com/office/drawing/2014/main" id="{8058FCAD-ADAA-8CE6-B794-5965B21F3878}"/>
              </a:ext>
            </a:extLst>
          </p:cNvPr>
          <p:cNvSpPr/>
          <p:nvPr/>
        </p:nvSpPr>
        <p:spPr>
          <a:xfrm>
            <a:off x="1727493" y="237512"/>
            <a:ext cx="1310631" cy="660950"/>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Light"/>
              </a:rPr>
              <a:t>  Code 0 infers?</a:t>
            </a:r>
          </a:p>
        </p:txBody>
      </p:sp>
      <p:sp>
        <p:nvSpPr>
          <p:cNvPr id="9" name="Foliennummernplatzhalter 4">
            <a:extLst>
              <a:ext uri="{FF2B5EF4-FFF2-40B4-BE49-F238E27FC236}">
                <a16:creationId xmlns:a16="http://schemas.microsoft.com/office/drawing/2014/main" id="{8959E7E4-4837-AC5A-1C4D-3BA5F03560A3}"/>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a:solidFill>
                  <a:schemeClr val="bg1"/>
                </a:solidFill>
                <a:cs typeface="Calibri Light"/>
              </a:rPr>
              <a:t>2</a:t>
            </a:r>
          </a:p>
        </p:txBody>
      </p:sp>
    </p:spTree>
    <p:extLst>
      <p:ext uri="{BB962C8B-B14F-4D97-AF65-F5344CB8AC3E}">
        <p14:creationId xmlns:p14="http://schemas.microsoft.com/office/powerpoint/2010/main" val="641814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DD3D0A-4BE3-EC27-B282-2B71E13A5D64}"/>
              </a:ext>
            </a:extLst>
          </p:cNvPr>
          <p:cNvSpPr/>
          <p:nvPr/>
        </p:nvSpPr>
        <p:spPr>
          <a:xfrm>
            <a:off x="158670" y="192672"/>
            <a:ext cx="1960723" cy="6460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D06F07BA-65E8-61B1-849B-E13EC3C2C102}"/>
              </a:ext>
            </a:extLst>
          </p:cNvPr>
          <p:cNvSpPr txBox="1">
            <a:spLocks/>
          </p:cNvSpPr>
          <p:nvPr/>
        </p:nvSpPr>
        <p:spPr>
          <a:xfrm>
            <a:off x="3226554" y="187302"/>
            <a:ext cx="6847874" cy="4865269"/>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solidFill>
                  <a:schemeClr val="bg1"/>
                </a:solidFill>
                <a:latin typeface="Consolas"/>
                <a:ea typeface="MS PGothic"/>
                <a:cs typeface="Arial"/>
              </a:rPr>
              <a:t>  </a:t>
            </a:r>
            <a:r>
              <a:rPr lang="en-US" sz="1200">
                <a:solidFill>
                  <a:srgbClr val="000000"/>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6   </a:t>
            </a:r>
            <a:r>
              <a:rPr lang="en-US" sz="1200">
                <a:solidFill>
                  <a:schemeClr val="bg2">
                    <a:lumMod val="76000"/>
                  </a:schemeClr>
                </a:solidFill>
                <a:latin typeface="Consolas"/>
                <a:ea typeface="MS PGothic"/>
                <a:cs typeface="Arial"/>
              </a:rPr>
              <a:t>| Traffic Class |           Flow Label                  |</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Payload Length</a:t>
            </a:r>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58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56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2001:db8:200:1000::ab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2001:db8:5ba::1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1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0       </a:t>
            </a:r>
            <a:r>
              <a:rPr lang="en-US" sz="1200">
                <a:solidFill>
                  <a:schemeClr val="bg2">
                    <a:lumMod val="76000"/>
                  </a:schemeClr>
                </a:solidFill>
                <a:latin typeface="Consolas"/>
                <a:ea typeface="MS PGothic"/>
                <a:cs typeface="Arial"/>
              </a:rPr>
              <a:t>|          Checksum             |</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           Identifier          |        Sequence Number        |</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a:t>
            </a:r>
            <a:r>
              <a:rPr lang="en-US" sz="1200" b="1">
                <a:solidFill>
                  <a:schemeClr val="bg1"/>
                </a:solidFill>
                <a:latin typeface="Consolas"/>
                <a:ea typeface="MS PGothic"/>
                <a:cs typeface="Arial"/>
              </a:rPr>
              <a:t> </a:t>
            </a:r>
            <a:r>
              <a:rPr lang="en-US" sz="2800">
                <a:solidFill>
                  <a:schemeClr val="bg1"/>
                </a:solidFill>
                <a:latin typeface="Calibri"/>
                <a:ea typeface="MS PGothic"/>
                <a:cs typeface="Arial"/>
              </a:rPr>
              <a:t>Destination Unreachable</a:t>
            </a:r>
            <a:r>
              <a:rPr lang="en-US" sz="2800" b="1">
                <a:solidFill>
                  <a:schemeClr val="bg1"/>
                </a:solidFill>
                <a:latin typeface="Arial"/>
                <a:ea typeface="MS PGothic"/>
                <a:cs typeface="Arial"/>
              </a:rPr>
              <a:t>  </a:t>
            </a:r>
            <a:r>
              <a:rPr lang="en-US" sz="1200" b="1">
                <a:solidFill>
                  <a:schemeClr val="bg1"/>
                </a:solidFill>
                <a:latin typeface="Arial"/>
                <a:ea typeface="MS PGothic"/>
                <a:cs typeface="Arial"/>
              </a:rPr>
              <a:t>                     </a:t>
            </a:r>
            <a:endParaRPr lang="en-US">
              <a:solidFill>
                <a:schemeClr val="bg1"/>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p:txBody>
      </p:sp>
      <p:sp>
        <p:nvSpPr>
          <p:cNvPr id="4" name="Rectangle 3">
            <a:extLst>
              <a:ext uri="{FF2B5EF4-FFF2-40B4-BE49-F238E27FC236}">
                <a16:creationId xmlns:a16="http://schemas.microsoft.com/office/drawing/2014/main" id="{5F6F93B9-E65F-2F2A-B020-D5CD312644E3}"/>
              </a:ext>
            </a:extLst>
          </p:cNvPr>
          <p:cNvSpPr/>
          <p:nvPr/>
        </p:nvSpPr>
        <p:spPr>
          <a:xfrm>
            <a:off x="3520848" y="2619375"/>
            <a:ext cx="3978275" cy="153760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4E15835-D6F6-0046-6E9C-F7A76C4091D1}"/>
              </a:ext>
            </a:extLst>
          </p:cNvPr>
          <p:cNvSpPr/>
          <p:nvPr/>
        </p:nvSpPr>
        <p:spPr>
          <a:xfrm>
            <a:off x="-1700" y="-1700"/>
            <a:ext cx="3387703" cy="51493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DFCBE24-14C0-8266-3598-B15B3A55C332}"/>
              </a:ext>
            </a:extLst>
          </p:cNvPr>
          <p:cNvSpPr txBox="1"/>
          <p:nvPr/>
        </p:nvSpPr>
        <p:spPr>
          <a:xfrm rot="1140000">
            <a:off x="1372529" y="823739"/>
            <a:ext cx="105911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4000">
                <a:latin typeface="Arial"/>
                <a:cs typeface="Arial"/>
              </a:rPr>
              <a:t>🧐</a:t>
            </a:r>
            <a:endParaRPr lang="en-US" sz="4000"/>
          </a:p>
        </p:txBody>
      </p:sp>
      <p:sp>
        <p:nvSpPr>
          <p:cNvPr id="8" name="Thought Bubble: Cloud 7">
            <a:extLst>
              <a:ext uri="{FF2B5EF4-FFF2-40B4-BE49-F238E27FC236}">
                <a16:creationId xmlns:a16="http://schemas.microsoft.com/office/drawing/2014/main" id="{8058FCAD-ADAA-8CE6-B794-5965B21F3878}"/>
              </a:ext>
            </a:extLst>
          </p:cNvPr>
          <p:cNvSpPr/>
          <p:nvPr/>
        </p:nvSpPr>
        <p:spPr>
          <a:xfrm>
            <a:off x="1676467" y="196691"/>
            <a:ext cx="1361657" cy="650745"/>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Light"/>
              </a:rPr>
              <a:t>  Code 0 infers?</a:t>
            </a:r>
          </a:p>
        </p:txBody>
      </p:sp>
      <p:graphicFrame>
        <p:nvGraphicFramePr>
          <p:cNvPr id="9" name="Table 8">
            <a:extLst>
              <a:ext uri="{FF2B5EF4-FFF2-40B4-BE49-F238E27FC236}">
                <a16:creationId xmlns:a16="http://schemas.microsoft.com/office/drawing/2014/main" id="{F7D2E89A-EF30-A66A-E076-5328167444DF}"/>
              </a:ext>
            </a:extLst>
          </p:cNvPr>
          <p:cNvGraphicFramePr>
            <a:graphicFrameLocks noGrp="1"/>
          </p:cNvGraphicFramePr>
          <p:nvPr>
            <p:extLst>
              <p:ext uri="{D42A27DB-BD31-4B8C-83A1-F6EECF244321}">
                <p14:modId xmlns:p14="http://schemas.microsoft.com/office/powerpoint/2010/main" val="3823707791"/>
              </p:ext>
            </p:extLst>
          </p:nvPr>
        </p:nvGraphicFramePr>
        <p:xfrm>
          <a:off x="162380" y="1382850"/>
          <a:ext cx="3130767" cy="3054228"/>
        </p:xfrm>
        <a:graphic>
          <a:graphicData uri="http://schemas.openxmlformats.org/drawingml/2006/table">
            <a:tbl>
              <a:tblPr bandRow="1">
                <a:tableStyleId>{5C22544A-7EE6-4342-B048-85BDC9FD1C3A}</a:tableStyleId>
              </a:tblPr>
              <a:tblGrid>
                <a:gridCol w="653142">
                  <a:extLst>
                    <a:ext uri="{9D8B030D-6E8A-4147-A177-3AD203B41FA5}">
                      <a16:colId xmlns:a16="http://schemas.microsoft.com/office/drawing/2014/main" val="130139060"/>
                    </a:ext>
                  </a:extLst>
                </a:gridCol>
                <a:gridCol w="2477625">
                  <a:extLst>
                    <a:ext uri="{9D8B030D-6E8A-4147-A177-3AD203B41FA5}">
                      <a16:colId xmlns:a16="http://schemas.microsoft.com/office/drawing/2014/main" val="2153638023"/>
                    </a:ext>
                  </a:extLst>
                </a:gridCol>
              </a:tblGrid>
              <a:tr h="336775">
                <a:tc>
                  <a:txBody>
                    <a:bodyPr/>
                    <a:lstStyle/>
                    <a:p>
                      <a:pPr rtl="0" fontAlgn="base">
                        <a:lnSpc>
                          <a:spcPts val="1800"/>
                        </a:lnSpc>
                      </a:pPr>
                      <a:r>
                        <a:rPr lang="en-US" sz="1600" b="1">
                          <a:solidFill>
                            <a:srgbClr val="FFFFFF"/>
                          </a:solidFill>
                          <a:effectLst/>
                          <a:latin typeface="Calibri Light"/>
                        </a:rPr>
                        <a:t>Code</a:t>
                      </a:r>
                      <a:endParaRPr lang="en-US" b="1">
                        <a:solidFill>
                          <a:srgbClr val="FFFFFF"/>
                        </a:solidFill>
                        <a:effectLst/>
                        <a:latin typeface="Calibri Light"/>
                      </a:endParaRPr>
                    </a:p>
                  </a:txBody>
                  <a:tcPr marL="85344" marR="85344" marT="42672" marB="42672">
                    <a:lnL w="11849" cap="flat" cmpd="sng" algn="ctr">
                      <a:solidFill>
                        <a:srgbClr val="FFFFFF"/>
                      </a:solidFill>
                      <a:prstDash val="solid"/>
                      <a:round/>
                      <a:headEnd type="none" w="med" len="med"/>
                      <a:tailEnd type="none" w="med" len="med"/>
                    </a:lnL>
                    <a:lnR w="11849" cap="flat" cmpd="sng" algn="ctr">
                      <a:solidFill>
                        <a:srgbClr val="FFFFFF"/>
                      </a:solidFill>
                      <a:prstDash val="solid"/>
                      <a:round/>
                      <a:headEnd type="none" w="med" len="med"/>
                      <a:tailEnd type="none" w="med" len="med"/>
                    </a:lnR>
                    <a:lnT w="11849" cap="flat" cmpd="sng" algn="ctr">
                      <a:solidFill>
                        <a:srgbClr val="FFFFFF"/>
                      </a:solidFill>
                      <a:prstDash val="solid"/>
                      <a:round/>
                      <a:headEnd type="none" w="med" len="med"/>
                      <a:tailEnd type="none" w="med" len="med"/>
                    </a:lnT>
                    <a:lnB w="35557" cap="flat" cmpd="sng" algn="ctr">
                      <a:solidFill>
                        <a:srgbClr val="FFFFFF"/>
                      </a:solidFill>
                      <a:prstDash val="solid"/>
                      <a:round/>
                      <a:headEnd type="none" w="med" len="med"/>
                      <a:tailEnd type="none" w="med" len="med"/>
                    </a:lnB>
                    <a:solidFill>
                      <a:srgbClr val="0063A6"/>
                    </a:solidFill>
                  </a:tcPr>
                </a:tc>
                <a:tc>
                  <a:txBody>
                    <a:bodyPr/>
                    <a:lstStyle/>
                    <a:p>
                      <a:pPr rtl="0" fontAlgn="base">
                        <a:lnSpc>
                          <a:spcPts val="1800"/>
                        </a:lnSpc>
                      </a:pPr>
                      <a:r>
                        <a:rPr lang="en-US" sz="1600" b="1">
                          <a:solidFill>
                            <a:srgbClr val="FFFFFF"/>
                          </a:solidFill>
                          <a:effectLst/>
                          <a:latin typeface="Calibri Light"/>
                        </a:rPr>
                        <a:t>Description</a:t>
                      </a:r>
                    </a:p>
                  </a:txBody>
                  <a:tcPr marL="85344" marR="85344" marT="42672" marB="42672">
                    <a:lnL w="11849" cap="flat" cmpd="sng" algn="ctr">
                      <a:solidFill>
                        <a:srgbClr val="FFFFFF"/>
                      </a:solidFill>
                      <a:prstDash val="solid"/>
                      <a:round/>
                      <a:headEnd type="none" w="med" len="med"/>
                      <a:tailEnd type="none" w="med" len="med"/>
                    </a:lnL>
                    <a:lnR w="11849" cap="flat" cmpd="sng" algn="ctr">
                      <a:solidFill>
                        <a:srgbClr val="FFFFFF"/>
                      </a:solidFill>
                      <a:prstDash val="solid"/>
                      <a:round/>
                      <a:headEnd type="none" w="med" len="med"/>
                      <a:tailEnd type="none" w="med" len="med"/>
                    </a:lnR>
                    <a:lnT w="11849" cap="flat" cmpd="sng" algn="ctr">
                      <a:solidFill>
                        <a:srgbClr val="FFFFFF"/>
                      </a:solidFill>
                      <a:prstDash val="solid"/>
                      <a:round/>
                      <a:headEnd type="none" w="med" len="med"/>
                      <a:tailEnd type="none" w="med" len="med"/>
                    </a:lnT>
                    <a:lnB w="35557" cap="flat" cmpd="sng" algn="ctr">
                      <a:solidFill>
                        <a:srgbClr val="FFFFFF"/>
                      </a:solidFill>
                      <a:prstDash val="solid"/>
                      <a:round/>
                      <a:headEnd type="none" w="med" len="med"/>
                      <a:tailEnd type="none" w="med" len="med"/>
                    </a:lnB>
                    <a:solidFill>
                      <a:srgbClr val="0063A6"/>
                    </a:solidFill>
                  </a:tcPr>
                </a:tc>
                <a:extLst>
                  <a:ext uri="{0D108BD9-81ED-4DB2-BD59-A6C34878D82A}">
                    <a16:rowId xmlns:a16="http://schemas.microsoft.com/office/drawing/2014/main" val="2614229136"/>
                  </a:ext>
                </a:extLst>
              </a:tr>
              <a:tr h="306153">
                <a:tc>
                  <a:txBody>
                    <a:bodyPr/>
                    <a:lstStyle/>
                    <a:p>
                      <a:pPr rtl="0" fontAlgn="base">
                        <a:lnSpc>
                          <a:spcPts val="1575"/>
                        </a:lnSpc>
                      </a:pPr>
                      <a:r>
                        <a:rPr lang="en-US" sz="1400" b="1">
                          <a:effectLst/>
                          <a:latin typeface="Calibri Light"/>
                        </a:rPr>
                        <a:t>0</a:t>
                      </a:r>
                      <a:endParaRPr lang="en-US" b="1">
                        <a:effectLst/>
                        <a:latin typeface="Calibri Light"/>
                      </a:endParaRPr>
                    </a:p>
                  </a:txBody>
                  <a:tcPr marL="85344" marR="85344" marT="42672" marB="42672">
                    <a:lnL w="11849" cap="flat" cmpd="sng" algn="ctr">
                      <a:solidFill>
                        <a:srgbClr val="FFFFFF"/>
                      </a:solidFill>
                      <a:prstDash val="solid"/>
                      <a:round/>
                      <a:headEnd type="none" w="med" len="med"/>
                      <a:tailEnd type="none" w="med" len="med"/>
                    </a:lnL>
                    <a:lnR w="11849" cap="flat" cmpd="sng" algn="ctr">
                      <a:solidFill>
                        <a:srgbClr val="FFFFFF"/>
                      </a:solidFill>
                      <a:prstDash val="solid"/>
                      <a:round/>
                      <a:headEnd type="none" w="med" len="med"/>
                      <a:tailEnd type="none" w="med" len="med"/>
                    </a:lnR>
                    <a:lnT w="35557" cap="flat" cmpd="sng" algn="ctr">
                      <a:solidFill>
                        <a:srgbClr val="FFFFFF"/>
                      </a:solidFill>
                      <a:prstDash val="solid"/>
                      <a:round/>
                      <a:headEnd type="none" w="med" len="med"/>
                      <a:tailEnd type="none" w="med" len="med"/>
                    </a:lnT>
                    <a:lnB w="11849" cap="flat" cmpd="sng" algn="ctr">
                      <a:solidFill>
                        <a:srgbClr val="FFFFFF"/>
                      </a:solidFill>
                      <a:prstDash val="solid"/>
                      <a:round/>
                      <a:headEnd type="none" w="med" len="med"/>
                      <a:tailEnd type="none" w="med" len="med"/>
                    </a:lnB>
                    <a:solidFill>
                      <a:srgbClr val="CBD3E1"/>
                    </a:solidFill>
                  </a:tcPr>
                </a:tc>
                <a:tc>
                  <a:txBody>
                    <a:bodyPr/>
                    <a:lstStyle/>
                    <a:p>
                      <a:pPr rtl="0" fontAlgn="base">
                        <a:lnSpc>
                          <a:spcPts val="1575"/>
                        </a:lnSpc>
                      </a:pPr>
                      <a:r>
                        <a:rPr lang="en-US" sz="1400" b="1">
                          <a:effectLst/>
                          <a:latin typeface="Calibri Light"/>
                        </a:rPr>
                        <a:t>No route to destination</a:t>
                      </a:r>
                      <a:endParaRPr lang="en-US" b="1">
                        <a:effectLst/>
                        <a:latin typeface="Calibri Light"/>
                      </a:endParaRPr>
                    </a:p>
                  </a:txBody>
                  <a:tcPr marL="85344" marR="85344" marT="42672" marB="42672">
                    <a:lnL w="11849" cap="flat" cmpd="sng" algn="ctr">
                      <a:solidFill>
                        <a:srgbClr val="FFFFFF"/>
                      </a:solidFill>
                      <a:prstDash val="solid"/>
                      <a:round/>
                      <a:headEnd type="none" w="med" len="med"/>
                      <a:tailEnd type="none" w="med" len="med"/>
                    </a:lnL>
                    <a:lnR w="11849" cap="flat" cmpd="sng" algn="ctr">
                      <a:solidFill>
                        <a:srgbClr val="FFFFFF"/>
                      </a:solidFill>
                      <a:prstDash val="solid"/>
                      <a:round/>
                      <a:headEnd type="none" w="med" len="med"/>
                      <a:tailEnd type="none" w="med" len="med"/>
                    </a:lnR>
                    <a:lnT w="35557" cap="flat" cmpd="sng" algn="ctr">
                      <a:solidFill>
                        <a:srgbClr val="FFFFFF"/>
                      </a:solidFill>
                      <a:prstDash val="solid"/>
                      <a:round/>
                      <a:headEnd type="none" w="med" len="med"/>
                      <a:tailEnd type="none" w="med" len="med"/>
                    </a:lnT>
                    <a:lnB w="11849" cap="flat" cmpd="sng" algn="ctr">
                      <a:solidFill>
                        <a:srgbClr val="FFFFFF"/>
                      </a:solidFill>
                      <a:prstDash val="solid"/>
                      <a:round/>
                      <a:headEnd type="none" w="med" len="med"/>
                      <a:tailEnd type="none" w="med" len="med"/>
                    </a:lnB>
                    <a:solidFill>
                      <a:srgbClr val="CBD3E1"/>
                    </a:solidFill>
                  </a:tcPr>
                </a:tc>
                <a:extLst>
                  <a:ext uri="{0D108BD9-81ED-4DB2-BD59-A6C34878D82A}">
                    <a16:rowId xmlns:a16="http://schemas.microsoft.com/office/drawing/2014/main" val="4036457431"/>
                  </a:ext>
                </a:extLst>
              </a:tr>
              <a:tr h="530676">
                <a:tc>
                  <a:txBody>
                    <a:bodyPr/>
                    <a:lstStyle/>
                    <a:p>
                      <a:pPr rtl="0" fontAlgn="base">
                        <a:lnSpc>
                          <a:spcPts val="1575"/>
                        </a:lnSpc>
                      </a:pPr>
                      <a:r>
                        <a:rPr lang="en-US" sz="1400">
                          <a:effectLst/>
                          <a:latin typeface="Calibri Light"/>
                        </a:rPr>
                        <a:t>1</a:t>
                      </a:r>
                      <a:endParaRPr lang="en-US">
                        <a:effectLst/>
                        <a:latin typeface="Calibri Light"/>
                      </a:endParaRPr>
                    </a:p>
                  </a:txBody>
                  <a:tcPr marL="85344" marR="85344" marT="42672" marB="42672">
                    <a:lnL w="11849" cap="flat" cmpd="sng" algn="ctr">
                      <a:solidFill>
                        <a:srgbClr val="FFFFFF"/>
                      </a:solidFill>
                      <a:prstDash val="solid"/>
                      <a:round/>
                      <a:headEnd type="none" w="med" len="med"/>
                      <a:tailEnd type="none" w="med" len="med"/>
                    </a:lnL>
                    <a:lnR w="11849" cap="flat" cmpd="sng" algn="ctr">
                      <a:solidFill>
                        <a:srgbClr val="FFFFFF"/>
                      </a:solidFill>
                      <a:prstDash val="solid"/>
                      <a:round/>
                      <a:headEnd type="none" w="med" len="med"/>
                      <a:tailEnd type="none" w="med" len="med"/>
                    </a:lnR>
                    <a:lnT w="11849" cap="flat" cmpd="sng" algn="ctr">
                      <a:solidFill>
                        <a:srgbClr val="FFFFFF"/>
                      </a:solidFill>
                      <a:prstDash val="solid"/>
                      <a:round/>
                      <a:headEnd type="none" w="med" len="med"/>
                      <a:tailEnd type="none" w="med" len="med"/>
                    </a:lnT>
                    <a:lnB w="11849" cap="flat" cmpd="sng" algn="ctr">
                      <a:solidFill>
                        <a:srgbClr val="FFFFFF"/>
                      </a:solidFill>
                      <a:prstDash val="solid"/>
                      <a:round/>
                      <a:headEnd type="none" w="med" len="med"/>
                      <a:tailEnd type="none" w="med" len="med"/>
                    </a:lnB>
                    <a:solidFill>
                      <a:srgbClr val="E7EAF1"/>
                    </a:solidFill>
                  </a:tcPr>
                </a:tc>
                <a:tc>
                  <a:txBody>
                    <a:bodyPr/>
                    <a:lstStyle/>
                    <a:p>
                      <a:pPr rtl="0" fontAlgn="base">
                        <a:lnSpc>
                          <a:spcPts val="1575"/>
                        </a:lnSpc>
                      </a:pPr>
                      <a:r>
                        <a:rPr lang="en-US" sz="1400">
                          <a:effectLst/>
                          <a:latin typeface="Calibri Light"/>
                        </a:rPr>
                        <a:t>Communication with destination</a:t>
                      </a:r>
                      <a:br>
                        <a:rPr lang="en-US" sz="1400">
                          <a:effectLst/>
                          <a:latin typeface="Calibri Light"/>
                        </a:rPr>
                      </a:br>
                      <a:r>
                        <a:rPr lang="en-US" sz="1400">
                          <a:effectLst/>
                          <a:latin typeface="Calibri Light"/>
                        </a:rPr>
                        <a:t>administratively prohibited</a:t>
                      </a:r>
                      <a:endParaRPr lang="en-US">
                        <a:effectLst/>
                        <a:latin typeface="Calibri Light"/>
                      </a:endParaRPr>
                    </a:p>
                  </a:txBody>
                  <a:tcPr marL="85344" marR="85344" marT="42672" marB="42672">
                    <a:lnL w="11849" cap="flat" cmpd="sng" algn="ctr">
                      <a:solidFill>
                        <a:srgbClr val="FFFFFF"/>
                      </a:solidFill>
                      <a:prstDash val="solid"/>
                      <a:round/>
                      <a:headEnd type="none" w="med" len="med"/>
                      <a:tailEnd type="none" w="med" len="med"/>
                    </a:lnL>
                    <a:lnR w="11849" cap="flat" cmpd="sng" algn="ctr">
                      <a:solidFill>
                        <a:srgbClr val="FFFFFF"/>
                      </a:solidFill>
                      <a:prstDash val="solid"/>
                      <a:round/>
                      <a:headEnd type="none" w="med" len="med"/>
                      <a:tailEnd type="none" w="med" len="med"/>
                    </a:lnR>
                    <a:lnT w="11849" cap="flat" cmpd="sng" algn="ctr">
                      <a:solidFill>
                        <a:srgbClr val="FFFFFF"/>
                      </a:solidFill>
                      <a:prstDash val="solid"/>
                      <a:round/>
                      <a:headEnd type="none" w="med" len="med"/>
                      <a:tailEnd type="none" w="med" len="med"/>
                    </a:lnT>
                    <a:lnB w="11849" cap="flat" cmpd="sng" algn="ctr">
                      <a:solidFill>
                        <a:srgbClr val="FFFFFF"/>
                      </a:solidFill>
                      <a:prstDash val="solid"/>
                      <a:round/>
                      <a:headEnd type="none" w="med" len="med"/>
                      <a:tailEnd type="none" w="med" len="med"/>
                    </a:lnB>
                    <a:solidFill>
                      <a:srgbClr val="E7EAF1"/>
                    </a:solidFill>
                  </a:tcPr>
                </a:tc>
                <a:extLst>
                  <a:ext uri="{0D108BD9-81ED-4DB2-BD59-A6C34878D82A}">
                    <a16:rowId xmlns:a16="http://schemas.microsoft.com/office/drawing/2014/main" val="2910425681"/>
                  </a:ext>
                </a:extLst>
              </a:tr>
              <a:tr h="306153">
                <a:tc>
                  <a:txBody>
                    <a:bodyPr/>
                    <a:lstStyle/>
                    <a:p>
                      <a:pPr rtl="0" fontAlgn="base">
                        <a:lnSpc>
                          <a:spcPts val="1575"/>
                        </a:lnSpc>
                      </a:pPr>
                      <a:r>
                        <a:rPr lang="en-US" sz="1400">
                          <a:solidFill>
                            <a:srgbClr val="6E6E6E"/>
                          </a:solidFill>
                          <a:effectLst/>
                          <a:latin typeface="Calibri Light"/>
                        </a:rPr>
                        <a:t>2</a:t>
                      </a:r>
                      <a:endParaRPr lang="en-US">
                        <a:effectLst/>
                        <a:latin typeface="Calibri Light"/>
                      </a:endParaRPr>
                    </a:p>
                  </a:txBody>
                  <a:tcPr marL="85344" marR="85344" marT="42672" marB="42672">
                    <a:lnL w="11849" cap="flat" cmpd="sng" algn="ctr">
                      <a:solidFill>
                        <a:srgbClr val="FFFFFF"/>
                      </a:solidFill>
                      <a:prstDash val="solid"/>
                      <a:round/>
                      <a:headEnd type="none" w="med" len="med"/>
                      <a:tailEnd type="none" w="med" len="med"/>
                    </a:lnL>
                    <a:lnR w="11849" cap="flat" cmpd="sng" algn="ctr">
                      <a:solidFill>
                        <a:srgbClr val="FFFFFF"/>
                      </a:solidFill>
                      <a:prstDash val="solid"/>
                      <a:round/>
                      <a:headEnd type="none" w="med" len="med"/>
                      <a:tailEnd type="none" w="med" len="med"/>
                    </a:lnR>
                    <a:lnT w="11849" cap="flat" cmpd="sng" algn="ctr">
                      <a:solidFill>
                        <a:srgbClr val="FFFFFF"/>
                      </a:solidFill>
                      <a:prstDash val="solid"/>
                      <a:round/>
                      <a:headEnd type="none" w="med" len="med"/>
                      <a:tailEnd type="none" w="med" len="med"/>
                    </a:lnT>
                    <a:lnB w="11849" cap="flat" cmpd="sng" algn="ctr">
                      <a:solidFill>
                        <a:srgbClr val="FFFFFF"/>
                      </a:solidFill>
                      <a:prstDash val="solid"/>
                      <a:round/>
                      <a:headEnd type="none" w="med" len="med"/>
                      <a:tailEnd type="none" w="med" len="med"/>
                    </a:lnB>
                    <a:solidFill>
                      <a:srgbClr val="CBD3E1"/>
                    </a:solidFill>
                  </a:tcPr>
                </a:tc>
                <a:tc>
                  <a:txBody>
                    <a:bodyPr/>
                    <a:lstStyle/>
                    <a:p>
                      <a:pPr rtl="0" fontAlgn="base">
                        <a:lnSpc>
                          <a:spcPts val="1575"/>
                        </a:lnSpc>
                      </a:pPr>
                      <a:r>
                        <a:rPr lang="en-US" sz="1400">
                          <a:solidFill>
                            <a:srgbClr val="6E6E6E"/>
                          </a:solidFill>
                          <a:effectLst/>
                          <a:latin typeface="Calibri Light"/>
                        </a:rPr>
                        <a:t>Beyond scope of source address</a:t>
                      </a:r>
                      <a:endParaRPr lang="en-US">
                        <a:effectLst/>
                        <a:latin typeface="Calibri Light"/>
                      </a:endParaRPr>
                    </a:p>
                  </a:txBody>
                  <a:tcPr marL="85344" marR="85344" marT="42672" marB="42672">
                    <a:lnL w="11849" cap="flat" cmpd="sng" algn="ctr">
                      <a:solidFill>
                        <a:srgbClr val="FFFFFF"/>
                      </a:solidFill>
                      <a:prstDash val="solid"/>
                      <a:round/>
                      <a:headEnd type="none" w="med" len="med"/>
                      <a:tailEnd type="none" w="med" len="med"/>
                    </a:lnL>
                    <a:lnR w="11849" cap="flat" cmpd="sng" algn="ctr">
                      <a:solidFill>
                        <a:srgbClr val="FFFFFF"/>
                      </a:solidFill>
                      <a:prstDash val="solid"/>
                      <a:round/>
                      <a:headEnd type="none" w="med" len="med"/>
                      <a:tailEnd type="none" w="med" len="med"/>
                    </a:lnR>
                    <a:lnT w="11849" cap="flat" cmpd="sng" algn="ctr">
                      <a:solidFill>
                        <a:srgbClr val="FFFFFF"/>
                      </a:solidFill>
                      <a:prstDash val="solid"/>
                      <a:round/>
                      <a:headEnd type="none" w="med" len="med"/>
                      <a:tailEnd type="none" w="med" len="med"/>
                    </a:lnT>
                    <a:lnB w="11849" cap="flat" cmpd="sng" algn="ctr">
                      <a:solidFill>
                        <a:srgbClr val="FFFFFF"/>
                      </a:solidFill>
                      <a:prstDash val="solid"/>
                      <a:round/>
                      <a:headEnd type="none" w="med" len="med"/>
                      <a:tailEnd type="none" w="med" len="med"/>
                    </a:lnB>
                    <a:solidFill>
                      <a:srgbClr val="CBD3E1"/>
                    </a:solidFill>
                  </a:tcPr>
                </a:tc>
                <a:extLst>
                  <a:ext uri="{0D108BD9-81ED-4DB2-BD59-A6C34878D82A}">
                    <a16:rowId xmlns:a16="http://schemas.microsoft.com/office/drawing/2014/main" val="477675970"/>
                  </a:ext>
                </a:extLst>
              </a:tr>
              <a:tr h="306153">
                <a:tc>
                  <a:txBody>
                    <a:bodyPr/>
                    <a:lstStyle/>
                    <a:p>
                      <a:pPr rtl="0" fontAlgn="base">
                        <a:lnSpc>
                          <a:spcPts val="1575"/>
                        </a:lnSpc>
                      </a:pPr>
                      <a:r>
                        <a:rPr lang="en-US" sz="1400">
                          <a:effectLst/>
                          <a:latin typeface="Calibri Light"/>
                        </a:rPr>
                        <a:t>3</a:t>
                      </a:r>
                      <a:endParaRPr lang="en-US">
                        <a:effectLst/>
                        <a:latin typeface="Calibri Light"/>
                      </a:endParaRPr>
                    </a:p>
                  </a:txBody>
                  <a:tcPr marL="85344" marR="85344" marT="42672" marB="42672">
                    <a:lnL w="11849" cap="flat" cmpd="sng" algn="ctr">
                      <a:solidFill>
                        <a:srgbClr val="FFFFFF"/>
                      </a:solidFill>
                      <a:prstDash val="solid"/>
                      <a:round/>
                      <a:headEnd type="none" w="med" len="med"/>
                      <a:tailEnd type="none" w="med" len="med"/>
                    </a:lnL>
                    <a:lnR w="11849" cap="flat" cmpd="sng" algn="ctr">
                      <a:solidFill>
                        <a:srgbClr val="FFFFFF"/>
                      </a:solidFill>
                      <a:prstDash val="solid"/>
                      <a:round/>
                      <a:headEnd type="none" w="med" len="med"/>
                      <a:tailEnd type="none" w="med" len="med"/>
                    </a:lnR>
                    <a:lnT w="11849" cap="flat" cmpd="sng" algn="ctr">
                      <a:solidFill>
                        <a:srgbClr val="FFFFFF"/>
                      </a:solidFill>
                      <a:prstDash val="solid"/>
                      <a:round/>
                      <a:headEnd type="none" w="med" len="med"/>
                      <a:tailEnd type="none" w="med" len="med"/>
                    </a:lnT>
                    <a:lnB w="11849" cap="flat" cmpd="sng" algn="ctr">
                      <a:solidFill>
                        <a:srgbClr val="FFFFFF"/>
                      </a:solidFill>
                      <a:prstDash val="solid"/>
                      <a:round/>
                      <a:headEnd type="none" w="med" len="med"/>
                      <a:tailEnd type="none" w="med" len="med"/>
                    </a:lnB>
                    <a:solidFill>
                      <a:srgbClr val="E7EAF1"/>
                    </a:solidFill>
                  </a:tcPr>
                </a:tc>
                <a:tc>
                  <a:txBody>
                    <a:bodyPr/>
                    <a:lstStyle/>
                    <a:p>
                      <a:pPr rtl="0" fontAlgn="base">
                        <a:lnSpc>
                          <a:spcPts val="1575"/>
                        </a:lnSpc>
                      </a:pPr>
                      <a:r>
                        <a:rPr lang="en-US" sz="1400">
                          <a:effectLst/>
                          <a:latin typeface="Calibri Light"/>
                        </a:rPr>
                        <a:t>Address unreachable</a:t>
                      </a:r>
                      <a:endParaRPr lang="en-US">
                        <a:effectLst/>
                        <a:latin typeface="Calibri Light"/>
                      </a:endParaRPr>
                    </a:p>
                  </a:txBody>
                  <a:tcPr marL="85344" marR="85344" marT="42672" marB="42672">
                    <a:lnL w="11849" cap="flat" cmpd="sng" algn="ctr">
                      <a:solidFill>
                        <a:srgbClr val="FFFFFF"/>
                      </a:solidFill>
                      <a:prstDash val="solid"/>
                      <a:round/>
                      <a:headEnd type="none" w="med" len="med"/>
                      <a:tailEnd type="none" w="med" len="med"/>
                    </a:lnL>
                    <a:lnR w="11849" cap="flat" cmpd="sng" algn="ctr">
                      <a:solidFill>
                        <a:srgbClr val="FFFFFF"/>
                      </a:solidFill>
                      <a:prstDash val="solid"/>
                      <a:round/>
                      <a:headEnd type="none" w="med" len="med"/>
                      <a:tailEnd type="none" w="med" len="med"/>
                    </a:lnR>
                    <a:lnT w="11849" cap="flat" cmpd="sng" algn="ctr">
                      <a:solidFill>
                        <a:srgbClr val="FFFFFF"/>
                      </a:solidFill>
                      <a:prstDash val="solid"/>
                      <a:round/>
                      <a:headEnd type="none" w="med" len="med"/>
                      <a:tailEnd type="none" w="med" len="med"/>
                    </a:lnT>
                    <a:lnB w="11849" cap="flat" cmpd="sng" algn="ctr">
                      <a:solidFill>
                        <a:srgbClr val="FFFFFF"/>
                      </a:solidFill>
                      <a:prstDash val="solid"/>
                      <a:round/>
                      <a:headEnd type="none" w="med" len="med"/>
                      <a:tailEnd type="none" w="med" len="med"/>
                    </a:lnB>
                    <a:solidFill>
                      <a:srgbClr val="E7EAF1"/>
                    </a:solidFill>
                  </a:tcPr>
                </a:tc>
                <a:extLst>
                  <a:ext uri="{0D108BD9-81ED-4DB2-BD59-A6C34878D82A}">
                    <a16:rowId xmlns:a16="http://schemas.microsoft.com/office/drawing/2014/main" val="451151538"/>
                  </a:ext>
                </a:extLst>
              </a:tr>
              <a:tr h="306153">
                <a:tc>
                  <a:txBody>
                    <a:bodyPr/>
                    <a:lstStyle/>
                    <a:p>
                      <a:pPr rtl="0" fontAlgn="base">
                        <a:lnSpc>
                          <a:spcPts val="1575"/>
                        </a:lnSpc>
                      </a:pPr>
                      <a:r>
                        <a:rPr lang="en-US" sz="1400">
                          <a:effectLst/>
                          <a:latin typeface="Calibri Light"/>
                        </a:rPr>
                        <a:t>4</a:t>
                      </a:r>
                      <a:endParaRPr lang="en-US">
                        <a:effectLst/>
                        <a:latin typeface="Calibri Light"/>
                      </a:endParaRPr>
                    </a:p>
                  </a:txBody>
                  <a:tcPr marL="85344" marR="85344" marT="42672" marB="42672">
                    <a:lnL w="11849" cap="flat" cmpd="sng" algn="ctr">
                      <a:solidFill>
                        <a:srgbClr val="FFFFFF"/>
                      </a:solidFill>
                      <a:prstDash val="solid"/>
                      <a:round/>
                      <a:headEnd type="none" w="med" len="med"/>
                      <a:tailEnd type="none" w="med" len="med"/>
                    </a:lnL>
                    <a:lnR w="11849" cap="flat" cmpd="sng" algn="ctr">
                      <a:solidFill>
                        <a:srgbClr val="FFFFFF"/>
                      </a:solidFill>
                      <a:prstDash val="solid"/>
                      <a:round/>
                      <a:headEnd type="none" w="med" len="med"/>
                      <a:tailEnd type="none" w="med" len="med"/>
                    </a:lnR>
                    <a:lnT w="11849" cap="flat" cmpd="sng" algn="ctr">
                      <a:solidFill>
                        <a:srgbClr val="FFFFFF"/>
                      </a:solidFill>
                      <a:prstDash val="solid"/>
                      <a:round/>
                      <a:headEnd type="none" w="med" len="med"/>
                      <a:tailEnd type="none" w="med" len="med"/>
                    </a:lnT>
                    <a:lnB w="11849" cap="flat" cmpd="sng" algn="ctr">
                      <a:solidFill>
                        <a:srgbClr val="FFFFFF"/>
                      </a:solidFill>
                      <a:prstDash val="solid"/>
                      <a:round/>
                      <a:headEnd type="none" w="med" len="med"/>
                      <a:tailEnd type="none" w="med" len="med"/>
                    </a:lnB>
                    <a:solidFill>
                      <a:srgbClr val="CBD3E1"/>
                    </a:solidFill>
                  </a:tcPr>
                </a:tc>
                <a:tc>
                  <a:txBody>
                    <a:bodyPr/>
                    <a:lstStyle/>
                    <a:p>
                      <a:pPr rtl="0" fontAlgn="base">
                        <a:lnSpc>
                          <a:spcPts val="1575"/>
                        </a:lnSpc>
                      </a:pPr>
                      <a:r>
                        <a:rPr lang="en-US" sz="1400">
                          <a:effectLst/>
                          <a:latin typeface="Calibri Light"/>
                        </a:rPr>
                        <a:t>Port unreachable</a:t>
                      </a:r>
                      <a:endParaRPr lang="en-US">
                        <a:effectLst/>
                        <a:latin typeface="Calibri Light"/>
                      </a:endParaRPr>
                    </a:p>
                  </a:txBody>
                  <a:tcPr marL="85344" marR="85344" marT="42672" marB="42672">
                    <a:lnL w="11849" cap="flat" cmpd="sng" algn="ctr">
                      <a:solidFill>
                        <a:srgbClr val="FFFFFF"/>
                      </a:solidFill>
                      <a:prstDash val="solid"/>
                      <a:round/>
                      <a:headEnd type="none" w="med" len="med"/>
                      <a:tailEnd type="none" w="med" len="med"/>
                    </a:lnL>
                    <a:lnR w="11849" cap="flat" cmpd="sng" algn="ctr">
                      <a:solidFill>
                        <a:srgbClr val="FFFFFF"/>
                      </a:solidFill>
                      <a:prstDash val="solid"/>
                      <a:round/>
                      <a:headEnd type="none" w="med" len="med"/>
                      <a:tailEnd type="none" w="med" len="med"/>
                    </a:lnR>
                    <a:lnT w="11849" cap="flat" cmpd="sng" algn="ctr">
                      <a:solidFill>
                        <a:srgbClr val="FFFFFF"/>
                      </a:solidFill>
                      <a:prstDash val="solid"/>
                      <a:round/>
                      <a:headEnd type="none" w="med" len="med"/>
                      <a:tailEnd type="none" w="med" len="med"/>
                    </a:lnT>
                    <a:lnB w="11849" cap="flat" cmpd="sng" algn="ctr">
                      <a:solidFill>
                        <a:srgbClr val="FFFFFF"/>
                      </a:solidFill>
                      <a:prstDash val="solid"/>
                      <a:round/>
                      <a:headEnd type="none" w="med" len="med"/>
                      <a:tailEnd type="none" w="med" len="med"/>
                    </a:lnB>
                    <a:solidFill>
                      <a:srgbClr val="CBD3E1"/>
                    </a:solidFill>
                  </a:tcPr>
                </a:tc>
                <a:extLst>
                  <a:ext uri="{0D108BD9-81ED-4DB2-BD59-A6C34878D82A}">
                    <a16:rowId xmlns:a16="http://schemas.microsoft.com/office/drawing/2014/main" val="3975174085"/>
                  </a:ext>
                </a:extLst>
              </a:tr>
              <a:tr h="306153">
                <a:tc>
                  <a:txBody>
                    <a:bodyPr/>
                    <a:lstStyle/>
                    <a:p>
                      <a:pPr rtl="0" fontAlgn="base">
                        <a:lnSpc>
                          <a:spcPts val="1575"/>
                        </a:lnSpc>
                      </a:pPr>
                      <a:r>
                        <a:rPr lang="en-US" sz="1400">
                          <a:effectLst/>
                          <a:latin typeface="Calibri Light"/>
                        </a:rPr>
                        <a:t>5</a:t>
                      </a:r>
                      <a:endParaRPr lang="en-US">
                        <a:effectLst/>
                        <a:latin typeface="Calibri Light"/>
                      </a:endParaRPr>
                    </a:p>
                  </a:txBody>
                  <a:tcPr marL="85344" marR="85344" marT="42672" marB="42672">
                    <a:lnL w="11849" cap="flat" cmpd="sng" algn="ctr">
                      <a:solidFill>
                        <a:srgbClr val="FFFFFF"/>
                      </a:solidFill>
                      <a:prstDash val="solid"/>
                      <a:round/>
                      <a:headEnd type="none" w="med" len="med"/>
                      <a:tailEnd type="none" w="med" len="med"/>
                    </a:lnL>
                    <a:lnR w="11849" cap="flat" cmpd="sng" algn="ctr">
                      <a:solidFill>
                        <a:srgbClr val="FFFFFF"/>
                      </a:solidFill>
                      <a:prstDash val="solid"/>
                      <a:round/>
                      <a:headEnd type="none" w="med" len="med"/>
                      <a:tailEnd type="none" w="med" len="med"/>
                    </a:lnR>
                    <a:lnT w="11849" cap="flat" cmpd="sng" algn="ctr">
                      <a:solidFill>
                        <a:srgbClr val="FFFFFF"/>
                      </a:solidFill>
                      <a:prstDash val="solid"/>
                      <a:round/>
                      <a:headEnd type="none" w="med" len="med"/>
                      <a:tailEnd type="none" w="med" len="med"/>
                    </a:lnT>
                    <a:lnB w="11849" cap="flat" cmpd="sng" algn="ctr">
                      <a:solidFill>
                        <a:srgbClr val="FFFFFF"/>
                      </a:solidFill>
                      <a:prstDash val="solid"/>
                      <a:round/>
                      <a:headEnd type="none" w="med" len="med"/>
                      <a:tailEnd type="none" w="med" len="med"/>
                    </a:lnB>
                    <a:solidFill>
                      <a:srgbClr val="E7EAF1"/>
                    </a:solidFill>
                  </a:tcPr>
                </a:tc>
                <a:tc>
                  <a:txBody>
                    <a:bodyPr/>
                    <a:lstStyle/>
                    <a:p>
                      <a:pPr rtl="0" fontAlgn="base">
                        <a:lnSpc>
                          <a:spcPts val="1575"/>
                        </a:lnSpc>
                      </a:pPr>
                      <a:r>
                        <a:rPr lang="en-US" sz="1400">
                          <a:effectLst/>
                          <a:latin typeface="Calibri Light"/>
                        </a:rPr>
                        <a:t>Source address failed ingress/egress policy</a:t>
                      </a:r>
                      <a:endParaRPr lang="en-US">
                        <a:effectLst/>
                        <a:latin typeface="Calibri Light"/>
                      </a:endParaRPr>
                    </a:p>
                  </a:txBody>
                  <a:tcPr marL="85344" marR="85344" marT="42672" marB="42672">
                    <a:lnL w="11849" cap="flat" cmpd="sng" algn="ctr">
                      <a:solidFill>
                        <a:srgbClr val="FFFFFF"/>
                      </a:solidFill>
                      <a:prstDash val="solid"/>
                      <a:round/>
                      <a:headEnd type="none" w="med" len="med"/>
                      <a:tailEnd type="none" w="med" len="med"/>
                    </a:lnL>
                    <a:lnR w="11849" cap="flat" cmpd="sng" algn="ctr">
                      <a:solidFill>
                        <a:srgbClr val="FFFFFF"/>
                      </a:solidFill>
                      <a:prstDash val="solid"/>
                      <a:round/>
                      <a:headEnd type="none" w="med" len="med"/>
                      <a:tailEnd type="none" w="med" len="med"/>
                    </a:lnR>
                    <a:lnT w="11849" cap="flat" cmpd="sng" algn="ctr">
                      <a:solidFill>
                        <a:srgbClr val="FFFFFF"/>
                      </a:solidFill>
                      <a:prstDash val="solid"/>
                      <a:round/>
                      <a:headEnd type="none" w="med" len="med"/>
                      <a:tailEnd type="none" w="med" len="med"/>
                    </a:lnT>
                    <a:lnB w="11849" cap="flat" cmpd="sng" algn="ctr">
                      <a:solidFill>
                        <a:srgbClr val="FFFFFF"/>
                      </a:solidFill>
                      <a:prstDash val="solid"/>
                      <a:round/>
                      <a:headEnd type="none" w="med" len="med"/>
                      <a:tailEnd type="none" w="med" len="med"/>
                    </a:lnB>
                    <a:solidFill>
                      <a:srgbClr val="E7EAF1"/>
                    </a:solidFill>
                  </a:tcPr>
                </a:tc>
                <a:extLst>
                  <a:ext uri="{0D108BD9-81ED-4DB2-BD59-A6C34878D82A}">
                    <a16:rowId xmlns:a16="http://schemas.microsoft.com/office/drawing/2014/main" val="2802155960"/>
                  </a:ext>
                </a:extLst>
              </a:tr>
              <a:tr h="306153">
                <a:tc>
                  <a:txBody>
                    <a:bodyPr/>
                    <a:lstStyle/>
                    <a:p>
                      <a:pPr rtl="0" fontAlgn="base">
                        <a:lnSpc>
                          <a:spcPts val="1575"/>
                        </a:lnSpc>
                      </a:pPr>
                      <a:r>
                        <a:rPr lang="en-US" sz="1400" b="0">
                          <a:effectLst/>
                          <a:latin typeface="Calibri Light"/>
                        </a:rPr>
                        <a:t>6</a:t>
                      </a:r>
                      <a:endParaRPr lang="en-US" b="0">
                        <a:effectLst/>
                        <a:latin typeface="Calibri Light"/>
                      </a:endParaRPr>
                    </a:p>
                  </a:txBody>
                  <a:tcPr marL="85344" marR="85344" marT="42672" marB="42672">
                    <a:lnL w="11849" cap="flat" cmpd="sng" algn="ctr">
                      <a:solidFill>
                        <a:srgbClr val="FFFFFF"/>
                      </a:solidFill>
                      <a:prstDash val="solid"/>
                      <a:round/>
                      <a:headEnd type="none" w="med" len="med"/>
                      <a:tailEnd type="none" w="med" len="med"/>
                    </a:lnL>
                    <a:lnR w="11849" cap="flat" cmpd="sng" algn="ctr">
                      <a:solidFill>
                        <a:srgbClr val="FFFFFF"/>
                      </a:solidFill>
                      <a:prstDash val="solid"/>
                      <a:round/>
                      <a:headEnd type="none" w="med" len="med"/>
                      <a:tailEnd type="none" w="med" len="med"/>
                    </a:lnR>
                    <a:lnT w="11849" cap="flat" cmpd="sng" algn="ctr">
                      <a:solidFill>
                        <a:srgbClr val="FFFFFF"/>
                      </a:solidFill>
                      <a:prstDash val="solid"/>
                      <a:round/>
                      <a:headEnd type="none" w="med" len="med"/>
                      <a:tailEnd type="none" w="med" len="med"/>
                    </a:lnT>
                    <a:lnB w="11849" cap="flat" cmpd="sng" algn="ctr">
                      <a:solidFill>
                        <a:srgbClr val="FFFFFF"/>
                      </a:solidFill>
                      <a:prstDash val="solid"/>
                      <a:round/>
                      <a:headEnd type="none" w="med" len="med"/>
                      <a:tailEnd type="none" w="med" len="med"/>
                    </a:lnB>
                    <a:solidFill>
                      <a:srgbClr val="CBD3E1"/>
                    </a:solidFill>
                  </a:tcPr>
                </a:tc>
                <a:tc>
                  <a:txBody>
                    <a:bodyPr/>
                    <a:lstStyle/>
                    <a:p>
                      <a:pPr rtl="0" fontAlgn="base">
                        <a:lnSpc>
                          <a:spcPts val="1575"/>
                        </a:lnSpc>
                      </a:pPr>
                      <a:r>
                        <a:rPr lang="en-US" sz="1400" b="0">
                          <a:effectLst/>
                          <a:latin typeface="Calibri Light"/>
                        </a:rPr>
                        <a:t>Reject route to destination</a:t>
                      </a:r>
                      <a:endParaRPr lang="en-US" b="0">
                        <a:effectLst/>
                        <a:latin typeface="Calibri Light"/>
                      </a:endParaRPr>
                    </a:p>
                  </a:txBody>
                  <a:tcPr marL="85344" marR="85344" marT="42672" marB="42672">
                    <a:lnL w="11849" cap="flat" cmpd="sng" algn="ctr">
                      <a:solidFill>
                        <a:srgbClr val="FFFFFF"/>
                      </a:solidFill>
                      <a:prstDash val="solid"/>
                      <a:round/>
                      <a:headEnd type="none" w="med" len="med"/>
                      <a:tailEnd type="none" w="med" len="med"/>
                    </a:lnL>
                    <a:lnR w="11849" cap="flat" cmpd="sng" algn="ctr">
                      <a:solidFill>
                        <a:srgbClr val="FFFFFF"/>
                      </a:solidFill>
                      <a:prstDash val="solid"/>
                      <a:round/>
                      <a:headEnd type="none" w="med" len="med"/>
                      <a:tailEnd type="none" w="med" len="med"/>
                    </a:lnR>
                    <a:lnT w="11849" cap="flat" cmpd="sng" algn="ctr">
                      <a:solidFill>
                        <a:srgbClr val="FFFFFF"/>
                      </a:solidFill>
                      <a:prstDash val="solid"/>
                      <a:round/>
                      <a:headEnd type="none" w="med" len="med"/>
                      <a:tailEnd type="none" w="med" len="med"/>
                    </a:lnT>
                    <a:lnB w="11849" cap="flat" cmpd="sng" algn="ctr">
                      <a:solidFill>
                        <a:srgbClr val="FFFFFF"/>
                      </a:solidFill>
                      <a:prstDash val="solid"/>
                      <a:round/>
                      <a:headEnd type="none" w="med" len="med"/>
                      <a:tailEnd type="none" w="med" len="med"/>
                    </a:lnB>
                    <a:solidFill>
                      <a:srgbClr val="CBD3E1"/>
                    </a:solidFill>
                  </a:tcPr>
                </a:tc>
                <a:extLst>
                  <a:ext uri="{0D108BD9-81ED-4DB2-BD59-A6C34878D82A}">
                    <a16:rowId xmlns:a16="http://schemas.microsoft.com/office/drawing/2014/main" val="155087350"/>
                  </a:ext>
                </a:extLst>
              </a:tr>
            </a:tbl>
          </a:graphicData>
        </a:graphic>
      </p:graphicFrame>
      <p:sp>
        <p:nvSpPr>
          <p:cNvPr id="7" name="Foliennummernplatzhalter 4">
            <a:extLst>
              <a:ext uri="{FF2B5EF4-FFF2-40B4-BE49-F238E27FC236}">
                <a16:creationId xmlns:a16="http://schemas.microsoft.com/office/drawing/2014/main" id="{4D97BFE6-24FD-3B03-1A53-226CBE1922D8}"/>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a:solidFill>
                  <a:schemeClr val="bg1"/>
                </a:solidFill>
                <a:cs typeface="Calibri Light"/>
              </a:rPr>
              <a:t>3</a:t>
            </a:r>
          </a:p>
        </p:txBody>
      </p:sp>
    </p:spTree>
    <p:extLst>
      <p:ext uri="{BB962C8B-B14F-4D97-AF65-F5344CB8AC3E}">
        <p14:creationId xmlns:p14="http://schemas.microsoft.com/office/powerpoint/2010/main" val="9348732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DD3D0A-4BE3-EC27-B282-2B71E13A5D64}"/>
              </a:ext>
            </a:extLst>
          </p:cNvPr>
          <p:cNvSpPr/>
          <p:nvPr/>
        </p:nvSpPr>
        <p:spPr>
          <a:xfrm>
            <a:off x="158670" y="192672"/>
            <a:ext cx="1960723" cy="6460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D06F07BA-65E8-61B1-849B-E13EC3C2C102}"/>
              </a:ext>
            </a:extLst>
          </p:cNvPr>
          <p:cNvSpPr txBox="1">
            <a:spLocks/>
          </p:cNvSpPr>
          <p:nvPr/>
        </p:nvSpPr>
        <p:spPr>
          <a:xfrm>
            <a:off x="3226554" y="187302"/>
            <a:ext cx="6847874" cy="4865269"/>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solidFill>
                  <a:schemeClr val="bg1"/>
                </a:solidFill>
                <a:latin typeface="Consolas"/>
                <a:ea typeface="MS PGothic"/>
                <a:cs typeface="Arial"/>
              </a:rPr>
              <a:t>  </a:t>
            </a:r>
            <a:r>
              <a:rPr lang="en-US" sz="1200">
                <a:solidFill>
                  <a:srgbClr val="000000"/>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6   </a:t>
            </a:r>
            <a:r>
              <a:rPr lang="en-US" sz="1200">
                <a:solidFill>
                  <a:schemeClr val="bg2">
                    <a:lumMod val="76000"/>
                  </a:schemeClr>
                </a:solidFill>
                <a:latin typeface="Consolas"/>
                <a:ea typeface="MS PGothic"/>
                <a:cs typeface="Arial"/>
              </a:rPr>
              <a:t>| Traffic Class |           Flow Label                  |</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Payload Length</a:t>
            </a:r>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58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56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2001:db8:200:1000::ab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2001:db8:5ba::1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3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0       </a:t>
            </a:r>
            <a:r>
              <a:rPr lang="en-US" sz="1200">
                <a:solidFill>
                  <a:schemeClr val="bg2">
                    <a:lumMod val="76000"/>
                  </a:schemeClr>
                </a:solidFill>
                <a:latin typeface="Consolas"/>
                <a:ea typeface="MS PGothic"/>
                <a:cs typeface="Arial"/>
              </a:rPr>
              <a:t>|          Checksum             |</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           Identifier          |        Sequence Number        |</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a:t>
            </a:r>
            <a:r>
              <a:rPr lang="en-US" sz="1200" b="1">
                <a:solidFill>
                  <a:schemeClr val="bg1"/>
                </a:solidFill>
                <a:latin typeface="Consolas"/>
                <a:ea typeface="MS PGothic"/>
                <a:cs typeface="Arial"/>
              </a:rPr>
              <a:t> </a:t>
            </a:r>
            <a:r>
              <a:rPr lang="en-US" sz="2800">
                <a:solidFill>
                  <a:schemeClr val="bg1"/>
                </a:solidFill>
                <a:latin typeface="Calibri"/>
                <a:ea typeface="MS PGothic"/>
                <a:cs typeface="Arial"/>
              </a:rPr>
              <a:t>Time Exceeded</a:t>
            </a:r>
            <a:r>
              <a:rPr lang="en-US" sz="2800" b="1">
                <a:solidFill>
                  <a:schemeClr val="bg1"/>
                </a:solidFill>
                <a:latin typeface="Arial"/>
                <a:ea typeface="MS PGothic"/>
                <a:cs typeface="Arial"/>
              </a:rPr>
              <a:t>  </a:t>
            </a:r>
            <a:r>
              <a:rPr lang="en-US" sz="1200" b="1">
                <a:solidFill>
                  <a:schemeClr val="bg1"/>
                </a:solidFill>
                <a:latin typeface="Arial"/>
                <a:ea typeface="MS PGothic"/>
                <a:cs typeface="Arial"/>
              </a:rPr>
              <a:t>                     </a:t>
            </a:r>
            <a:endParaRPr lang="en-US">
              <a:solidFill>
                <a:schemeClr val="bg1"/>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p:txBody>
      </p:sp>
      <p:sp>
        <p:nvSpPr>
          <p:cNvPr id="4" name="Rectangle 3">
            <a:extLst>
              <a:ext uri="{FF2B5EF4-FFF2-40B4-BE49-F238E27FC236}">
                <a16:creationId xmlns:a16="http://schemas.microsoft.com/office/drawing/2014/main" id="{5F6F93B9-E65F-2F2A-B020-D5CD312644E3}"/>
              </a:ext>
            </a:extLst>
          </p:cNvPr>
          <p:cNvSpPr/>
          <p:nvPr/>
        </p:nvSpPr>
        <p:spPr>
          <a:xfrm>
            <a:off x="3520848" y="2619375"/>
            <a:ext cx="2826204" cy="153760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4E15835-D6F6-0046-6E9C-F7A76C4091D1}"/>
              </a:ext>
            </a:extLst>
          </p:cNvPr>
          <p:cNvSpPr/>
          <p:nvPr/>
        </p:nvSpPr>
        <p:spPr>
          <a:xfrm>
            <a:off x="-1700" y="-1700"/>
            <a:ext cx="3387703" cy="51493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DFCBE24-14C0-8266-3598-B15B3A55C332}"/>
              </a:ext>
            </a:extLst>
          </p:cNvPr>
          <p:cNvSpPr txBox="1"/>
          <p:nvPr/>
        </p:nvSpPr>
        <p:spPr>
          <a:xfrm rot="1140000">
            <a:off x="1372529" y="823739"/>
            <a:ext cx="105911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4000">
                <a:latin typeface="Arial"/>
                <a:cs typeface="Arial"/>
              </a:rPr>
              <a:t>🧐</a:t>
            </a:r>
            <a:endParaRPr lang="en-US" sz="4000"/>
          </a:p>
        </p:txBody>
      </p:sp>
      <p:graphicFrame>
        <p:nvGraphicFramePr>
          <p:cNvPr id="7" name="Table 6">
            <a:extLst>
              <a:ext uri="{FF2B5EF4-FFF2-40B4-BE49-F238E27FC236}">
                <a16:creationId xmlns:a16="http://schemas.microsoft.com/office/drawing/2014/main" id="{C47CB289-A0B0-C460-BBCB-72FE86DECFC6}"/>
              </a:ext>
            </a:extLst>
          </p:cNvPr>
          <p:cNvGraphicFramePr>
            <a:graphicFrameLocks noGrp="1"/>
          </p:cNvGraphicFramePr>
          <p:nvPr>
            <p:extLst>
              <p:ext uri="{D42A27DB-BD31-4B8C-83A1-F6EECF244321}">
                <p14:modId xmlns:p14="http://schemas.microsoft.com/office/powerpoint/2010/main" val="1501517096"/>
              </p:ext>
            </p:extLst>
          </p:nvPr>
        </p:nvGraphicFramePr>
        <p:xfrm>
          <a:off x="154214" y="1351643"/>
          <a:ext cx="3140649" cy="2753047"/>
        </p:xfrm>
        <a:graphic>
          <a:graphicData uri="http://schemas.openxmlformats.org/drawingml/2006/table">
            <a:tbl>
              <a:tblPr firstRow="1" bandRow="1">
                <a:tableStyleId>{69012ECD-51FC-41F1-AA8D-1B2483CD663E}</a:tableStyleId>
              </a:tblPr>
              <a:tblGrid>
                <a:gridCol w="531529">
                  <a:extLst>
                    <a:ext uri="{9D8B030D-6E8A-4147-A177-3AD203B41FA5}">
                      <a16:colId xmlns:a16="http://schemas.microsoft.com/office/drawing/2014/main" val="2815775742"/>
                    </a:ext>
                  </a:extLst>
                </a:gridCol>
                <a:gridCol w="1118335">
                  <a:extLst>
                    <a:ext uri="{9D8B030D-6E8A-4147-A177-3AD203B41FA5}">
                      <a16:colId xmlns:a16="http://schemas.microsoft.com/office/drawing/2014/main" val="2207257522"/>
                    </a:ext>
                  </a:extLst>
                </a:gridCol>
                <a:gridCol w="688861">
                  <a:extLst>
                    <a:ext uri="{9D8B030D-6E8A-4147-A177-3AD203B41FA5}">
                      <a16:colId xmlns:a16="http://schemas.microsoft.com/office/drawing/2014/main" val="767644956"/>
                    </a:ext>
                  </a:extLst>
                </a:gridCol>
                <a:gridCol w="801924">
                  <a:extLst>
                    <a:ext uri="{9D8B030D-6E8A-4147-A177-3AD203B41FA5}">
                      <a16:colId xmlns:a16="http://schemas.microsoft.com/office/drawing/2014/main" val="3457898125"/>
                    </a:ext>
                  </a:extLst>
                </a:gridCol>
              </a:tblGrid>
              <a:tr h="633357">
                <a:tc>
                  <a:txBody>
                    <a:bodyPr/>
                    <a:lstStyle/>
                    <a:p>
                      <a:r>
                        <a:rPr lang="en-US" sz="1600" err="1">
                          <a:solidFill>
                            <a:srgbClr val="FFFFFF"/>
                          </a:solidFill>
                        </a:rPr>
                        <a:t>Typ</a:t>
                      </a:r>
                      <a:endParaRPr lang="en-US" sz="1600">
                        <a:solidFill>
                          <a:srgbClr val="FFFFFF"/>
                        </a:solidFill>
                      </a:endParaRPr>
                    </a:p>
                  </a:txBody>
                  <a:tcPr/>
                </a:tc>
                <a:tc>
                  <a:txBody>
                    <a:bodyPr/>
                    <a:lstStyle/>
                    <a:p>
                      <a:pPr lvl="0">
                        <a:buNone/>
                      </a:pPr>
                      <a:r>
                        <a:rPr lang="en-US" sz="1600" b="1" i="0" u="none" strike="noStrike" noProof="0">
                          <a:solidFill>
                            <a:srgbClr val="FFFFFF"/>
                          </a:solidFill>
                          <a:latin typeface="Calibri Light"/>
                        </a:rPr>
                        <a:t>Error Message</a:t>
                      </a:r>
                      <a:endParaRPr lang="en-US" sz="1600" b="1"/>
                    </a:p>
                  </a:txBody>
                  <a:tcPr/>
                </a:tc>
                <a:tc>
                  <a:txBody>
                    <a:bodyPr/>
                    <a:lstStyle/>
                    <a:p>
                      <a:pPr lvl="0">
                        <a:buNone/>
                      </a:pPr>
                      <a:r>
                        <a:rPr lang="en-US" sz="1600" b="1" i="0" u="none" strike="noStrike" noProof="0">
                          <a:solidFill>
                            <a:srgbClr val="FFFFFF"/>
                          </a:solidFill>
                          <a:latin typeface="Calibri Light"/>
                        </a:rPr>
                        <a:t>Codes</a:t>
                      </a:r>
                    </a:p>
                  </a:txBody>
                  <a:tcPr/>
                </a:tc>
                <a:tc>
                  <a:txBody>
                    <a:bodyPr/>
                    <a:lstStyle/>
                    <a:p>
                      <a:pPr lvl="0">
                        <a:buNone/>
                      </a:pPr>
                      <a:r>
                        <a:rPr lang="en-US" sz="1600" b="1" i="0" u="none" strike="noStrike" noProof="0">
                          <a:solidFill>
                            <a:srgbClr val="FFFFFF"/>
                          </a:solidFill>
                          <a:latin typeface="Calibri Light"/>
                        </a:rPr>
                        <a:t>Level</a:t>
                      </a:r>
                    </a:p>
                  </a:txBody>
                  <a:tcPr/>
                </a:tc>
                <a:extLst>
                  <a:ext uri="{0D108BD9-81ED-4DB2-BD59-A6C34878D82A}">
                    <a16:rowId xmlns:a16="http://schemas.microsoft.com/office/drawing/2014/main" val="2985880085"/>
                  </a:ext>
                </a:extLst>
              </a:tr>
              <a:tr h="565210">
                <a:tc>
                  <a:txBody>
                    <a:bodyPr/>
                    <a:lstStyle/>
                    <a:p>
                      <a:r>
                        <a:rPr lang="en-US" sz="1400" b="0">
                          <a:solidFill>
                            <a:schemeClr val="tx1"/>
                          </a:solidFill>
                        </a:rPr>
                        <a:t>1</a:t>
                      </a:r>
                    </a:p>
                  </a:txBody>
                  <a:tcPr/>
                </a:tc>
                <a:tc>
                  <a:txBody>
                    <a:bodyPr/>
                    <a:lstStyle/>
                    <a:p>
                      <a:r>
                        <a:rPr lang="en-US" sz="1400" b="0">
                          <a:solidFill>
                            <a:schemeClr val="tx1"/>
                          </a:solidFill>
                        </a:rPr>
                        <a:t>Destination Unreachable</a:t>
                      </a:r>
                    </a:p>
                  </a:txBody>
                  <a:tcPr/>
                </a:tc>
                <a:tc>
                  <a:txBody>
                    <a:bodyPr/>
                    <a:lstStyle/>
                    <a:p>
                      <a:pPr lvl="0">
                        <a:buNone/>
                      </a:pPr>
                      <a:r>
                        <a:rPr lang="en-US" sz="1400" b="0">
                          <a:solidFill>
                            <a:schemeClr val="tx1"/>
                          </a:solidFill>
                        </a:rPr>
                        <a:t>7</a:t>
                      </a:r>
                    </a:p>
                  </a:txBody>
                  <a:tcPr/>
                </a:tc>
                <a:tc>
                  <a:txBody>
                    <a:bodyPr/>
                    <a:lstStyle/>
                    <a:p>
                      <a:pPr lvl="0">
                        <a:buNone/>
                      </a:pPr>
                      <a:r>
                        <a:rPr lang="en-US" sz="1400" b="0">
                          <a:solidFill>
                            <a:schemeClr val="tx1"/>
                          </a:solidFill>
                        </a:rPr>
                        <a:t>SHOULD</a:t>
                      </a:r>
                    </a:p>
                  </a:txBody>
                  <a:tcPr/>
                </a:tc>
                <a:extLst>
                  <a:ext uri="{0D108BD9-81ED-4DB2-BD59-A6C34878D82A}">
                    <a16:rowId xmlns:a16="http://schemas.microsoft.com/office/drawing/2014/main" val="4244573421"/>
                  </a:ext>
                </a:extLst>
              </a:tr>
              <a:tr h="489049">
                <a:tc>
                  <a:txBody>
                    <a:bodyPr/>
                    <a:lstStyle/>
                    <a:p>
                      <a:r>
                        <a:rPr lang="en-US" sz="1400">
                          <a:solidFill>
                            <a:schemeClr val="bg2">
                              <a:lumMod val="49000"/>
                            </a:schemeClr>
                          </a:solidFill>
                        </a:rPr>
                        <a:t>2</a:t>
                      </a:r>
                    </a:p>
                  </a:txBody>
                  <a:tcPr/>
                </a:tc>
                <a:tc>
                  <a:txBody>
                    <a:bodyPr/>
                    <a:lstStyle/>
                    <a:p>
                      <a:r>
                        <a:rPr lang="en-US" sz="1400">
                          <a:solidFill>
                            <a:schemeClr val="bg2">
                              <a:lumMod val="49000"/>
                            </a:schemeClr>
                          </a:solidFill>
                        </a:rPr>
                        <a:t>Packet Too Big</a:t>
                      </a:r>
                    </a:p>
                  </a:txBody>
                  <a:tcPr/>
                </a:tc>
                <a:tc>
                  <a:txBody>
                    <a:bodyPr/>
                    <a:lstStyle/>
                    <a:p>
                      <a:pPr lvl="0">
                        <a:buNone/>
                      </a:pPr>
                      <a:r>
                        <a:rPr lang="en-US" sz="1400">
                          <a:solidFill>
                            <a:schemeClr val="bg2">
                              <a:lumMod val="49000"/>
                            </a:schemeClr>
                          </a:solidFill>
                        </a:rPr>
                        <a:t>1</a:t>
                      </a:r>
                    </a:p>
                  </a:txBody>
                  <a:tcPr/>
                </a:tc>
                <a:tc>
                  <a:txBody>
                    <a:bodyPr/>
                    <a:lstStyle/>
                    <a:p>
                      <a:pPr lvl="0">
                        <a:buNone/>
                      </a:pPr>
                      <a:r>
                        <a:rPr lang="en-US" sz="1400">
                          <a:solidFill>
                            <a:schemeClr val="bg2">
                              <a:lumMod val="49000"/>
                            </a:schemeClr>
                          </a:solidFill>
                        </a:rPr>
                        <a:t>MUST</a:t>
                      </a:r>
                    </a:p>
                  </a:txBody>
                  <a:tcPr/>
                </a:tc>
                <a:extLst>
                  <a:ext uri="{0D108BD9-81ED-4DB2-BD59-A6C34878D82A}">
                    <a16:rowId xmlns:a16="http://schemas.microsoft.com/office/drawing/2014/main" val="3155723716"/>
                  </a:ext>
                </a:extLst>
              </a:tr>
              <a:tr h="489049">
                <a:tc>
                  <a:txBody>
                    <a:bodyPr/>
                    <a:lstStyle/>
                    <a:p>
                      <a:r>
                        <a:rPr lang="en-US" sz="1400" b="1">
                          <a:solidFill>
                            <a:schemeClr val="tx1"/>
                          </a:solidFill>
                        </a:rPr>
                        <a:t>3</a:t>
                      </a:r>
                    </a:p>
                  </a:txBody>
                  <a:tcPr/>
                </a:tc>
                <a:tc>
                  <a:txBody>
                    <a:bodyPr/>
                    <a:lstStyle/>
                    <a:p>
                      <a:r>
                        <a:rPr lang="en-US" sz="1400" b="1">
                          <a:solidFill>
                            <a:schemeClr val="tx1"/>
                          </a:solidFill>
                        </a:rPr>
                        <a:t>Time Exceeded</a:t>
                      </a:r>
                    </a:p>
                  </a:txBody>
                  <a:tcPr/>
                </a:tc>
                <a:tc>
                  <a:txBody>
                    <a:bodyPr/>
                    <a:lstStyle/>
                    <a:p>
                      <a:pPr lvl="0">
                        <a:buNone/>
                      </a:pPr>
                      <a:r>
                        <a:rPr lang="en-US" sz="1400" b="1">
                          <a:solidFill>
                            <a:schemeClr val="tx1"/>
                          </a:solidFill>
                        </a:rPr>
                        <a:t>2</a:t>
                      </a:r>
                    </a:p>
                  </a:txBody>
                  <a:tcPr/>
                </a:tc>
                <a:tc>
                  <a:txBody>
                    <a:bodyPr/>
                    <a:lstStyle/>
                    <a:p>
                      <a:pPr lvl="0">
                        <a:buNone/>
                      </a:pPr>
                      <a:r>
                        <a:rPr lang="en-US" sz="1400" b="1">
                          <a:solidFill>
                            <a:schemeClr val="tx1"/>
                          </a:solidFill>
                        </a:rPr>
                        <a:t>MUST</a:t>
                      </a:r>
                    </a:p>
                  </a:txBody>
                  <a:tcPr/>
                </a:tc>
                <a:extLst>
                  <a:ext uri="{0D108BD9-81ED-4DB2-BD59-A6C34878D82A}">
                    <a16:rowId xmlns:a16="http://schemas.microsoft.com/office/drawing/2014/main" val="4072790100"/>
                  </a:ext>
                </a:extLst>
              </a:tr>
              <a:tr h="489049">
                <a:tc>
                  <a:txBody>
                    <a:bodyPr/>
                    <a:lstStyle/>
                    <a:p>
                      <a:pPr lvl="0">
                        <a:buNone/>
                      </a:pPr>
                      <a:r>
                        <a:rPr lang="en-US" sz="1400">
                          <a:solidFill>
                            <a:schemeClr val="bg2">
                              <a:lumMod val="49000"/>
                            </a:schemeClr>
                          </a:solidFill>
                        </a:rPr>
                        <a:t>4</a:t>
                      </a:r>
                    </a:p>
                  </a:txBody>
                  <a:tcPr/>
                </a:tc>
                <a:tc>
                  <a:txBody>
                    <a:bodyPr/>
                    <a:lstStyle/>
                    <a:p>
                      <a:pPr lvl="0">
                        <a:buNone/>
                      </a:pPr>
                      <a:r>
                        <a:rPr lang="en-US" sz="1400">
                          <a:solidFill>
                            <a:schemeClr val="bg2">
                              <a:lumMod val="49000"/>
                            </a:schemeClr>
                          </a:solidFill>
                        </a:rPr>
                        <a:t>Parameter Problem</a:t>
                      </a:r>
                    </a:p>
                  </a:txBody>
                  <a:tcPr/>
                </a:tc>
                <a:tc>
                  <a:txBody>
                    <a:bodyPr/>
                    <a:lstStyle/>
                    <a:p>
                      <a:pPr lvl="0">
                        <a:buNone/>
                      </a:pPr>
                      <a:r>
                        <a:rPr lang="en-US" sz="1400">
                          <a:solidFill>
                            <a:schemeClr val="bg2">
                              <a:lumMod val="49000"/>
                            </a:schemeClr>
                          </a:solidFill>
                        </a:rPr>
                        <a:t>3</a:t>
                      </a:r>
                    </a:p>
                  </a:txBody>
                  <a:tcPr/>
                </a:tc>
                <a:tc>
                  <a:txBody>
                    <a:bodyPr/>
                    <a:lstStyle/>
                    <a:p>
                      <a:pPr lvl="0">
                        <a:buNone/>
                      </a:pPr>
                      <a:r>
                        <a:rPr lang="en-US" sz="1400">
                          <a:solidFill>
                            <a:schemeClr val="bg2">
                              <a:lumMod val="49000"/>
                            </a:schemeClr>
                          </a:solidFill>
                        </a:rPr>
                        <a:t>SHOULD</a:t>
                      </a:r>
                    </a:p>
                  </a:txBody>
                  <a:tcPr/>
                </a:tc>
                <a:extLst>
                  <a:ext uri="{0D108BD9-81ED-4DB2-BD59-A6C34878D82A}">
                    <a16:rowId xmlns:a16="http://schemas.microsoft.com/office/drawing/2014/main" val="3927362292"/>
                  </a:ext>
                </a:extLst>
              </a:tr>
            </a:tbl>
          </a:graphicData>
        </a:graphic>
      </p:graphicFrame>
      <p:sp>
        <p:nvSpPr>
          <p:cNvPr id="8" name="Thought Bubble: Cloud 7">
            <a:extLst>
              <a:ext uri="{FF2B5EF4-FFF2-40B4-BE49-F238E27FC236}">
                <a16:creationId xmlns:a16="http://schemas.microsoft.com/office/drawing/2014/main" id="{8058FCAD-ADAA-8CE6-B794-5965B21F3878}"/>
              </a:ext>
            </a:extLst>
          </p:cNvPr>
          <p:cNvSpPr/>
          <p:nvPr/>
        </p:nvSpPr>
        <p:spPr>
          <a:xfrm>
            <a:off x="1727493" y="237512"/>
            <a:ext cx="1310631" cy="660950"/>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Calibri Light"/>
              </a:rPr>
              <a:t>Routing Loop!!</a:t>
            </a:r>
          </a:p>
        </p:txBody>
      </p:sp>
      <p:sp>
        <p:nvSpPr>
          <p:cNvPr id="9" name="Foliennummernplatzhalter 4">
            <a:extLst>
              <a:ext uri="{FF2B5EF4-FFF2-40B4-BE49-F238E27FC236}">
                <a16:creationId xmlns:a16="http://schemas.microsoft.com/office/drawing/2014/main" id="{14F18887-0811-1C58-6A81-AE30A417194C}"/>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a:solidFill>
                  <a:schemeClr val="bg1"/>
                </a:solidFill>
                <a:cs typeface="Calibri Light"/>
              </a:rPr>
              <a:t>4</a:t>
            </a:r>
          </a:p>
        </p:txBody>
      </p:sp>
    </p:spTree>
    <p:extLst>
      <p:ext uri="{BB962C8B-B14F-4D97-AF65-F5344CB8AC3E}">
        <p14:creationId xmlns:p14="http://schemas.microsoft.com/office/powerpoint/2010/main" val="1025059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DD3D0A-4BE3-EC27-B282-2B71E13A5D64}"/>
              </a:ext>
            </a:extLst>
          </p:cNvPr>
          <p:cNvSpPr/>
          <p:nvPr/>
        </p:nvSpPr>
        <p:spPr>
          <a:xfrm>
            <a:off x="158670" y="192672"/>
            <a:ext cx="1960723" cy="6460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D06F07BA-65E8-61B1-849B-E13EC3C2C102}"/>
              </a:ext>
            </a:extLst>
          </p:cNvPr>
          <p:cNvSpPr txBox="1">
            <a:spLocks/>
          </p:cNvSpPr>
          <p:nvPr/>
        </p:nvSpPr>
        <p:spPr>
          <a:xfrm>
            <a:off x="3226554" y="187302"/>
            <a:ext cx="6847874" cy="4865269"/>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solidFill>
                  <a:schemeClr val="bg1"/>
                </a:solidFill>
                <a:latin typeface="Consolas"/>
                <a:ea typeface="MS PGothic"/>
                <a:cs typeface="Arial"/>
              </a:rPr>
              <a:t>  </a:t>
            </a:r>
            <a:r>
              <a:rPr lang="en-US" sz="1200">
                <a:solidFill>
                  <a:srgbClr val="000000"/>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6   </a:t>
            </a:r>
            <a:r>
              <a:rPr lang="en-US" sz="1200">
                <a:solidFill>
                  <a:schemeClr val="bg2">
                    <a:lumMod val="76000"/>
                  </a:schemeClr>
                </a:solidFill>
                <a:latin typeface="Consolas"/>
                <a:ea typeface="MS PGothic"/>
                <a:cs typeface="Arial"/>
              </a:rPr>
              <a:t>| Traffic Class |           Flow Label                  |</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Payload Length</a:t>
            </a:r>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58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56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2001:db8:200:1000::ab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2001:db8:5ba::1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1,3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Code      </a:t>
            </a:r>
            <a:r>
              <a:rPr lang="en-US" sz="1200">
                <a:solidFill>
                  <a:schemeClr val="bg2">
                    <a:lumMod val="76000"/>
                  </a:schemeClr>
                </a:solidFill>
                <a:latin typeface="Consolas"/>
                <a:ea typeface="MS PGothic"/>
                <a:cs typeface="Arial"/>
              </a:rPr>
              <a:t>|          Checksum             |</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           Identifier          |        Sequence Number        |</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a:t>
            </a:r>
            <a:r>
              <a:rPr lang="en-US" sz="1200" b="1">
                <a:solidFill>
                  <a:schemeClr val="bg1"/>
                </a:solidFill>
                <a:latin typeface="Consolas"/>
                <a:ea typeface="MS PGothic"/>
                <a:cs typeface="Arial"/>
              </a:rPr>
              <a:t> </a:t>
            </a:r>
            <a:r>
              <a:rPr lang="en-US" sz="2800">
                <a:solidFill>
                  <a:schemeClr val="bg1"/>
                </a:solidFill>
                <a:latin typeface="Calibri"/>
                <a:ea typeface="MS PGothic"/>
                <a:cs typeface="Arial"/>
              </a:rPr>
              <a:t>ICMPv6 Error Message</a:t>
            </a:r>
            <a:r>
              <a:rPr lang="en-US" sz="2800" b="1">
                <a:solidFill>
                  <a:schemeClr val="bg1"/>
                </a:solidFill>
                <a:latin typeface="Arial"/>
                <a:ea typeface="MS PGothic"/>
                <a:cs typeface="Arial"/>
              </a:rPr>
              <a:t>  </a:t>
            </a:r>
            <a:r>
              <a:rPr lang="en-US" sz="1200" b="1">
                <a:solidFill>
                  <a:schemeClr val="bg1"/>
                </a:solidFill>
                <a:latin typeface="Arial"/>
                <a:ea typeface="MS PGothic"/>
                <a:cs typeface="Arial"/>
              </a:rPr>
              <a:t>                     </a:t>
            </a:r>
            <a:endParaRPr lang="en-US">
              <a:solidFill>
                <a:schemeClr val="bg1"/>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p:txBody>
      </p:sp>
      <p:sp>
        <p:nvSpPr>
          <p:cNvPr id="4" name="Rectangle 3">
            <a:extLst>
              <a:ext uri="{FF2B5EF4-FFF2-40B4-BE49-F238E27FC236}">
                <a16:creationId xmlns:a16="http://schemas.microsoft.com/office/drawing/2014/main" id="{5F6F93B9-E65F-2F2A-B020-D5CD312644E3}"/>
              </a:ext>
            </a:extLst>
          </p:cNvPr>
          <p:cNvSpPr/>
          <p:nvPr/>
        </p:nvSpPr>
        <p:spPr>
          <a:xfrm>
            <a:off x="3520848" y="1875518"/>
            <a:ext cx="5547632" cy="51253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4E15835-D6F6-0046-6E9C-F7A76C4091D1}"/>
              </a:ext>
            </a:extLst>
          </p:cNvPr>
          <p:cNvSpPr/>
          <p:nvPr/>
        </p:nvSpPr>
        <p:spPr>
          <a:xfrm>
            <a:off x="-1700" y="-1700"/>
            <a:ext cx="3387703" cy="51493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DFCBE24-14C0-8266-3598-B15B3A55C332}"/>
              </a:ext>
            </a:extLst>
          </p:cNvPr>
          <p:cNvSpPr txBox="1"/>
          <p:nvPr/>
        </p:nvSpPr>
        <p:spPr>
          <a:xfrm rot="1140000">
            <a:off x="1372529" y="823739"/>
            <a:ext cx="105911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4000">
                <a:latin typeface="Arial"/>
                <a:cs typeface="Arial"/>
              </a:rPr>
              <a:t>🧐</a:t>
            </a:r>
            <a:endParaRPr lang="en-US" sz="4000"/>
          </a:p>
        </p:txBody>
      </p:sp>
      <p:sp>
        <p:nvSpPr>
          <p:cNvPr id="8" name="Thought Bubble: Cloud 7">
            <a:extLst>
              <a:ext uri="{FF2B5EF4-FFF2-40B4-BE49-F238E27FC236}">
                <a16:creationId xmlns:a16="http://schemas.microsoft.com/office/drawing/2014/main" id="{8058FCAD-ADAA-8CE6-B794-5965B21F3878}"/>
              </a:ext>
            </a:extLst>
          </p:cNvPr>
          <p:cNvSpPr/>
          <p:nvPr/>
        </p:nvSpPr>
        <p:spPr>
          <a:xfrm>
            <a:off x="1688748" y="95291"/>
            <a:ext cx="1421947" cy="754739"/>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Light"/>
              </a:rPr>
              <a:t>  </a:t>
            </a:r>
            <a:endParaRPr lang="en-US"/>
          </a:p>
          <a:p>
            <a:pPr algn="ctr"/>
            <a:r>
              <a:rPr lang="en-US">
                <a:cs typeface="Calibri Light"/>
              </a:rPr>
              <a:t>Periphery Addresses  </a:t>
            </a:r>
            <a:endParaRPr lang="en-US"/>
          </a:p>
        </p:txBody>
      </p:sp>
      <p:sp>
        <p:nvSpPr>
          <p:cNvPr id="6" name="TextBox 5">
            <a:extLst>
              <a:ext uri="{FF2B5EF4-FFF2-40B4-BE49-F238E27FC236}">
                <a16:creationId xmlns:a16="http://schemas.microsoft.com/office/drawing/2014/main" id="{14DDD41D-D416-1A3F-C1E3-B02C3BBFA0D2}"/>
              </a:ext>
            </a:extLst>
          </p:cNvPr>
          <p:cNvSpPr txBox="1"/>
          <p:nvPr/>
        </p:nvSpPr>
        <p:spPr>
          <a:xfrm>
            <a:off x="246584" y="1573032"/>
            <a:ext cx="2959002"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cs typeface="Calibri Light"/>
              </a:rPr>
              <a:t>Error Messages in Measurements</a:t>
            </a:r>
            <a:endParaRPr lang="en-US" dirty="0"/>
          </a:p>
          <a:p>
            <a:pPr marL="285750" indent="-285750">
              <a:buFont typeface="Calibri"/>
              <a:buChar char="-"/>
            </a:pPr>
            <a:r>
              <a:rPr lang="en-GB" sz="1600" dirty="0">
                <a:cs typeface="Calibri Light"/>
              </a:rPr>
              <a:t>Edgy (</a:t>
            </a:r>
            <a:r>
              <a:rPr lang="en-GB" sz="1600" dirty="0">
                <a:solidFill>
                  <a:srgbClr val="000000"/>
                </a:solidFill>
                <a:cs typeface="Calibri Light"/>
              </a:rPr>
              <a:t>Rye, 2020) </a:t>
            </a:r>
            <a:endParaRPr lang="en-US" sz="1600" dirty="0">
              <a:solidFill>
                <a:srgbClr val="000000"/>
              </a:solidFill>
              <a:cs typeface="Calibri Light"/>
            </a:endParaRPr>
          </a:p>
          <a:p>
            <a:pPr marL="628015" lvl="1" indent="-285750">
              <a:buFont typeface="Arial"/>
              <a:buChar char="•"/>
            </a:pPr>
            <a:r>
              <a:rPr lang="en-GB" sz="1600" dirty="0">
                <a:solidFill>
                  <a:srgbClr val="FF0000"/>
                </a:solidFill>
                <a:cs typeface="Calibri Light"/>
              </a:rPr>
              <a:t>64.8M</a:t>
            </a:r>
            <a:r>
              <a:rPr lang="en-GB" sz="1600" dirty="0">
                <a:solidFill>
                  <a:schemeClr val="accent2"/>
                </a:solidFill>
                <a:cs typeface="Calibri Light"/>
              </a:rPr>
              <a:t> </a:t>
            </a:r>
            <a:r>
              <a:rPr lang="en-GB" sz="1600" dirty="0">
                <a:cs typeface="Calibri Light"/>
              </a:rPr>
              <a:t>Last-Hop Routers</a:t>
            </a:r>
            <a:endParaRPr lang="en-US" sz="1600" dirty="0">
              <a:cs typeface="Calibri Light"/>
            </a:endParaRPr>
          </a:p>
          <a:p>
            <a:pPr marL="285750" indent="-285750">
              <a:buFont typeface="Calibri"/>
              <a:buChar char="-"/>
            </a:pPr>
            <a:r>
              <a:rPr lang="en-GB" sz="1600" dirty="0" err="1">
                <a:cs typeface="Calibri Light"/>
              </a:rPr>
              <a:t>XMap</a:t>
            </a:r>
            <a:r>
              <a:rPr lang="en-GB" sz="1600" dirty="0">
                <a:solidFill>
                  <a:srgbClr val="000000"/>
                </a:solidFill>
                <a:cs typeface="Calibri Light"/>
              </a:rPr>
              <a:t> (Li, 2021)</a:t>
            </a:r>
            <a:endParaRPr lang="en-US" sz="1600" dirty="0">
              <a:solidFill>
                <a:srgbClr val="000000"/>
              </a:solidFill>
              <a:cs typeface="Calibri Light"/>
            </a:endParaRPr>
          </a:p>
          <a:p>
            <a:pPr marL="628015" lvl="1" indent="-285750">
              <a:buFont typeface="Arial"/>
              <a:buChar char="•"/>
            </a:pPr>
            <a:r>
              <a:rPr lang="en-GB" sz="1600" dirty="0">
                <a:solidFill>
                  <a:srgbClr val="FF0000"/>
                </a:solidFill>
                <a:cs typeface="Calibri Light"/>
              </a:rPr>
              <a:t>52M</a:t>
            </a:r>
            <a:r>
              <a:rPr lang="en-GB" sz="1600" dirty="0">
                <a:solidFill>
                  <a:srgbClr val="000000"/>
                </a:solidFill>
                <a:cs typeface="Calibri Light"/>
              </a:rPr>
              <a:t> Routers + User Equipment (15 ISP ranges)</a:t>
            </a:r>
          </a:p>
          <a:p>
            <a:pPr marL="628015" lvl="1" indent="-285750">
              <a:buFont typeface="Arial"/>
              <a:buChar char="•"/>
            </a:pPr>
            <a:endParaRPr lang="en-GB" sz="1600" dirty="0">
              <a:solidFill>
                <a:srgbClr val="000000"/>
              </a:solidFill>
              <a:cs typeface="Calibri Light"/>
            </a:endParaRPr>
          </a:p>
          <a:p>
            <a:pPr marL="285750" indent="-285750">
              <a:buFont typeface="Calibri"/>
              <a:buChar char="-"/>
            </a:pPr>
            <a:r>
              <a:rPr lang="en-GB" sz="1600" dirty="0">
                <a:solidFill>
                  <a:srgbClr val="000000"/>
                </a:solidFill>
                <a:cs typeface="Calibri Light"/>
              </a:rPr>
              <a:t>Periphery can include your:</a:t>
            </a:r>
          </a:p>
          <a:p>
            <a:pPr marL="628015" lvl="1" indent="-285750">
              <a:buFont typeface="Arial"/>
              <a:buChar char="•"/>
            </a:pPr>
            <a:r>
              <a:rPr lang="en-GB" sz="1600" dirty="0">
                <a:solidFill>
                  <a:srgbClr val="000000"/>
                </a:solidFill>
                <a:cs typeface="Calibri Light"/>
              </a:rPr>
              <a:t>Home Router</a:t>
            </a:r>
          </a:p>
          <a:p>
            <a:pPr marL="628015" lvl="1" indent="-285750">
              <a:buFont typeface="Arial"/>
              <a:buChar char="•"/>
            </a:pPr>
            <a:r>
              <a:rPr lang="en-GB" sz="1600" dirty="0">
                <a:solidFill>
                  <a:srgbClr val="000000"/>
                </a:solidFill>
                <a:cs typeface="Calibri Light"/>
              </a:rPr>
              <a:t>Smartphone</a:t>
            </a:r>
          </a:p>
        </p:txBody>
      </p:sp>
      <p:sp>
        <p:nvSpPr>
          <p:cNvPr id="9" name="Foliennummernplatzhalter 4">
            <a:extLst>
              <a:ext uri="{FF2B5EF4-FFF2-40B4-BE49-F238E27FC236}">
                <a16:creationId xmlns:a16="http://schemas.microsoft.com/office/drawing/2014/main" id="{8087047E-AE7A-9057-BF32-A7235F60F19A}"/>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a:solidFill>
                  <a:schemeClr val="bg1"/>
                </a:solidFill>
                <a:cs typeface="Calibri Light"/>
              </a:rPr>
              <a:t>5</a:t>
            </a:r>
          </a:p>
        </p:txBody>
      </p:sp>
    </p:spTree>
    <p:extLst>
      <p:ext uri="{BB962C8B-B14F-4D97-AF65-F5344CB8AC3E}">
        <p14:creationId xmlns:p14="http://schemas.microsoft.com/office/powerpoint/2010/main" val="4230478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DD3D0A-4BE3-EC27-B282-2B71E13A5D64}"/>
              </a:ext>
            </a:extLst>
          </p:cNvPr>
          <p:cNvSpPr/>
          <p:nvPr/>
        </p:nvSpPr>
        <p:spPr>
          <a:xfrm>
            <a:off x="158670" y="192672"/>
            <a:ext cx="1960723" cy="6460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4E15835-D6F6-0046-6E9C-F7A76C4091D1}"/>
              </a:ext>
            </a:extLst>
          </p:cNvPr>
          <p:cNvSpPr/>
          <p:nvPr/>
        </p:nvSpPr>
        <p:spPr>
          <a:xfrm flipH="1">
            <a:off x="-136826" y="-1700"/>
            <a:ext cx="135126" cy="51493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4DDD41D-D416-1A3F-C1E3-B02C3BBFA0D2}"/>
              </a:ext>
            </a:extLst>
          </p:cNvPr>
          <p:cNvSpPr txBox="1"/>
          <p:nvPr/>
        </p:nvSpPr>
        <p:spPr>
          <a:xfrm>
            <a:off x="161151" y="720319"/>
            <a:ext cx="8476302" cy="42427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chemeClr val="bg1"/>
                </a:solidFill>
                <a:cs typeface="Calibri Light"/>
              </a:rPr>
              <a:t>Our Goal:</a:t>
            </a:r>
          </a:p>
          <a:p>
            <a:r>
              <a:rPr lang="en-GB" sz="1800" dirty="0">
                <a:solidFill>
                  <a:schemeClr val="bg1"/>
                </a:solidFill>
                <a:cs typeface="Calibri Light"/>
              </a:rPr>
              <a:t> </a:t>
            </a:r>
            <a:r>
              <a:rPr lang="en-GB" sz="2000" dirty="0" err="1">
                <a:solidFill>
                  <a:schemeClr val="bg1"/>
                </a:solidFill>
                <a:cs typeface="Calibri Light"/>
              </a:rPr>
              <a:t>Analyze</a:t>
            </a:r>
            <a:r>
              <a:rPr lang="en-GB" sz="2000" dirty="0">
                <a:solidFill>
                  <a:schemeClr val="bg1"/>
                </a:solidFill>
                <a:cs typeface="Calibri Light"/>
              </a:rPr>
              <a:t> ICMPv6 error messages </a:t>
            </a:r>
            <a:r>
              <a:rPr lang="en-GB" sz="2000" b="1" dirty="0">
                <a:solidFill>
                  <a:schemeClr val="bg1"/>
                </a:solidFill>
                <a:cs typeface="Calibri Light"/>
              </a:rPr>
              <a:t>beyond</a:t>
            </a:r>
            <a:r>
              <a:rPr lang="en-GB" sz="2000" dirty="0">
                <a:solidFill>
                  <a:schemeClr val="bg1"/>
                </a:solidFill>
                <a:cs typeface="Calibri Light"/>
              </a:rPr>
              <a:t> their </a:t>
            </a:r>
            <a:r>
              <a:rPr lang="en-GB" sz="2000" b="1" dirty="0">
                <a:solidFill>
                  <a:schemeClr val="bg1"/>
                </a:solidFill>
                <a:cs typeface="Calibri Light"/>
              </a:rPr>
              <a:t>source</a:t>
            </a:r>
            <a:r>
              <a:rPr lang="en-GB" sz="2000" dirty="0">
                <a:solidFill>
                  <a:schemeClr val="bg1"/>
                </a:solidFill>
                <a:cs typeface="Calibri Light"/>
              </a:rPr>
              <a:t> addresses</a:t>
            </a:r>
            <a:endParaRPr lang="en-US" sz="2000" dirty="0">
              <a:solidFill>
                <a:schemeClr val="bg1"/>
              </a:solidFill>
              <a:cs typeface="Calibri Light"/>
            </a:endParaRPr>
          </a:p>
          <a:p>
            <a:endParaRPr lang="en-GB" sz="2000">
              <a:solidFill>
                <a:schemeClr val="bg1"/>
              </a:solidFill>
              <a:cs typeface="Calibri Light"/>
            </a:endParaRPr>
          </a:p>
          <a:p>
            <a:pPr marL="0" lvl="1">
              <a:lnSpc>
                <a:spcPct val="110000"/>
              </a:lnSpc>
              <a:spcBef>
                <a:spcPts val="200"/>
              </a:spcBef>
              <a:spcAft>
                <a:spcPts val="375"/>
              </a:spcAft>
            </a:pPr>
            <a:endParaRPr lang="en-GB" sz="2400" b="1" dirty="0">
              <a:solidFill>
                <a:schemeClr val="bg1"/>
              </a:solidFill>
              <a:cs typeface="Calibri Light"/>
            </a:endParaRPr>
          </a:p>
          <a:p>
            <a:pPr marL="0" lvl="1">
              <a:lnSpc>
                <a:spcPct val="110000"/>
              </a:lnSpc>
              <a:spcBef>
                <a:spcPts val="200"/>
              </a:spcBef>
              <a:spcAft>
                <a:spcPts val="375"/>
              </a:spcAft>
            </a:pPr>
            <a:endParaRPr lang="en-GB" sz="2400" b="1" dirty="0">
              <a:solidFill>
                <a:schemeClr val="bg1"/>
              </a:solidFill>
              <a:cs typeface="Calibri Light"/>
            </a:endParaRPr>
          </a:p>
          <a:p>
            <a:pPr marL="0" lvl="1">
              <a:lnSpc>
                <a:spcPct val="110000"/>
              </a:lnSpc>
              <a:spcBef>
                <a:spcPts val="200"/>
              </a:spcBef>
              <a:spcAft>
                <a:spcPts val="375"/>
              </a:spcAft>
            </a:pPr>
            <a:r>
              <a:rPr lang="en-GB" sz="2400" b="1" dirty="0">
                <a:solidFill>
                  <a:schemeClr val="bg1"/>
                </a:solidFill>
                <a:cs typeface="Calibri Light"/>
              </a:rPr>
              <a:t>Our Contribution:</a:t>
            </a:r>
            <a:endParaRPr lang="en-GB" sz="2400" dirty="0">
              <a:solidFill>
                <a:schemeClr val="bg1"/>
              </a:solidFill>
              <a:cs typeface="Calibri Light"/>
            </a:endParaRPr>
          </a:p>
          <a:p>
            <a:pPr marL="286385" lvl="2">
              <a:lnSpc>
                <a:spcPct val="110000"/>
              </a:lnSpc>
              <a:spcBef>
                <a:spcPts val="200"/>
              </a:spcBef>
              <a:spcAft>
                <a:spcPts val="375"/>
              </a:spcAft>
            </a:pPr>
            <a:r>
              <a:rPr lang="en-GB" sz="2000" dirty="0">
                <a:solidFill>
                  <a:schemeClr val="bg1"/>
                </a:solidFill>
                <a:cs typeface="Calibri Light"/>
              </a:rPr>
              <a:t>1. </a:t>
            </a:r>
            <a:r>
              <a:rPr lang="en-GB" sz="2000" b="1" dirty="0">
                <a:solidFill>
                  <a:schemeClr val="bg1"/>
                </a:solidFill>
                <a:cs typeface="Calibri Light"/>
              </a:rPr>
              <a:t>Verification </a:t>
            </a:r>
            <a:r>
              <a:rPr lang="en-GB" sz="2000" dirty="0">
                <a:solidFill>
                  <a:schemeClr val="bg1"/>
                </a:solidFill>
                <a:cs typeface="Calibri Light"/>
              </a:rPr>
              <a:t>of error message </a:t>
            </a:r>
            <a:r>
              <a:rPr lang="en-GB" sz="2000" b="1" dirty="0">
                <a:solidFill>
                  <a:schemeClr val="bg1"/>
                </a:solidFill>
                <a:cs typeface="Calibri Light"/>
              </a:rPr>
              <a:t>type &amp; code usage </a:t>
            </a:r>
            <a:r>
              <a:rPr lang="en-GB" sz="2000" dirty="0">
                <a:solidFill>
                  <a:schemeClr val="bg1"/>
                </a:solidFill>
                <a:cs typeface="Calibri Light"/>
              </a:rPr>
              <a:t>and </a:t>
            </a:r>
            <a:r>
              <a:rPr lang="en-GB" sz="2000" b="1" dirty="0">
                <a:solidFill>
                  <a:schemeClr val="bg1"/>
                </a:solidFill>
                <a:cs typeface="Calibri Light"/>
              </a:rPr>
              <a:t>classification</a:t>
            </a:r>
            <a:r>
              <a:rPr lang="en-GB" sz="2000" dirty="0">
                <a:solidFill>
                  <a:schemeClr val="bg1"/>
                </a:solidFill>
                <a:cs typeface="Calibri Light"/>
              </a:rPr>
              <a:t> of error messages for </a:t>
            </a:r>
            <a:r>
              <a:rPr lang="en-GB" sz="2000" b="1" dirty="0">
                <a:solidFill>
                  <a:schemeClr val="bg1"/>
                </a:solidFill>
                <a:cs typeface="Calibri Light"/>
              </a:rPr>
              <a:t>11 Billion</a:t>
            </a:r>
            <a:r>
              <a:rPr lang="en-GB" sz="2000" dirty="0">
                <a:solidFill>
                  <a:schemeClr val="bg1"/>
                </a:solidFill>
                <a:cs typeface="Calibri Light"/>
              </a:rPr>
              <a:t> IPv6 prefixes</a:t>
            </a:r>
            <a:endParaRPr lang="en-GB" sz="2000" dirty="0">
              <a:solidFill>
                <a:schemeClr val="bg1"/>
              </a:solidFill>
              <a:ea typeface="Calibri Light"/>
              <a:cs typeface="Calibri Light"/>
            </a:endParaRPr>
          </a:p>
          <a:p>
            <a:pPr marL="286385" lvl="2">
              <a:lnSpc>
                <a:spcPct val="110000"/>
              </a:lnSpc>
              <a:spcBef>
                <a:spcPts val="200"/>
              </a:spcBef>
              <a:spcAft>
                <a:spcPts val="375"/>
              </a:spcAft>
            </a:pPr>
            <a:r>
              <a:rPr lang="en-GB" sz="2000" dirty="0">
                <a:solidFill>
                  <a:schemeClr val="bg1"/>
                </a:solidFill>
                <a:cs typeface="Calibri Light"/>
              </a:rPr>
              <a:t>2. ICMPv6 error message </a:t>
            </a:r>
            <a:r>
              <a:rPr lang="en-GB" sz="2000" b="1" dirty="0">
                <a:solidFill>
                  <a:schemeClr val="bg1"/>
                </a:solidFill>
                <a:cs typeface="Calibri Light"/>
              </a:rPr>
              <a:t>rate-limiting </a:t>
            </a:r>
            <a:r>
              <a:rPr lang="en-GB" sz="2000" dirty="0">
                <a:solidFill>
                  <a:schemeClr val="bg1"/>
                </a:solidFill>
                <a:cs typeface="Calibri Light"/>
              </a:rPr>
              <a:t>measurements of </a:t>
            </a:r>
            <a:r>
              <a:rPr lang="en-GB" sz="2000" b="1" dirty="0">
                <a:solidFill>
                  <a:schemeClr val="bg1"/>
                </a:solidFill>
                <a:cs typeface="Calibri Light"/>
              </a:rPr>
              <a:t>1.4M</a:t>
            </a:r>
            <a:r>
              <a:rPr lang="en-GB" sz="2000" dirty="0">
                <a:solidFill>
                  <a:schemeClr val="bg1"/>
                </a:solidFill>
                <a:cs typeface="Calibri Light"/>
              </a:rPr>
              <a:t> </a:t>
            </a:r>
            <a:r>
              <a:rPr lang="en-GB" sz="2000" b="1" dirty="0">
                <a:solidFill>
                  <a:schemeClr val="bg1"/>
                </a:solidFill>
                <a:cs typeface="Calibri Light"/>
              </a:rPr>
              <a:t>routers show vendor defaults</a:t>
            </a:r>
            <a:r>
              <a:rPr lang="en-GB" sz="2000" dirty="0">
                <a:solidFill>
                  <a:schemeClr val="bg1"/>
                </a:solidFill>
                <a:cs typeface="Calibri Light"/>
              </a:rPr>
              <a:t> &amp; </a:t>
            </a:r>
            <a:r>
              <a:rPr lang="en-GB" sz="2000" b="1" dirty="0">
                <a:solidFill>
                  <a:schemeClr val="bg1"/>
                </a:solidFill>
                <a:cs typeface="Calibri Light"/>
              </a:rPr>
              <a:t>kernel versions</a:t>
            </a:r>
            <a:endParaRPr lang="en-US" sz="2000" dirty="0">
              <a:solidFill>
                <a:schemeClr val="bg1"/>
              </a:solidFill>
              <a:cs typeface="Calibri Light"/>
            </a:endParaRPr>
          </a:p>
          <a:p>
            <a:endParaRPr lang="en-US">
              <a:solidFill>
                <a:srgbClr val="000000"/>
              </a:solidFill>
              <a:cs typeface="Calibri Light"/>
            </a:endParaRPr>
          </a:p>
        </p:txBody>
      </p:sp>
      <p:sp>
        <p:nvSpPr>
          <p:cNvPr id="7" name="Foliennummernplatzhalter 4">
            <a:extLst>
              <a:ext uri="{FF2B5EF4-FFF2-40B4-BE49-F238E27FC236}">
                <a16:creationId xmlns:a16="http://schemas.microsoft.com/office/drawing/2014/main" id="{3C2A74BE-3CEC-DF76-8985-FB7051CA8AF5}"/>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a:solidFill>
                  <a:schemeClr val="bg1"/>
                </a:solidFill>
                <a:cs typeface="Calibri Light"/>
              </a:rPr>
              <a:t>6</a:t>
            </a:r>
          </a:p>
        </p:txBody>
      </p:sp>
      <p:pic>
        <p:nvPicPr>
          <p:cNvPr id="3" name="Graphic 2" descr="Wireless router outline">
            <a:extLst>
              <a:ext uri="{FF2B5EF4-FFF2-40B4-BE49-F238E27FC236}">
                <a16:creationId xmlns:a16="http://schemas.microsoft.com/office/drawing/2014/main" id="{670E8C03-4EDB-DDE9-DE59-38B9E6E95D5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890158" y="1494064"/>
            <a:ext cx="914400" cy="914400"/>
          </a:xfrm>
          <a:prstGeom prst="rect">
            <a:avLst/>
          </a:prstGeom>
        </p:spPr>
      </p:pic>
      <p:pic>
        <p:nvPicPr>
          <p:cNvPr id="4" name="Graphic 3" descr="Cloud outline">
            <a:extLst>
              <a:ext uri="{FF2B5EF4-FFF2-40B4-BE49-F238E27FC236}">
                <a16:creationId xmlns:a16="http://schemas.microsoft.com/office/drawing/2014/main" id="{FC631922-8FFB-A4C8-3937-803F254B4EC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86200" y="1208314"/>
            <a:ext cx="1020535" cy="1012371"/>
          </a:xfrm>
          <a:prstGeom prst="rect">
            <a:avLst/>
          </a:prstGeom>
        </p:spPr>
      </p:pic>
      <p:pic>
        <p:nvPicPr>
          <p:cNvPr id="8" name="Graphic 7" descr="Cloud outline">
            <a:extLst>
              <a:ext uri="{FF2B5EF4-FFF2-40B4-BE49-F238E27FC236}">
                <a16:creationId xmlns:a16="http://schemas.microsoft.com/office/drawing/2014/main" id="{F09B800F-34EB-92B9-67C7-9849D370778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86200" y="1902278"/>
            <a:ext cx="1020535" cy="1012371"/>
          </a:xfrm>
          <a:prstGeom prst="rect">
            <a:avLst/>
          </a:prstGeom>
        </p:spPr>
      </p:pic>
      <p:cxnSp>
        <p:nvCxnSpPr>
          <p:cNvPr id="9" name="Straight Arrow Connector 8">
            <a:extLst>
              <a:ext uri="{FF2B5EF4-FFF2-40B4-BE49-F238E27FC236}">
                <a16:creationId xmlns:a16="http://schemas.microsoft.com/office/drawing/2014/main" id="{B105F430-7F45-7DA4-6CA8-798E78CD2369}"/>
              </a:ext>
            </a:extLst>
          </p:cNvPr>
          <p:cNvCxnSpPr/>
          <p:nvPr/>
        </p:nvCxnSpPr>
        <p:spPr>
          <a:xfrm flipH="1">
            <a:off x="4980214" y="1714499"/>
            <a:ext cx="759278" cy="1"/>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35E37571-BC1C-0AE4-6AFF-B9BCCB5905C8}"/>
              </a:ext>
            </a:extLst>
          </p:cNvPr>
          <p:cNvSpPr/>
          <p:nvPr/>
        </p:nvSpPr>
        <p:spPr>
          <a:xfrm>
            <a:off x="5739492" y="1545091"/>
            <a:ext cx="1877785" cy="41841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dirty="0">
                <a:cs typeface="Calibri Light"/>
              </a:rPr>
              <a:t>Active network behind router</a:t>
            </a:r>
          </a:p>
        </p:txBody>
      </p:sp>
      <p:cxnSp>
        <p:nvCxnSpPr>
          <p:cNvPr id="11" name="Straight Arrow Connector 10">
            <a:extLst>
              <a:ext uri="{FF2B5EF4-FFF2-40B4-BE49-F238E27FC236}">
                <a16:creationId xmlns:a16="http://schemas.microsoft.com/office/drawing/2014/main" id="{18DB7EAE-D305-23B9-2232-8030DF616DE2}"/>
              </a:ext>
            </a:extLst>
          </p:cNvPr>
          <p:cNvCxnSpPr>
            <a:cxnSpLocks/>
          </p:cNvCxnSpPr>
          <p:nvPr/>
        </p:nvCxnSpPr>
        <p:spPr>
          <a:xfrm>
            <a:off x="2122713" y="2098219"/>
            <a:ext cx="669472" cy="8165"/>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251E4AB-ABA4-4436-22AB-38B1898CF528}"/>
              </a:ext>
            </a:extLst>
          </p:cNvPr>
          <p:cNvSpPr/>
          <p:nvPr/>
        </p:nvSpPr>
        <p:spPr>
          <a:xfrm>
            <a:off x="579665" y="1755321"/>
            <a:ext cx="1443036" cy="65518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cs typeface="Calibri Light"/>
              </a:rPr>
              <a:t>Device Information</a:t>
            </a:r>
          </a:p>
        </p:txBody>
      </p:sp>
    </p:spTree>
    <p:extLst>
      <p:ext uri="{BB962C8B-B14F-4D97-AF65-F5344CB8AC3E}">
        <p14:creationId xmlns:p14="http://schemas.microsoft.com/office/powerpoint/2010/main" val="552766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809D105-6EC0-049F-A77D-FBCA56CE9D58}"/>
              </a:ext>
            </a:extLst>
          </p:cNvPr>
          <p:cNvSpPr>
            <a:spLocks noGrp="1"/>
          </p:cNvSpPr>
          <p:nvPr>
            <p:ph type="ctrTitle"/>
          </p:nvPr>
        </p:nvSpPr>
        <p:spPr>
          <a:xfrm>
            <a:off x="792000" y="555626"/>
            <a:ext cx="7850285" cy="2169431"/>
          </a:xfrm>
        </p:spPr>
        <p:txBody>
          <a:bodyPr/>
          <a:lstStyle/>
          <a:p>
            <a:r>
              <a:rPr lang="en-US">
                <a:ea typeface="Calibri Light"/>
                <a:cs typeface="Calibri Light"/>
              </a:rPr>
              <a:t>What Do ICMPv6 </a:t>
            </a:r>
            <a:r>
              <a:rPr lang="en-US" b="1">
                <a:ea typeface="Calibri Light"/>
                <a:cs typeface="Calibri Light"/>
              </a:rPr>
              <a:t>Error Messages</a:t>
            </a:r>
            <a:r>
              <a:rPr lang="en-US">
                <a:ea typeface="Calibri Light"/>
                <a:cs typeface="Calibri Light"/>
              </a:rPr>
              <a:t> Reveal About Their </a:t>
            </a:r>
            <a:r>
              <a:rPr lang="en-US" b="1">
                <a:ea typeface="Calibri Light"/>
                <a:cs typeface="Calibri Light"/>
              </a:rPr>
              <a:t>Sources</a:t>
            </a:r>
            <a:r>
              <a:rPr lang="en-US">
                <a:ea typeface="Calibri Light"/>
                <a:cs typeface="Calibri Light"/>
              </a:rPr>
              <a:t>?</a:t>
            </a:r>
            <a:endParaRPr lang="en-US"/>
          </a:p>
        </p:txBody>
      </p:sp>
      <p:sp>
        <p:nvSpPr>
          <p:cNvPr id="11" name="Rectangle 10">
            <a:extLst>
              <a:ext uri="{FF2B5EF4-FFF2-40B4-BE49-F238E27FC236}">
                <a16:creationId xmlns:a16="http://schemas.microsoft.com/office/drawing/2014/main" id="{BE61EDD7-B546-B4D1-DD3C-22F35BCF7B90}"/>
              </a:ext>
            </a:extLst>
          </p:cNvPr>
          <p:cNvSpPr/>
          <p:nvPr/>
        </p:nvSpPr>
        <p:spPr>
          <a:xfrm>
            <a:off x="1600656" y="2936097"/>
            <a:ext cx="2142557" cy="9182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lgn="ctr">
              <a:buAutoNum type="arabicPeriod"/>
            </a:pPr>
            <a:r>
              <a:rPr lang="en-US" sz="3200">
                <a:solidFill>
                  <a:srgbClr val="0063A6"/>
                </a:solidFill>
                <a:ea typeface="Calibri Light"/>
                <a:cs typeface="Calibri Light"/>
              </a:rPr>
              <a:t>Networks</a:t>
            </a:r>
          </a:p>
        </p:txBody>
      </p:sp>
      <p:sp>
        <p:nvSpPr>
          <p:cNvPr id="12" name="Rectangle 11">
            <a:extLst>
              <a:ext uri="{FF2B5EF4-FFF2-40B4-BE49-F238E27FC236}">
                <a16:creationId xmlns:a16="http://schemas.microsoft.com/office/drawing/2014/main" id="{473562EC-E23C-49AC-F8A9-D9D22ABD9BE2}"/>
              </a:ext>
            </a:extLst>
          </p:cNvPr>
          <p:cNvSpPr/>
          <p:nvPr/>
        </p:nvSpPr>
        <p:spPr>
          <a:xfrm>
            <a:off x="4576084" y="2936096"/>
            <a:ext cx="2142557" cy="918238"/>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a:ea typeface="Calibri Light"/>
                <a:cs typeface="Calibri Light"/>
              </a:rPr>
              <a:t>2. Routers</a:t>
            </a:r>
          </a:p>
        </p:txBody>
      </p:sp>
      <p:sp>
        <p:nvSpPr>
          <p:cNvPr id="3" name="Foliennummernplatzhalter 4">
            <a:extLst>
              <a:ext uri="{FF2B5EF4-FFF2-40B4-BE49-F238E27FC236}">
                <a16:creationId xmlns:a16="http://schemas.microsoft.com/office/drawing/2014/main" id="{3EFBD80A-736F-47F7-2227-831BC934E6A5}"/>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a:solidFill>
                  <a:schemeClr val="bg1"/>
                </a:solidFill>
                <a:cs typeface="Calibri Light"/>
              </a:rPr>
              <a:t>7</a:t>
            </a:r>
          </a:p>
        </p:txBody>
      </p:sp>
    </p:spTree>
    <p:extLst>
      <p:ext uri="{BB962C8B-B14F-4D97-AF65-F5344CB8AC3E}">
        <p14:creationId xmlns:p14="http://schemas.microsoft.com/office/powerpoint/2010/main" val="5913380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2">
            <a:extLst>
              <a:ext uri="{FF2B5EF4-FFF2-40B4-BE49-F238E27FC236}">
                <a16:creationId xmlns:a16="http://schemas.microsoft.com/office/drawing/2014/main" id="{882B402C-1C0F-D303-DD75-C9CC18E80532}"/>
              </a:ext>
            </a:extLst>
          </p:cNvPr>
          <p:cNvSpPr>
            <a:spLocks noGrp="1"/>
          </p:cNvSpPr>
          <p:nvPr>
            <p:ph idx="1"/>
          </p:nvPr>
        </p:nvSpPr>
        <p:spPr>
          <a:xfrm>
            <a:off x="250825" y="1214083"/>
            <a:ext cx="8389938" cy="3293350"/>
          </a:xfrm>
        </p:spPr>
        <p:txBody>
          <a:bodyPr vert="horz" lIns="0" tIns="0" rIns="0" bIns="0" rtlCol="0" anchor="t">
            <a:noAutofit/>
          </a:bodyPr>
          <a:lstStyle/>
          <a:p>
            <a:pPr marL="0" lvl="1" indent="0">
              <a:buNone/>
            </a:pPr>
            <a:endParaRPr lang="en-GB" sz="1600" b="1">
              <a:cs typeface="Calibri Light"/>
            </a:endParaRPr>
          </a:p>
          <a:p>
            <a:pPr marL="179070" indent="-179705"/>
            <a:endParaRPr lang="en-GB">
              <a:cs typeface="Calibri Light"/>
            </a:endParaRPr>
          </a:p>
          <a:p>
            <a:pPr marL="179070" indent="-179705"/>
            <a:endParaRPr lang="en-GB">
              <a:cs typeface="Calibri Light"/>
            </a:endParaRPr>
          </a:p>
          <a:p>
            <a:pPr marL="179070" indent="-179705"/>
            <a:endParaRPr lang="en-GB">
              <a:cs typeface="Calibri Light"/>
            </a:endParaRPr>
          </a:p>
          <a:p>
            <a:pPr marL="179070" indent="-179705"/>
            <a:endParaRPr lang="en-GB">
              <a:cs typeface="Calibri Light"/>
            </a:endParaRPr>
          </a:p>
        </p:txBody>
      </p:sp>
      <p:sp>
        <p:nvSpPr>
          <p:cNvPr id="6" name="Textplatzhalter 2">
            <a:extLst>
              <a:ext uri="{FF2B5EF4-FFF2-40B4-BE49-F238E27FC236}">
                <a16:creationId xmlns:a16="http://schemas.microsoft.com/office/drawing/2014/main" id="{CC79AB2A-9EDE-A2DD-0E54-5A635E8705E8}"/>
              </a:ext>
            </a:extLst>
          </p:cNvPr>
          <p:cNvSpPr txBox="1">
            <a:spLocks/>
          </p:cNvSpPr>
          <p:nvPr/>
        </p:nvSpPr>
        <p:spPr>
          <a:xfrm>
            <a:off x="315500" y="2199201"/>
            <a:ext cx="2700000" cy="554156"/>
          </a:xfrm>
          <a:prstGeom prst="rect">
            <a:avLst/>
          </a:prstGeom>
        </p:spPr>
        <p:txBody>
          <a:bodyPr vert="horz" lIns="0" tIns="0" rIns="0" bIns="0" rtlCol="0" anchor="b" anchorCtr="0">
            <a:noAutofit/>
          </a:bodyPr>
          <a:lstStyle>
            <a:lvl1pPr marL="179388" indent="-180000" algn="l" defTabSz="685783" rtl="0" eaLnBrk="1" latinLnBrk="0" hangingPunct="1">
              <a:lnSpc>
                <a:spcPct val="110000"/>
              </a:lnSpc>
              <a:spcBef>
                <a:spcPts val="0"/>
              </a:spcBef>
              <a:spcAft>
                <a:spcPts val="375"/>
              </a:spcAft>
              <a:buSzPct val="80000"/>
              <a:buFont typeface="Arial" panose="020B0604020202020204" pitchFamily="34" charset="0"/>
              <a:buChar char="•"/>
              <a:tabLst/>
              <a:defRPr sz="1800" b="0" i="0" kern="1200">
                <a:solidFill>
                  <a:schemeClr val="tx1"/>
                </a:solidFill>
                <a:latin typeface="+mn-lt"/>
                <a:ea typeface="+mn-ea"/>
                <a:cs typeface="Calibri Light" panose="020F0302020204030204" pitchFamily="34" charset="0"/>
              </a:defRPr>
            </a:lvl1pPr>
            <a:lvl2pPr marL="36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500" b="0" i="0" kern="1200">
                <a:solidFill>
                  <a:schemeClr val="tx1"/>
                </a:solidFill>
                <a:latin typeface="+mn-lt"/>
                <a:ea typeface="+mn-ea"/>
                <a:cs typeface="Calibri Light" panose="020F0302020204030204" pitchFamily="34" charset="0"/>
              </a:defRPr>
            </a:lvl2pPr>
            <a:lvl3pPr marL="54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350" b="0" i="0" kern="1200">
                <a:solidFill>
                  <a:schemeClr val="tx1"/>
                </a:solidFill>
                <a:latin typeface="+mn-lt"/>
                <a:ea typeface="+mn-ea"/>
                <a:cs typeface="Calibri Light" panose="020F0302020204030204" pitchFamily="34" charset="0"/>
              </a:defRPr>
            </a:lvl3pPr>
            <a:lvl4pPr marL="72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4pPr>
            <a:lvl5pPr marL="90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indent="-342900">
              <a:buFont typeface="Arial" panose="020B0604020202020204" pitchFamily="34" charset="0"/>
              <a:buAutoNum type="arabicPeriod"/>
            </a:pPr>
            <a:r>
              <a:rPr lang="en-GB" sz="2400">
                <a:latin typeface="Calibri Light"/>
                <a:cs typeface="Calibri Light"/>
              </a:rPr>
              <a:t>Controlled Environment</a:t>
            </a:r>
            <a:endParaRPr lang="en-GB" sz="2400"/>
          </a:p>
        </p:txBody>
      </p:sp>
      <p:sp>
        <p:nvSpPr>
          <p:cNvPr id="8" name="Textplatzhalter 4">
            <a:extLst>
              <a:ext uri="{FF2B5EF4-FFF2-40B4-BE49-F238E27FC236}">
                <a16:creationId xmlns:a16="http://schemas.microsoft.com/office/drawing/2014/main" id="{90F47A60-C51E-17A6-6602-CD846D97266F}"/>
              </a:ext>
            </a:extLst>
          </p:cNvPr>
          <p:cNvSpPr txBox="1">
            <a:spLocks/>
          </p:cNvSpPr>
          <p:nvPr/>
        </p:nvSpPr>
        <p:spPr>
          <a:xfrm>
            <a:off x="3131286" y="2199201"/>
            <a:ext cx="2700000" cy="554156"/>
          </a:xfrm>
          <a:prstGeom prst="rect">
            <a:avLst/>
          </a:prstGeom>
        </p:spPr>
        <p:txBody>
          <a:bodyPr vert="horz" lIns="0" tIns="0" rIns="0" bIns="0" rtlCol="0" anchor="b" anchorCtr="0">
            <a:noAutofit/>
          </a:bodyPr>
          <a:lstStyle>
            <a:lvl1pPr marL="179388" indent="-180000" algn="l" defTabSz="685783" rtl="0" eaLnBrk="1" latinLnBrk="0" hangingPunct="1">
              <a:lnSpc>
                <a:spcPct val="110000"/>
              </a:lnSpc>
              <a:spcBef>
                <a:spcPts val="0"/>
              </a:spcBef>
              <a:spcAft>
                <a:spcPts val="375"/>
              </a:spcAft>
              <a:buSzPct val="80000"/>
              <a:buFont typeface="Arial" panose="020B0604020202020204" pitchFamily="34" charset="0"/>
              <a:buChar char="•"/>
              <a:tabLst/>
              <a:defRPr sz="1800" b="0" i="0" kern="1200">
                <a:solidFill>
                  <a:schemeClr val="tx1"/>
                </a:solidFill>
                <a:latin typeface="+mn-lt"/>
                <a:ea typeface="+mn-ea"/>
                <a:cs typeface="Calibri Light" panose="020F0302020204030204" pitchFamily="34" charset="0"/>
              </a:defRPr>
            </a:lvl1pPr>
            <a:lvl2pPr marL="36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500" b="0" i="0" kern="1200">
                <a:solidFill>
                  <a:schemeClr val="tx1"/>
                </a:solidFill>
                <a:latin typeface="+mn-lt"/>
                <a:ea typeface="+mn-ea"/>
                <a:cs typeface="Calibri Light" panose="020F0302020204030204" pitchFamily="34" charset="0"/>
              </a:defRPr>
            </a:lvl2pPr>
            <a:lvl3pPr marL="54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350" b="0" i="0" kern="1200">
                <a:solidFill>
                  <a:schemeClr val="tx1"/>
                </a:solidFill>
                <a:latin typeface="+mn-lt"/>
                <a:ea typeface="+mn-ea"/>
                <a:cs typeface="Calibri Light" panose="020F0302020204030204" pitchFamily="34" charset="0"/>
              </a:defRPr>
            </a:lvl3pPr>
            <a:lvl4pPr marL="72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4pPr>
            <a:lvl5pPr marL="90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2400">
                <a:latin typeface="Calibri Light"/>
                <a:cs typeface="Calibri Light"/>
              </a:rPr>
              <a:t>2. Verification in the IPv6 Internet</a:t>
            </a:r>
            <a:endParaRPr lang="en-GB" sz="2800"/>
          </a:p>
        </p:txBody>
      </p:sp>
      <p:sp>
        <p:nvSpPr>
          <p:cNvPr id="10" name="Textplatzhalter 5">
            <a:extLst>
              <a:ext uri="{FF2B5EF4-FFF2-40B4-BE49-F238E27FC236}">
                <a16:creationId xmlns:a16="http://schemas.microsoft.com/office/drawing/2014/main" id="{D13BD683-5539-A63B-A668-6C5D9D57071A}"/>
              </a:ext>
            </a:extLst>
          </p:cNvPr>
          <p:cNvSpPr txBox="1">
            <a:spLocks/>
          </p:cNvSpPr>
          <p:nvPr/>
        </p:nvSpPr>
        <p:spPr>
          <a:xfrm>
            <a:off x="6255500" y="2199201"/>
            <a:ext cx="2700000" cy="554156"/>
          </a:xfrm>
          <a:prstGeom prst="rect">
            <a:avLst/>
          </a:prstGeom>
        </p:spPr>
        <p:txBody>
          <a:bodyPr vert="horz" lIns="0" tIns="0" rIns="0" bIns="0" rtlCol="0" anchor="b" anchorCtr="0">
            <a:noAutofit/>
          </a:bodyPr>
          <a:lstStyle>
            <a:lvl1pPr marL="179388" indent="-180000" algn="l" defTabSz="685783" rtl="0" eaLnBrk="1" latinLnBrk="0" hangingPunct="1">
              <a:lnSpc>
                <a:spcPct val="110000"/>
              </a:lnSpc>
              <a:spcBef>
                <a:spcPts val="0"/>
              </a:spcBef>
              <a:spcAft>
                <a:spcPts val="375"/>
              </a:spcAft>
              <a:buSzPct val="80000"/>
              <a:buFont typeface="Arial" panose="020B0604020202020204" pitchFamily="34" charset="0"/>
              <a:buChar char="•"/>
              <a:tabLst/>
              <a:defRPr sz="1800" b="0" i="0" kern="1200">
                <a:solidFill>
                  <a:schemeClr val="tx1"/>
                </a:solidFill>
                <a:latin typeface="+mn-lt"/>
                <a:ea typeface="+mn-ea"/>
                <a:cs typeface="Calibri Light" panose="020F0302020204030204" pitchFamily="34" charset="0"/>
              </a:defRPr>
            </a:lvl1pPr>
            <a:lvl2pPr marL="36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500" b="0" i="0" kern="1200">
                <a:solidFill>
                  <a:schemeClr val="tx1"/>
                </a:solidFill>
                <a:latin typeface="+mn-lt"/>
                <a:ea typeface="+mn-ea"/>
                <a:cs typeface="Calibri Light" panose="020F0302020204030204" pitchFamily="34" charset="0"/>
              </a:defRPr>
            </a:lvl2pPr>
            <a:lvl3pPr marL="54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350" b="0" i="0" kern="1200">
                <a:solidFill>
                  <a:schemeClr val="tx1"/>
                </a:solidFill>
                <a:latin typeface="+mn-lt"/>
                <a:ea typeface="+mn-ea"/>
                <a:cs typeface="Calibri Light" panose="020F0302020204030204" pitchFamily="34" charset="0"/>
              </a:defRPr>
            </a:lvl3pPr>
            <a:lvl4pPr marL="72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4pPr>
            <a:lvl5pPr marL="90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2400">
                <a:latin typeface="Calibri Light"/>
                <a:cs typeface="Calibri Light"/>
              </a:rPr>
              <a:t>3. IPv6-wide Measurements</a:t>
            </a:r>
            <a:endParaRPr lang="en-GB" sz="2400"/>
          </a:p>
        </p:txBody>
      </p:sp>
      <p:sp>
        <p:nvSpPr>
          <p:cNvPr id="3" name="Rectangle 2">
            <a:extLst>
              <a:ext uri="{FF2B5EF4-FFF2-40B4-BE49-F238E27FC236}">
                <a16:creationId xmlns:a16="http://schemas.microsoft.com/office/drawing/2014/main" id="{DD5D8EFF-E8AF-B891-F470-093CC3C20E9E}"/>
              </a:ext>
            </a:extLst>
          </p:cNvPr>
          <p:cNvSpPr/>
          <p:nvPr/>
        </p:nvSpPr>
        <p:spPr>
          <a:xfrm>
            <a:off x="122463" y="1555295"/>
            <a:ext cx="2447245" cy="164102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el 1">
            <a:extLst>
              <a:ext uri="{FF2B5EF4-FFF2-40B4-BE49-F238E27FC236}">
                <a16:creationId xmlns:a16="http://schemas.microsoft.com/office/drawing/2014/main" id="{7C4C64F7-72A7-1FC7-F19F-5FB0607610F8}"/>
              </a:ext>
            </a:extLst>
          </p:cNvPr>
          <p:cNvSpPr>
            <a:spLocks noGrp="1"/>
          </p:cNvSpPr>
          <p:nvPr>
            <p:ph type="title"/>
          </p:nvPr>
        </p:nvSpPr>
        <p:spPr>
          <a:xfrm>
            <a:off x="250825" y="252000"/>
            <a:ext cx="8640000" cy="864000"/>
          </a:xfrm>
        </p:spPr>
        <p:txBody>
          <a:bodyPr/>
          <a:lstStyle/>
          <a:p>
            <a:r>
              <a:rPr lang="en-GB" sz="4400">
                <a:cs typeface="Calibri Light"/>
              </a:rPr>
              <a:t>Methods Overview</a:t>
            </a:r>
            <a:endParaRPr lang="en-US"/>
          </a:p>
        </p:txBody>
      </p:sp>
      <p:sp>
        <p:nvSpPr>
          <p:cNvPr id="7" name="Foliennummernplatzhalter 4">
            <a:extLst>
              <a:ext uri="{FF2B5EF4-FFF2-40B4-BE49-F238E27FC236}">
                <a16:creationId xmlns:a16="http://schemas.microsoft.com/office/drawing/2014/main" id="{E5880617-5E35-930F-0539-C91B04B3E331}"/>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a:solidFill>
                  <a:srgbClr val="0063A6"/>
                </a:solidFill>
                <a:cs typeface="Calibri Light"/>
              </a:rPr>
              <a:t>8</a:t>
            </a:r>
          </a:p>
        </p:txBody>
      </p:sp>
      <p:sp>
        <p:nvSpPr>
          <p:cNvPr id="2" name="TextBox 4">
            <a:extLst>
              <a:ext uri="{FF2B5EF4-FFF2-40B4-BE49-F238E27FC236}">
                <a16:creationId xmlns:a16="http://schemas.microsoft.com/office/drawing/2014/main" id="{DD206455-EB56-BB74-8A83-DC62B8DB3935}"/>
              </a:ext>
            </a:extLst>
          </p:cNvPr>
          <p:cNvSpPr txBox="1"/>
          <p:nvPr/>
        </p:nvSpPr>
        <p:spPr>
          <a:xfrm>
            <a:off x="248827" y="3346749"/>
            <a:ext cx="3734415" cy="107721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pPr marL="285750" indent="-285750">
              <a:buFont typeface="Calibri"/>
              <a:buChar char="-"/>
            </a:pPr>
            <a:r>
              <a:rPr lang="en-US" sz="1600" dirty="0">
                <a:ea typeface="Calibri Light"/>
                <a:cs typeface="Calibri Light"/>
              </a:rPr>
              <a:t>Collect error messages under six different routing </a:t>
            </a:r>
            <a:r>
              <a:rPr lang="en-US" sz="1600" b="1" dirty="0">
                <a:ea typeface="Calibri Light"/>
                <a:cs typeface="Calibri Light"/>
              </a:rPr>
              <a:t>scenarios</a:t>
            </a:r>
            <a:endParaRPr lang="en-US" dirty="0"/>
          </a:p>
          <a:p>
            <a:pPr marL="285750" indent="-285750">
              <a:buFont typeface="Calibri"/>
              <a:buChar char="-"/>
            </a:pPr>
            <a:r>
              <a:rPr lang="en-US" sz="1600" dirty="0">
                <a:ea typeface="Calibri Light"/>
                <a:cs typeface="Calibri Light"/>
              </a:rPr>
              <a:t>Find error messages that are returned only for active/inactive networks</a:t>
            </a:r>
          </a:p>
        </p:txBody>
      </p:sp>
      <p:sp>
        <p:nvSpPr>
          <p:cNvPr id="5" name="Rectangle 4">
            <a:extLst>
              <a:ext uri="{FF2B5EF4-FFF2-40B4-BE49-F238E27FC236}">
                <a16:creationId xmlns:a16="http://schemas.microsoft.com/office/drawing/2014/main" id="{F3074E6F-5351-AFB9-4A0B-113057388583}"/>
              </a:ext>
            </a:extLst>
          </p:cNvPr>
          <p:cNvSpPr/>
          <p:nvPr/>
        </p:nvSpPr>
        <p:spPr>
          <a:xfrm>
            <a:off x="1266832" y="4113848"/>
            <a:ext cx="1252518" cy="263998"/>
          </a:xfrm>
          <a:prstGeom prst="rect">
            <a:avLst/>
          </a:prstGeom>
          <a:noFill/>
          <a:ln w="28575">
            <a:solidFill>
              <a:srgbClr val="0063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de-DE"/>
            </a:defPPr>
            <a:lvl1pPr marL="0" algn="l" defTabSz="685783" rtl="0" eaLnBrk="1" latinLnBrk="0" hangingPunct="1">
              <a:defRPr sz="1350" kern="1200">
                <a:solidFill>
                  <a:schemeClr val="lt1"/>
                </a:solidFill>
                <a:latin typeface="+mn-lt"/>
                <a:ea typeface="+mn-ea"/>
                <a:cs typeface="+mn-cs"/>
              </a:defRPr>
            </a:lvl1pPr>
            <a:lvl2pPr marL="342892" algn="l" defTabSz="685783" rtl="0" eaLnBrk="1" latinLnBrk="0" hangingPunct="1">
              <a:defRPr sz="1350" kern="1200">
                <a:solidFill>
                  <a:schemeClr val="lt1"/>
                </a:solidFill>
                <a:latin typeface="+mn-lt"/>
                <a:ea typeface="+mn-ea"/>
                <a:cs typeface="+mn-cs"/>
              </a:defRPr>
            </a:lvl2pPr>
            <a:lvl3pPr marL="685783" algn="l" defTabSz="685783" rtl="0" eaLnBrk="1" latinLnBrk="0" hangingPunct="1">
              <a:defRPr sz="1350" kern="1200">
                <a:solidFill>
                  <a:schemeClr val="lt1"/>
                </a:solidFill>
                <a:latin typeface="+mn-lt"/>
                <a:ea typeface="+mn-ea"/>
                <a:cs typeface="+mn-cs"/>
              </a:defRPr>
            </a:lvl3pPr>
            <a:lvl4pPr marL="1028675" algn="l" defTabSz="685783" rtl="0" eaLnBrk="1" latinLnBrk="0" hangingPunct="1">
              <a:defRPr sz="1350" kern="1200">
                <a:solidFill>
                  <a:schemeClr val="lt1"/>
                </a:solidFill>
                <a:latin typeface="+mn-lt"/>
                <a:ea typeface="+mn-ea"/>
                <a:cs typeface="+mn-cs"/>
              </a:defRPr>
            </a:lvl4pPr>
            <a:lvl5pPr marL="1371566" algn="l" defTabSz="685783" rtl="0" eaLnBrk="1" latinLnBrk="0" hangingPunct="1">
              <a:defRPr sz="1350" kern="1200">
                <a:solidFill>
                  <a:schemeClr val="lt1"/>
                </a:solidFill>
                <a:latin typeface="+mn-lt"/>
                <a:ea typeface="+mn-ea"/>
                <a:cs typeface="+mn-cs"/>
              </a:defRPr>
            </a:lvl5pPr>
            <a:lvl6pPr marL="1714457" algn="l" defTabSz="685783" rtl="0" eaLnBrk="1" latinLnBrk="0" hangingPunct="1">
              <a:defRPr sz="1350" kern="1200">
                <a:solidFill>
                  <a:schemeClr val="lt1"/>
                </a:solidFill>
                <a:latin typeface="+mn-lt"/>
                <a:ea typeface="+mn-ea"/>
                <a:cs typeface="+mn-cs"/>
              </a:defRPr>
            </a:lvl6pPr>
            <a:lvl7pPr marL="2057348" algn="l" defTabSz="685783" rtl="0" eaLnBrk="1" latinLnBrk="0" hangingPunct="1">
              <a:defRPr sz="1350" kern="1200">
                <a:solidFill>
                  <a:schemeClr val="lt1"/>
                </a:solidFill>
                <a:latin typeface="+mn-lt"/>
                <a:ea typeface="+mn-ea"/>
                <a:cs typeface="+mn-cs"/>
              </a:defRPr>
            </a:lvl7pPr>
            <a:lvl8pPr marL="2400240" algn="l" defTabSz="685783" rtl="0" eaLnBrk="1" latinLnBrk="0" hangingPunct="1">
              <a:defRPr sz="1350" kern="1200">
                <a:solidFill>
                  <a:schemeClr val="lt1"/>
                </a:solidFill>
                <a:latin typeface="+mn-lt"/>
                <a:ea typeface="+mn-ea"/>
                <a:cs typeface="+mn-cs"/>
              </a:defRPr>
            </a:lvl8pPr>
            <a:lvl9pPr marL="2743132" algn="l" defTabSz="685783" rtl="0" eaLnBrk="1" latinLnBrk="0" hangingPunct="1">
              <a:defRPr sz="135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428653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network&#10;&#10;Description automatically generated">
            <a:extLst>
              <a:ext uri="{FF2B5EF4-FFF2-40B4-BE49-F238E27FC236}">
                <a16:creationId xmlns:a16="http://schemas.microsoft.com/office/drawing/2014/main" id="{6D4EDAD6-76E1-ADD3-A761-84EAE6D107B8}"/>
              </a:ext>
            </a:extLst>
          </p:cNvPr>
          <p:cNvPicPr>
            <a:picLocks noChangeAspect="1"/>
          </p:cNvPicPr>
          <p:nvPr/>
        </p:nvPicPr>
        <p:blipFill>
          <a:blip r:embed="rId2"/>
          <a:stretch>
            <a:fillRect/>
          </a:stretch>
        </p:blipFill>
        <p:spPr>
          <a:xfrm>
            <a:off x="1785151" y="871902"/>
            <a:ext cx="4948710" cy="3626983"/>
          </a:xfrm>
          <a:prstGeom prst="rect">
            <a:avLst/>
          </a:prstGeom>
        </p:spPr>
      </p:pic>
      <p:sp>
        <p:nvSpPr>
          <p:cNvPr id="2" name="Titel 1">
            <a:extLst>
              <a:ext uri="{FF2B5EF4-FFF2-40B4-BE49-F238E27FC236}">
                <a16:creationId xmlns:a16="http://schemas.microsoft.com/office/drawing/2014/main" id="{D1FFAB03-D9C8-D5C8-2199-26A7F7D948D3}"/>
              </a:ext>
            </a:extLst>
          </p:cNvPr>
          <p:cNvSpPr>
            <a:spLocks noGrp="1"/>
          </p:cNvSpPr>
          <p:nvPr>
            <p:ph type="title"/>
          </p:nvPr>
        </p:nvSpPr>
        <p:spPr/>
        <p:txBody>
          <a:bodyPr/>
          <a:lstStyle/>
          <a:p>
            <a:r>
              <a:rPr lang="en-GB" sz="4400"/>
              <a:t>Router Lab</a:t>
            </a:r>
          </a:p>
        </p:txBody>
      </p:sp>
      <p:graphicFrame>
        <p:nvGraphicFramePr>
          <p:cNvPr id="12" name="Table 11">
            <a:extLst>
              <a:ext uri="{FF2B5EF4-FFF2-40B4-BE49-F238E27FC236}">
                <a16:creationId xmlns:a16="http://schemas.microsoft.com/office/drawing/2014/main" id="{C2BD591C-6E75-E328-6879-6CB9FD9D7DCB}"/>
              </a:ext>
            </a:extLst>
          </p:cNvPr>
          <p:cNvGraphicFramePr>
            <a:graphicFrameLocks noGrp="1"/>
          </p:cNvGraphicFramePr>
          <p:nvPr>
            <p:extLst>
              <p:ext uri="{D42A27DB-BD31-4B8C-83A1-F6EECF244321}">
                <p14:modId xmlns:p14="http://schemas.microsoft.com/office/powerpoint/2010/main" val="2526694617"/>
              </p:ext>
            </p:extLst>
          </p:nvPr>
        </p:nvGraphicFramePr>
        <p:xfrm>
          <a:off x="7379731" y="3674374"/>
          <a:ext cx="1708536" cy="859760"/>
        </p:xfrm>
        <a:graphic>
          <a:graphicData uri="http://schemas.openxmlformats.org/drawingml/2006/table">
            <a:tbl>
              <a:tblPr firstRow="1" bandRow="1">
                <a:tableStyleId>{69012ECD-51FC-41F1-AA8D-1B2483CD663E}</a:tableStyleId>
              </a:tblPr>
              <a:tblGrid>
                <a:gridCol w="500472">
                  <a:extLst>
                    <a:ext uri="{9D8B030D-6E8A-4147-A177-3AD203B41FA5}">
                      <a16:colId xmlns:a16="http://schemas.microsoft.com/office/drawing/2014/main" val="2815775742"/>
                    </a:ext>
                  </a:extLst>
                </a:gridCol>
                <a:gridCol w="1208064">
                  <a:extLst>
                    <a:ext uri="{9D8B030D-6E8A-4147-A177-3AD203B41FA5}">
                      <a16:colId xmlns:a16="http://schemas.microsoft.com/office/drawing/2014/main" val="2207257522"/>
                    </a:ext>
                  </a:extLst>
                </a:gridCol>
              </a:tblGrid>
              <a:tr h="277480">
                <a:tc>
                  <a:txBody>
                    <a:bodyPr/>
                    <a:lstStyle/>
                    <a:p>
                      <a:r>
                        <a:rPr lang="en-US" sz="1400" err="1">
                          <a:solidFill>
                            <a:srgbClr val="FFFFFF"/>
                          </a:solidFill>
                        </a:rPr>
                        <a:t>Typ</a:t>
                      </a:r>
                      <a:endParaRPr lang="en-US" sz="1400">
                        <a:solidFill>
                          <a:srgbClr val="FFFFFF"/>
                        </a:solidFill>
                      </a:endParaRPr>
                    </a:p>
                  </a:txBody>
                  <a:tcPr/>
                </a:tc>
                <a:tc>
                  <a:txBody>
                    <a:bodyPr/>
                    <a:lstStyle/>
                    <a:p>
                      <a:pPr lvl="0">
                        <a:buNone/>
                      </a:pPr>
                      <a:r>
                        <a:rPr lang="en-US" sz="1400" b="1" i="0" u="none" strike="noStrike" noProof="0" dirty="0">
                          <a:solidFill>
                            <a:srgbClr val="FFFFFF"/>
                          </a:solidFill>
                          <a:latin typeface="Calibri Light"/>
                        </a:rPr>
                        <a:t>Firewall</a:t>
                      </a:r>
                      <a:endParaRPr lang="en-US" sz="1400" dirty="0"/>
                    </a:p>
                  </a:txBody>
                  <a:tcPr/>
                </a:tc>
                <a:extLst>
                  <a:ext uri="{0D108BD9-81ED-4DB2-BD59-A6C34878D82A}">
                    <a16:rowId xmlns:a16="http://schemas.microsoft.com/office/drawing/2014/main" val="2985880085"/>
                  </a:ext>
                </a:extLst>
              </a:tr>
              <a:tr h="277480">
                <a:tc>
                  <a:txBody>
                    <a:bodyPr/>
                    <a:lstStyle/>
                    <a:p>
                      <a:r>
                        <a:rPr lang="en-US" sz="1200" dirty="0">
                          <a:solidFill>
                            <a:schemeClr val="tx1"/>
                          </a:solidFill>
                        </a:rPr>
                        <a:t>1</a:t>
                      </a:r>
                    </a:p>
                  </a:txBody>
                  <a:tcPr>
                    <a:solidFill>
                      <a:schemeClr val="bg1"/>
                    </a:solidFill>
                  </a:tcPr>
                </a:tc>
                <a:tc>
                  <a:txBody>
                    <a:bodyPr/>
                    <a:lstStyle/>
                    <a:p>
                      <a:pPr lvl="0">
                        <a:buNone/>
                      </a:pPr>
                      <a:r>
                        <a:rPr lang="en-US" sz="1200" b="0" err="1">
                          <a:solidFill>
                            <a:schemeClr val="tx1"/>
                          </a:solidFill>
                        </a:rPr>
                        <a:t>PfSense</a:t>
                      </a:r>
                    </a:p>
                  </a:txBody>
                  <a:tcPr>
                    <a:solidFill>
                      <a:schemeClr val="bg1"/>
                    </a:solidFill>
                  </a:tcPr>
                </a:tc>
                <a:extLst>
                  <a:ext uri="{0D108BD9-81ED-4DB2-BD59-A6C34878D82A}">
                    <a16:rowId xmlns:a16="http://schemas.microsoft.com/office/drawing/2014/main" val="4244573421"/>
                  </a:ext>
                </a:extLst>
              </a:tr>
              <a:tr h="277480">
                <a:tc>
                  <a:txBody>
                    <a:bodyPr/>
                    <a:lstStyle/>
                    <a:p>
                      <a:r>
                        <a:rPr lang="en-US" sz="1200" dirty="0">
                          <a:solidFill>
                            <a:schemeClr val="tx1"/>
                          </a:solidFill>
                        </a:rPr>
                        <a:t>2</a:t>
                      </a:r>
                    </a:p>
                  </a:txBody>
                  <a:tcPr>
                    <a:solidFill>
                      <a:schemeClr val="bg1"/>
                    </a:solidFill>
                  </a:tcPr>
                </a:tc>
                <a:tc>
                  <a:txBody>
                    <a:bodyPr/>
                    <a:lstStyle/>
                    <a:p>
                      <a:pPr lvl="0">
                        <a:buNone/>
                      </a:pPr>
                      <a:r>
                        <a:rPr lang="en-US" sz="1200" err="1">
                          <a:solidFill>
                            <a:schemeClr val="tx1"/>
                          </a:solidFill>
                        </a:rPr>
                        <a:t>Fortigate</a:t>
                      </a:r>
                      <a:endParaRPr lang="en-US" sz="1200" dirty="0" err="1">
                        <a:solidFill>
                          <a:schemeClr val="tx1"/>
                        </a:solidFill>
                      </a:endParaRPr>
                    </a:p>
                  </a:txBody>
                  <a:tcPr/>
                </a:tc>
                <a:extLst>
                  <a:ext uri="{0D108BD9-81ED-4DB2-BD59-A6C34878D82A}">
                    <a16:rowId xmlns:a16="http://schemas.microsoft.com/office/drawing/2014/main" val="3155723716"/>
                  </a:ext>
                </a:extLst>
              </a:tr>
            </a:tbl>
          </a:graphicData>
        </a:graphic>
      </p:graphicFrame>
      <p:pic>
        <p:nvPicPr>
          <p:cNvPr id="4" name="Picture 3" descr="GitHub Logos and Usage · GitHub">
            <a:extLst>
              <a:ext uri="{FF2B5EF4-FFF2-40B4-BE49-F238E27FC236}">
                <a16:creationId xmlns:a16="http://schemas.microsoft.com/office/drawing/2014/main" id="{B8678F0F-E6EE-6A4C-392A-9A93F30AE328}"/>
              </a:ext>
            </a:extLst>
          </p:cNvPr>
          <p:cNvPicPr>
            <a:picLocks noChangeAspect="1"/>
          </p:cNvPicPr>
          <p:nvPr/>
        </p:nvPicPr>
        <p:blipFill>
          <a:blip r:embed="rId3"/>
          <a:stretch>
            <a:fillRect/>
          </a:stretch>
        </p:blipFill>
        <p:spPr>
          <a:xfrm>
            <a:off x="2764047" y="4473411"/>
            <a:ext cx="434377" cy="393042"/>
          </a:xfrm>
          <a:prstGeom prst="rect">
            <a:avLst/>
          </a:prstGeom>
        </p:spPr>
      </p:pic>
      <p:sp>
        <p:nvSpPr>
          <p:cNvPr id="9" name="TextBox 8">
            <a:extLst>
              <a:ext uri="{FF2B5EF4-FFF2-40B4-BE49-F238E27FC236}">
                <a16:creationId xmlns:a16="http://schemas.microsoft.com/office/drawing/2014/main" id="{4232778D-43E0-B5BD-7FE7-464442950FFA}"/>
              </a:ext>
            </a:extLst>
          </p:cNvPr>
          <p:cNvSpPr txBox="1"/>
          <p:nvPr/>
        </p:nvSpPr>
        <p:spPr>
          <a:xfrm>
            <a:off x="3100231" y="4500132"/>
            <a:ext cx="231396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de-AT" sz="1800">
                <a:cs typeface="Calibri Light"/>
                <a:hlinkClick r:id="rId4"/>
              </a:rPr>
              <a:t>sbaresearch/router-lab</a:t>
            </a:r>
            <a:endParaRPr lang="en-US"/>
          </a:p>
        </p:txBody>
      </p:sp>
      <p:cxnSp>
        <p:nvCxnSpPr>
          <p:cNvPr id="6" name="Straight Arrow Connector 5">
            <a:extLst>
              <a:ext uri="{FF2B5EF4-FFF2-40B4-BE49-F238E27FC236}">
                <a16:creationId xmlns:a16="http://schemas.microsoft.com/office/drawing/2014/main" id="{0B9A2D9B-1623-2730-9AD9-0DED9D1253E4}"/>
              </a:ext>
            </a:extLst>
          </p:cNvPr>
          <p:cNvCxnSpPr/>
          <p:nvPr/>
        </p:nvCxnSpPr>
        <p:spPr>
          <a:xfrm>
            <a:off x="2032906" y="1273629"/>
            <a:ext cx="114301" cy="74295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B3F82D6-1977-AD12-38D5-F86F544BC715}"/>
              </a:ext>
            </a:extLst>
          </p:cNvPr>
          <p:cNvSpPr txBox="1"/>
          <p:nvPr/>
        </p:nvSpPr>
        <p:spPr>
          <a:xfrm>
            <a:off x="1665513" y="965426"/>
            <a:ext cx="747032" cy="3000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solidFill>
                  <a:srgbClr val="0063A6"/>
                </a:solidFill>
                <a:cs typeface="Calibri Light"/>
              </a:rPr>
              <a:t>Routed</a:t>
            </a:r>
          </a:p>
        </p:txBody>
      </p:sp>
      <p:sp>
        <p:nvSpPr>
          <p:cNvPr id="10" name="Rectangle 9">
            <a:extLst>
              <a:ext uri="{FF2B5EF4-FFF2-40B4-BE49-F238E27FC236}">
                <a16:creationId xmlns:a16="http://schemas.microsoft.com/office/drawing/2014/main" id="{BFF17192-B939-38C5-768F-E5625DBECD83}"/>
              </a:ext>
            </a:extLst>
          </p:cNvPr>
          <p:cNvSpPr/>
          <p:nvPr/>
        </p:nvSpPr>
        <p:spPr>
          <a:xfrm>
            <a:off x="5568515" y="1169898"/>
            <a:ext cx="540884" cy="232683"/>
          </a:xfrm>
          <a:prstGeom prst="rect">
            <a:avLst/>
          </a:prstGeom>
          <a:noFill/>
          <a:ln w="28575">
            <a:solidFill>
              <a:srgbClr val="0063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550BAB-2C34-1ADE-F6DA-F9D5F303E245}"/>
              </a:ext>
            </a:extLst>
          </p:cNvPr>
          <p:cNvSpPr/>
          <p:nvPr/>
        </p:nvSpPr>
        <p:spPr>
          <a:xfrm>
            <a:off x="3918994" y="3904598"/>
            <a:ext cx="712334" cy="232683"/>
          </a:xfrm>
          <a:prstGeom prst="rect">
            <a:avLst/>
          </a:prstGeom>
          <a:noFill/>
          <a:ln w="28575">
            <a:solidFill>
              <a:srgbClr val="0063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FC0CDBF-67C1-3702-5345-0C747C4A12E4}"/>
              </a:ext>
            </a:extLst>
          </p:cNvPr>
          <p:cNvSpPr/>
          <p:nvPr/>
        </p:nvSpPr>
        <p:spPr>
          <a:xfrm>
            <a:off x="418418" y="3596367"/>
            <a:ext cx="1869620" cy="8450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400" dirty="0">
                <a:cs typeface="Calibri Light"/>
              </a:rPr>
              <a:t>11 Vendors, </a:t>
            </a:r>
            <a:br>
              <a:rPr lang="en-US" sz="1400" dirty="0">
                <a:cs typeface="Calibri Light"/>
              </a:rPr>
            </a:br>
            <a:r>
              <a:rPr lang="en-US" sz="1400" dirty="0">
                <a:cs typeface="Calibri Light"/>
              </a:rPr>
              <a:t>15 Appliances,</a:t>
            </a:r>
            <a:br>
              <a:rPr lang="en-US" sz="1400" dirty="0">
                <a:cs typeface="Calibri Light"/>
              </a:rPr>
            </a:br>
            <a:r>
              <a:rPr lang="en-US" sz="1400" dirty="0">
                <a:cs typeface="Calibri Light"/>
              </a:rPr>
              <a:t>6 routing scenarios derived from RFC 4443</a:t>
            </a:r>
            <a:endParaRPr lang="en-US" sz="1400">
              <a:cs typeface="Calibri Light"/>
            </a:endParaRPr>
          </a:p>
        </p:txBody>
      </p:sp>
      <p:cxnSp>
        <p:nvCxnSpPr>
          <p:cNvPr id="13" name="Straight Arrow Connector 12">
            <a:extLst>
              <a:ext uri="{FF2B5EF4-FFF2-40B4-BE49-F238E27FC236}">
                <a16:creationId xmlns:a16="http://schemas.microsoft.com/office/drawing/2014/main" id="{6E0A8E66-1A59-C494-15E4-420EFBB69403}"/>
              </a:ext>
            </a:extLst>
          </p:cNvPr>
          <p:cNvCxnSpPr/>
          <p:nvPr/>
        </p:nvCxnSpPr>
        <p:spPr>
          <a:xfrm>
            <a:off x="4882242" y="914401"/>
            <a:ext cx="498022" cy="734786"/>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4C4B337-E0C5-0D84-6905-1F1F62BCE0C4}"/>
              </a:ext>
            </a:extLst>
          </p:cNvPr>
          <p:cNvSpPr txBox="1"/>
          <p:nvPr/>
        </p:nvSpPr>
        <p:spPr>
          <a:xfrm>
            <a:off x="3820884" y="459241"/>
            <a:ext cx="2100262"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6"/>
                </a:solidFill>
                <a:cs typeface="Calibri Light"/>
              </a:rPr>
              <a:t>Valuable for further reconnaissance</a:t>
            </a:r>
            <a:endParaRPr lang="en-US" b="1">
              <a:solidFill>
                <a:schemeClr val="accent6"/>
              </a:solidFill>
            </a:endParaRPr>
          </a:p>
        </p:txBody>
      </p:sp>
      <p:sp>
        <p:nvSpPr>
          <p:cNvPr id="17" name="Foliennummernplatzhalter 4">
            <a:extLst>
              <a:ext uri="{FF2B5EF4-FFF2-40B4-BE49-F238E27FC236}">
                <a16:creationId xmlns:a16="http://schemas.microsoft.com/office/drawing/2014/main" id="{AA04D0ED-A191-87B2-561F-2B938F74391C}"/>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a:solidFill>
                  <a:srgbClr val="0063A6"/>
                </a:solidFill>
                <a:cs typeface="Calibri Light"/>
              </a:rPr>
              <a:t>9</a:t>
            </a:r>
          </a:p>
        </p:txBody>
      </p:sp>
      <p:graphicFrame>
        <p:nvGraphicFramePr>
          <p:cNvPr id="8" name="Table 7">
            <a:extLst>
              <a:ext uri="{FF2B5EF4-FFF2-40B4-BE49-F238E27FC236}">
                <a16:creationId xmlns:a16="http://schemas.microsoft.com/office/drawing/2014/main" id="{DB71E608-DDFC-95EC-7C0F-FDC04E08E263}"/>
              </a:ext>
            </a:extLst>
          </p:cNvPr>
          <p:cNvGraphicFramePr>
            <a:graphicFrameLocks noGrp="1"/>
          </p:cNvGraphicFramePr>
          <p:nvPr>
            <p:extLst>
              <p:ext uri="{D42A27DB-BD31-4B8C-83A1-F6EECF244321}">
                <p14:modId xmlns:p14="http://schemas.microsoft.com/office/powerpoint/2010/main" val="1459382128"/>
              </p:ext>
            </p:extLst>
          </p:nvPr>
        </p:nvGraphicFramePr>
        <p:xfrm>
          <a:off x="7056179" y="840809"/>
          <a:ext cx="2047448" cy="2773680"/>
        </p:xfrm>
        <a:graphic>
          <a:graphicData uri="http://schemas.openxmlformats.org/drawingml/2006/table">
            <a:tbl>
              <a:tblPr firstRow="1" bandRow="1">
                <a:tableStyleId>{69012ECD-51FC-41F1-AA8D-1B2483CD663E}</a:tableStyleId>
              </a:tblPr>
              <a:tblGrid>
                <a:gridCol w="484322">
                  <a:extLst>
                    <a:ext uri="{9D8B030D-6E8A-4147-A177-3AD203B41FA5}">
                      <a16:colId xmlns:a16="http://schemas.microsoft.com/office/drawing/2014/main" val="2815775742"/>
                    </a:ext>
                  </a:extLst>
                </a:gridCol>
                <a:gridCol w="1563126">
                  <a:extLst>
                    <a:ext uri="{9D8B030D-6E8A-4147-A177-3AD203B41FA5}">
                      <a16:colId xmlns:a16="http://schemas.microsoft.com/office/drawing/2014/main" val="2207257522"/>
                    </a:ext>
                  </a:extLst>
                </a:gridCol>
              </a:tblGrid>
              <a:tr h="268418">
                <a:tc>
                  <a:txBody>
                    <a:bodyPr/>
                    <a:lstStyle/>
                    <a:p>
                      <a:r>
                        <a:rPr lang="en-US" sz="1400" err="1">
                          <a:solidFill>
                            <a:srgbClr val="FFFFFF"/>
                          </a:solidFill>
                        </a:rPr>
                        <a:t>Typ</a:t>
                      </a:r>
                      <a:endParaRPr lang="en-US" sz="1400">
                        <a:solidFill>
                          <a:srgbClr val="FFFFFF"/>
                        </a:solidFill>
                      </a:endParaRPr>
                    </a:p>
                  </a:txBody>
                  <a:tcPr/>
                </a:tc>
                <a:tc>
                  <a:txBody>
                    <a:bodyPr/>
                    <a:lstStyle/>
                    <a:p>
                      <a:pPr lvl="0">
                        <a:buNone/>
                      </a:pPr>
                      <a:r>
                        <a:rPr lang="en-US" sz="1400" b="1" i="0" u="none" strike="noStrike" noProof="0" dirty="0">
                          <a:solidFill>
                            <a:srgbClr val="FFFFFF"/>
                          </a:solidFill>
                          <a:latin typeface="Calibri Light"/>
                        </a:rPr>
                        <a:t>Router / Router OS</a:t>
                      </a:r>
                      <a:endParaRPr lang="en-US" sz="1400" dirty="0"/>
                    </a:p>
                  </a:txBody>
                  <a:tcPr/>
                </a:tc>
                <a:extLst>
                  <a:ext uri="{0D108BD9-81ED-4DB2-BD59-A6C34878D82A}">
                    <a16:rowId xmlns:a16="http://schemas.microsoft.com/office/drawing/2014/main" val="2985880085"/>
                  </a:ext>
                </a:extLst>
              </a:tr>
              <a:tr h="242442">
                <a:tc>
                  <a:txBody>
                    <a:bodyPr/>
                    <a:lstStyle/>
                    <a:p>
                      <a:r>
                        <a:rPr lang="en-US" sz="1200" dirty="0">
                          <a:solidFill>
                            <a:schemeClr val="tx1"/>
                          </a:solidFill>
                        </a:rPr>
                        <a:t>1</a:t>
                      </a:r>
                    </a:p>
                  </a:txBody>
                  <a:tcPr/>
                </a:tc>
                <a:tc>
                  <a:txBody>
                    <a:bodyPr/>
                    <a:lstStyle/>
                    <a:p>
                      <a:pPr lvl="0">
                        <a:buNone/>
                      </a:pPr>
                      <a:r>
                        <a:rPr lang="en-US" sz="1200" b="0" dirty="0">
                          <a:solidFill>
                            <a:schemeClr val="tx1"/>
                          </a:solidFill>
                        </a:rPr>
                        <a:t>Cisco </a:t>
                      </a:r>
                      <a:r>
                        <a:rPr lang="en-US" sz="1200" b="0" dirty="0" err="1">
                          <a:solidFill>
                            <a:schemeClr val="tx1"/>
                          </a:solidFill>
                        </a:rPr>
                        <a:t>XRv</a:t>
                      </a:r>
                      <a:r>
                        <a:rPr lang="en-US" sz="1200" b="0" dirty="0">
                          <a:solidFill>
                            <a:schemeClr val="tx1"/>
                          </a:solidFill>
                        </a:rPr>
                        <a:t>, IOS-XE, IOS</a:t>
                      </a:r>
                    </a:p>
                  </a:txBody>
                  <a:tcPr/>
                </a:tc>
                <a:extLst>
                  <a:ext uri="{0D108BD9-81ED-4DB2-BD59-A6C34878D82A}">
                    <a16:rowId xmlns:a16="http://schemas.microsoft.com/office/drawing/2014/main" val="4244573421"/>
                  </a:ext>
                </a:extLst>
              </a:tr>
              <a:tr h="242442">
                <a:tc>
                  <a:txBody>
                    <a:bodyPr/>
                    <a:lstStyle/>
                    <a:p>
                      <a:r>
                        <a:rPr lang="en-US" sz="1200" dirty="0">
                          <a:solidFill>
                            <a:schemeClr val="tx1"/>
                          </a:solidFill>
                        </a:rPr>
                        <a:t>2</a:t>
                      </a:r>
                    </a:p>
                  </a:txBody>
                  <a:tcPr/>
                </a:tc>
                <a:tc>
                  <a:txBody>
                    <a:bodyPr/>
                    <a:lstStyle/>
                    <a:p>
                      <a:pPr lvl="0">
                        <a:buNone/>
                      </a:pPr>
                      <a:r>
                        <a:rPr lang="en-US" sz="1200" dirty="0">
                          <a:solidFill>
                            <a:schemeClr val="tx1"/>
                          </a:solidFill>
                        </a:rPr>
                        <a:t>Juniper Junos</a:t>
                      </a:r>
                    </a:p>
                  </a:txBody>
                  <a:tcPr/>
                </a:tc>
                <a:extLst>
                  <a:ext uri="{0D108BD9-81ED-4DB2-BD59-A6C34878D82A}">
                    <a16:rowId xmlns:a16="http://schemas.microsoft.com/office/drawing/2014/main" val="3155723716"/>
                  </a:ext>
                </a:extLst>
              </a:tr>
              <a:tr h="242442">
                <a:tc>
                  <a:txBody>
                    <a:bodyPr/>
                    <a:lstStyle/>
                    <a:p>
                      <a:r>
                        <a:rPr lang="en-US" sz="1200" dirty="0">
                          <a:solidFill>
                            <a:schemeClr val="tx1"/>
                          </a:solidFill>
                        </a:rPr>
                        <a:t>3</a:t>
                      </a:r>
                    </a:p>
                  </a:txBody>
                  <a:tcPr/>
                </a:tc>
                <a:tc>
                  <a:txBody>
                    <a:bodyPr/>
                    <a:lstStyle/>
                    <a:p>
                      <a:r>
                        <a:rPr lang="en-US" sz="1200" b="0" dirty="0">
                          <a:solidFill>
                            <a:schemeClr val="tx1"/>
                          </a:solidFill>
                        </a:rPr>
                        <a:t>Huawei </a:t>
                      </a:r>
                      <a:r>
                        <a:rPr lang="en-US" sz="1200" b="0" dirty="0" err="1">
                          <a:solidFill>
                            <a:schemeClr val="tx1"/>
                          </a:solidFill>
                        </a:rPr>
                        <a:t>NetEngine</a:t>
                      </a:r>
                    </a:p>
                  </a:txBody>
                  <a:tcPr/>
                </a:tc>
                <a:extLst>
                  <a:ext uri="{0D108BD9-81ED-4DB2-BD59-A6C34878D82A}">
                    <a16:rowId xmlns:a16="http://schemas.microsoft.com/office/drawing/2014/main" val="4072790100"/>
                  </a:ext>
                </a:extLst>
              </a:tr>
              <a:tr h="242442">
                <a:tc>
                  <a:txBody>
                    <a:bodyPr/>
                    <a:lstStyle/>
                    <a:p>
                      <a:pPr lvl="0">
                        <a:buNone/>
                      </a:pPr>
                      <a:r>
                        <a:rPr lang="en-US" sz="1200" dirty="0">
                          <a:solidFill>
                            <a:schemeClr val="tx1"/>
                          </a:solidFill>
                        </a:rPr>
                        <a:t>4</a:t>
                      </a:r>
                    </a:p>
                  </a:txBody>
                  <a:tcPr/>
                </a:tc>
                <a:tc>
                  <a:txBody>
                    <a:bodyPr/>
                    <a:lstStyle/>
                    <a:p>
                      <a:pPr lvl="0">
                        <a:buNone/>
                      </a:pPr>
                      <a:r>
                        <a:rPr lang="en-US" sz="1200" dirty="0">
                          <a:solidFill>
                            <a:schemeClr val="tx1"/>
                          </a:solidFill>
                        </a:rPr>
                        <a:t>HPE VSR</a:t>
                      </a:r>
                    </a:p>
                  </a:txBody>
                  <a:tcPr/>
                </a:tc>
                <a:extLst>
                  <a:ext uri="{0D108BD9-81ED-4DB2-BD59-A6C34878D82A}">
                    <a16:rowId xmlns:a16="http://schemas.microsoft.com/office/drawing/2014/main" val="3927362292"/>
                  </a:ext>
                </a:extLst>
              </a:tr>
              <a:tr h="242442">
                <a:tc>
                  <a:txBody>
                    <a:bodyPr/>
                    <a:lstStyle/>
                    <a:p>
                      <a:pPr lvl="0">
                        <a:buNone/>
                      </a:pPr>
                      <a:r>
                        <a:rPr lang="en-US" sz="1200" dirty="0">
                          <a:solidFill>
                            <a:schemeClr val="tx1"/>
                          </a:solidFill>
                        </a:rPr>
                        <a:t>5</a:t>
                      </a:r>
                    </a:p>
                  </a:txBody>
                  <a:tcPr/>
                </a:tc>
                <a:tc>
                  <a:txBody>
                    <a:bodyPr/>
                    <a:lstStyle/>
                    <a:p>
                      <a:pPr lvl="0">
                        <a:buNone/>
                      </a:pPr>
                      <a:r>
                        <a:rPr lang="en-US" sz="1200" b="0" i="0" u="none" strike="noStrike" noProof="0" dirty="0">
                          <a:solidFill>
                            <a:schemeClr val="tx1"/>
                          </a:solidFill>
                          <a:latin typeface="Calibri Light"/>
                        </a:rPr>
                        <a:t>Arista </a:t>
                      </a:r>
                    </a:p>
                  </a:txBody>
                  <a:tcPr/>
                </a:tc>
                <a:extLst>
                  <a:ext uri="{0D108BD9-81ED-4DB2-BD59-A6C34878D82A}">
                    <a16:rowId xmlns:a16="http://schemas.microsoft.com/office/drawing/2014/main" val="2921876241"/>
                  </a:ext>
                </a:extLst>
              </a:tr>
              <a:tr h="242442">
                <a:tc>
                  <a:txBody>
                    <a:bodyPr/>
                    <a:lstStyle/>
                    <a:p>
                      <a:pPr lvl="0">
                        <a:buNone/>
                      </a:pPr>
                      <a:r>
                        <a:rPr lang="en-US" sz="1200" dirty="0">
                          <a:solidFill>
                            <a:schemeClr val="tx1"/>
                          </a:solidFill>
                        </a:rPr>
                        <a:t>6</a:t>
                      </a:r>
                    </a:p>
                  </a:txBody>
                  <a:tcPr/>
                </a:tc>
                <a:tc>
                  <a:txBody>
                    <a:bodyPr/>
                    <a:lstStyle/>
                    <a:p>
                      <a:pPr lvl="0">
                        <a:buNone/>
                      </a:pPr>
                      <a:r>
                        <a:rPr lang="en-US" sz="1200" b="0" i="0" u="none" strike="noStrike" noProof="0" err="1">
                          <a:solidFill>
                            <a:schemeClr val="tx1"/>
                          </a:solidFill>
                          <a:latin typeface="Calibri Light"/>
                        </a:rPr>
                        <a:t>VyOs</a:t>
                      </a:r>
                      <a:endParaRPr lang="en-US" sz="1200"/>
                    </a:p>
                  </a:txBody>
                  <a:tcPr/>
                </a:tc>
                <a:extLst>
                  <a:ext uri="{0D108BD9-81ED-4DB2-BD59-A6C34878D82A}">
                    <a16:rowId xmlns:a16="http://schemas.microsoft.com/office/drawing/2014/main" val="3653004905"/>
                  </a:ext>
                </a:extLst>
              </a:tr>
              <a:tr h="242442">
                <a:tc>
                  <a:txBody>
                    <a:bodyPr/>
                    <a:lstStyle/>
                    <a:p>
                      <a:pPr lvl="0">
                        <a:buNone/>
                      </a:pPr>
                      <a:r>
                        <a:rPr lang="en-US" sz="1200" dirty="0">
                          <a:solidFill>
                            <a:schemeClr val="tx1"/>
                          </a:solidFill>
                        </a:rPr>
                        <a:t>7</a:t>
                      </a:r>
                    </a:p>
                  </a:txBody>
                  <a:tcPr/>
                </a:tc>
                <a:tc>
                  <a:txBody>
                    <a:bodyPr/>
                    <a:lstStyle/>
                    <a:p>
                      <a:pPr lvl="0" algn="l">
                        <a:lnSpc>
                          <a:spcPct val="100000"/>
                        </a:lnSpc>
                        <a:spcBef>
                          <a:spcPts val="0"/>
                        </a:spcBef>
                        <a:spcAft>
                          <a:spcPts val="0"/>
                        </a:spcAft>
                        <a:buNone/>
                      </a:pPr>
                      <a:r>
                        <a:rPr lang="en-US" sz="1200" b="0" i="0" u="none" strike="noStrike" noProof="0" dirty="0" err="1">
                          <a:solidFill>
                            <a:schemeClr val="tx1"/>
                          </a:solidFill>
                          <a:latin typeface="Calibri Light"/>
                        </a:rPr>
                        <a:t>Mikrotik</a:t>
                      </a:r>
                      <a:r>
                        <a:rPr lang="en-US" sz="1200" b="0" i="0" u="none" strike="noStrike" noProof="0" dirty="0">
                          <a:solidFill>
                            <a:schemeClr val="tx1"/>
                          </a:solidFill>
                          <a:latin typeface="Calibri Light"/>
                        </a:rPr>
                        <a:t> (2 Versions)</a:t>
                      </a:r>
                    </a:p>
                  </a:txBody>
                  <a:tcPr/>
                </a:tc>
                <a:extLst>
                  <a:ext uri="{0D108BD9-81ED-4DB2-BD59-A6C34878D82A}">
                    <a16:rowId xmlns:a16="http://schemas.microsoft.com/office/drawing/2014/main" val="3707438760"/>
                  </a:ext>
                </a:extLst>
              </a:tr>
              <a:tr h="242442">
                <a:tc>
                  <a:txBody>
                    <a:bodyPr/>
                    <a:lstStyle/>
                    <a:p>
                      <a:pPr lvl="0">
                        <a:buNone/>
                      </a:pPr>
                      <a:r>
                        <a:rPr lang="en-US" sz="1200" dirty="0">
                          <a:solidFill>
                            <a:schemeClr val="tx1"/>
                          </a:solidFill>
                        </a:rPr>
                        <a:t>8 </a:t>
                      </a:r>
                    </a:p>
                  </a:txBody>
                  <a:tcPr/>
                </a:tc>
                <a:tc>
                  <a:txBody>
                    <a:bodyPr/>
                    <a:lstStyle/>
                    <a:p>
                      <a:pPr lvl="0">
                        <a:buNone/>
                      </a:pPr>
                      <a:r>
                        <a:rPr lang="en-US" sz="1200" dirty="0" err="1">
                          <a:solidFill>
                            <a:schemeClr val="tx1"/>
                          </a:solidFill>
                        </a:rPr>
                        <a:t>OpenWRT</a:t>
                      </a:r>
                      <a:r>
                        <a:rPr lang="en-US" sz="1200" dirty="0">
                          <a:solidFill>
                            <a:schemeClr val="tx1"/>
                          </a:solidFill>
                        </a:rPr>
                        <a:t> (2 Versions)</a:t>
                      </a:r>
                    </a:p>
                  </a:txBody>
                  <a:tcPr/>
                </a:tc>
                <a:extLst>
                  <a:ext uri="{0D108BD9-81ED-4DB2-BD59-A6C34878D82A}">
                    <a16:rowId xmlns:a16="http://schemas.microsoft.com/office/drawing/2014/main" val="2160251633"/>
                  </a:ext>
                </a:extLst>
              </a:tr>
              <a:tr h="242442">
                <a:tc>
                  <a:txBody>
                    <a:bodyPr/>
                    <a:lstStyle/>
                    <a:p>
                      <a:pPr lvl="0">
                        <a:buNone/>
                      </a:pPr>
                      <a:r>
                        <a:rPr lang="en-US" sz="1200" dirty="0">
                          <a:solidFill>
                            <a:schemeClr val="tx1"/>
                          </a:solidFill>
                        </a:rPr>
                        <a:t>9</a:t>
                      </a:r>
                    </a:p>
                  </a:txBody>
                  <a:tcPr/>
                </a:tc>
                <a:tc>
                  <a:txBody>
                    <a:bodyPr/>
                    <a:lstStyle/>
                    <a:p>
                      <a:pPr lvl="0">
                        <a:buNone/>
                      </a:pPr>
                      <a:r>
                        <a:rPr lang="en-US" sz="1200" dirty="0">
                          <a:solidFill>
                            <a:schemeClr val="tx1"/>
                          </a:solidFill>
                        </a:rPr>
                        <a:t>Aruba</a:t>
                      </a:r>
                    </a:p>
                  </a:txBody>
                  <a:tcPr/>
                </a:tc>
                <a:extLst>
                  <a:ext uri="{0D108BD9-81ED-4DB2-BD59-A6C34878D82A}">
                    <a16:rowId xmlns:a16="http://schemas.microsoft.com/office/drawing/2014/main" val="1813675033"/>
                  </a:ext>
                </a:extLst>
              </a:tr>
            </a:tbl>
          </a:graphicData>
        </a:graphic>
      </p:graphicFrame>
    </p:spTree>
    <p:extLst>
      <p:ext uri="{BB962C8B-B14F-4D97-AF65-F5344CB8AC3E}">
        <p14:creationId xmlns:p14="http://schemas.microsoft.com/office/powerpoint/2010/main" val="1849508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0A517CD8-9665-BDBE-C3A6-632EC938009C}"/>
              </a:ext>
            </a:extLst>
          </p:cNvPr>
          <p:cNvGraphicFramePr>
            <a:graphicFrameLocks noGrp="1"/>
          </p:cNvGraphicFramePr>
          <p:nvPr>
            <p:extLst>
              <p:ext uri="{D42A27DB-BD31-4B8C-83A1-F6EECF244321}">
                <p14:modId xmlns:p14="http://schemas.microsoft.com/office/powerpoint/2010/main" val="973986600"/>
              </p:ext>
            </p:extLst>
          </p:nvPr>
        </p:nvGraphicFramePr>
        <p:xfrm>
          <a:off x="284221" y="904620"/>
          <a:ext cx="8152980" cy="3318203"/>
        </p:xfrm>
        <a:graphic>
          <a:graphicData uri="http://schemas.openxmlformats.org/drawingml/2006/table">
            <a:tbl>
              <a:tblPr bandRow="1">
                <a:tableStyleId>{5940675A-B579-460E-94D1-54222C63F5DA}</a:tableStyleId>
              </a:tblPr>
              <a:tblGrid>
                <a:gridCol w="1713648">
                  <a:extLst>
                    <a:ext uri="{9D8B030D-6E8A-4147-A177-3AD203B41FA5}">
                      <a16:colId xmlns:a16="http://schemas.microsoft.com/office/drawing/2014/main" val="1371741998"/>
                    </a:ext>
                  </a:extLst>
                </a:gridCol>
                <a:gridCol w="803671">
                  <a:extLst>
                    <a:ext uri="{9D8B030D-6E8A-4147-A177-3AD203B41FA5}">
                      <a16:colId xmlns:a16="http://schemas.microsoft.com/office/drawing/2014/main" val="4258789530"/>
                    </a:ext>
                  </a:extLst>
                </a:gridCol>
                <a:gridCol w="863201">
                  <a:extLst>
                    <a:ext uri="{9D8B030D-6E8A-4147-A177-3AD203B41FA5}">
                      <a16:colId xmlns:a16="http://schemas.microsoft.com/office/drawing/2014/main" val="3638172576"/>
                    </a:ext>
                  </a:extLst>
                </a:gridCol>
                <a:gridCol w="952498">
                  <a:extLst>
                    <a:ext uri="{9D8B030D-6E8A-4147-A177-3AD203B41FA5}">
                      <a16:colId xmlns:a16="http://schemas.microsoft.com/office/drawing/2014/main" val="1858568045"/>
                    </a:ext>
                  </a:extLst>
                </a:gridCol>
                <a:gridCol w="931238">
                  <a:extLst>
                    <a:ext uri="{9D8B030D-6E8A-4147-A177-3AD203B41FA5}">
                      <a16:colId xmlns:a16="http://schemas.microsoft.com/office/drawing/2014/main" val="1837476924"/>
                    </a:ext>
                  </a:extLst>
                </a:gridCol>
                <a:gridCol w="850474">
                  <a:extLst>
                    <a:ext uri="{9D8B030D-6E8A-4147-A177-3AD203B41FA5}">
                      <a16:colId xmlns:a16="http://schemas.microsoft.com/office/drawing/2014/main" val="3094161340"/>
                    </a:ext>
                  </a:extLst>
                </a:gridCol>
                <a:gridCol w="948461">
                  <a:extLst>
                    <a:ext uri="{9D8B030D-6E8A-4147-A177-3AD203B41FA5}">
                      <a16:colId xmlns:a16="http://schemas.microsoft.com/office/drawing/2014/main" val="1204864857"/>
                    </a:ext>
                  </a:extLst>
                </a:gridCol>
                <a:gridCol w="1089789">
                  <a:extLst>
                    <a:ext uri="{9D8B030D-6E8A-4147-A177-3AD203B41FA5}">
                      <a16:colId xmlns:a16="http://schemas.microsoft.com/office/drawing/2014/main" val="2903083790"/>
                    </a:ext>
                  </a:extLst>
                </a:gridCol>
              </a:tblGrid>
              <a:tr h="336776">
                <a:tc>
                  <a:txBody>
                    <a:bodyPr/>
                    <a:lstStyle/>
                    <a:p>
                      <a:pPr lvl="0" algn="ctr">
                        <a:buNone/>
                      </a:pPr>
                      <a:r>
                        <a:rPr lang="en-US" sz="1600" b="1">
                          <a:solidFill>
                            <a:schemeClr val="bg1"/>
                          </a:solidFill>
                        </a:rPr>
                        <a:t>Scenario</a:t>
                      </a:r>
                    </a:p>
                  </a:txBody>
                  <a:tcPr anchor="ctr">
                    <a:solidFill>
                      <a:srgbClr val="0063A6"/>
                    </a:solidFill>
                  </a:tcPr>
                </a:tc>
                <a:tc>
                  <a:txBody>
                    <a:bodyPr/>
                    <a:lstStyle/>
                    <a:p>
                      <a:pPr lvl="0" algn="ctr">
                        <a:buNone/>
                      </a:pPr>
                      <a:r>
                        <a:rPr lang="en-US" sz="1600" b="1">
                          <a:solidFill>
                            <a:schemeClr val="bg1"/>
                          </a:solidFill>
                        </a:rPr>
                        <a:t>1</a:t>
                      </a:r>
                    </a:p>
                  </a:txBody>
                  <a:tcPr anchor="ctr">
                    <a:solidFill>
                      <a:srgbClr val="0063A6"/>
                    </a:solidFill>
                  </a:tcPr>
                </a:tc>
                <a:tc>
                  <a:txBody>
                    <a:bodyPr/>
                    <a:lstStyle/>
                    <a:p>
                      <a:pPr lvl="0" algn="ctr">
                        <a:buNone/>
                      </a:pPr>
                      <a:r>
                        <a:rPr lang="en-US" sz="1600" b="1">
                          <a:solidFill>
                            <a:schemeClr val="bg1"/>
                          </a:solidFill>
                        </a:rPr>
                        <a:t>2</a:t>
                      </a:r>
                    </a:p>
                  </a:txBody>
                  <a:tcPr anchor="ctr">
                    <a:solidFill>
                      <a:schemeClr val="bg2">
                        <a:lumMod val="75000"/>
                      </a:schemeClr>
                    </a:solidFill>
                  </a:tcPr>
                </a:tc>
                <a:tc>
                  <a:txBody>
                    <a:bodyPr/>
                    <a:lstStyle/>
                    <a:p>
                      <a:pPr lvl="0" algn="ctr">
                        <a:buNone/>
                      </a:pPr>
                      <a:r>
                        <a:rPr lang="en-US" sz="1600" b="1">
                          <a:solidFill>
                            <a:schemeClr val="bg1"/>
                          </a:solidFill>
                        </a:rPr>
                        <a:t>3</a:t>
                      </a:r>
                    </a:p>
                  </a:txBody>
                  <a:tcPr anchor="ctr">
                    <a:solidFill>
                      <a:srgbClr val="0063A6"/>
                    </a:solidFill>
                  </a:tcPr>
                </a:tc>
                <a:tc>
                  <a:txBody>
                    <a:bodyPr/>
                    <a:lstStyle/>
                    <a:p>
                      <a:pPr lvl="0" algn="ctr">
                        <a:buNone/>
                      </a:pPr>
                      <a:r>
                        <a:rPr lang="en-US" sz="1600" b="1">
                          <a:solidFill>
                            <a:schemeClr val="bg1"/>
                          </a:solidFill>
                        </a:rPr>
                        <a:t>4</a:t>
                      </a:r>
                    </a:p>
                  </a:txBody>
                  <a:tcPr anchor="ctr">
                    <a:solidFill>
                      <a:schemeClr val="bg2">
                        <a:lumMod val="75000"/>
                      </a:schemeClr>
                    </a:solidFill>
                  </a:tcPr>
                </a:tc>
                <a:tc>
                  <a:txBody>
                    <a:bodyPr/>
                    <a:lstStyle/>
                    <a:p>
                      <a:pPr lvl="0" algn="ctr">
                        <a:buNone/>
                      </a:pPr>
                      <a:r>
                        <a:rPr lang="en-US" sz="1600" b="1">
                          <a:solidFill>
                            <a:schemeClr val="bg1"/>
                          </a:solidFill>
                        </a:rPr>
                        <a:t>5</a:t>
                      </a:r>
                    </a:p>
                  </a:txBody>
                  <a:tcPr anchor="ctr">
                    <a:solidFill>
                      <a:schemeClr val="bg2">
                        <a:lumMod val="75000"/>
                      </a:schemeClr>
                    </a:solidFill>
                  </a:tcPr>
                </a:tc>
                <a:tc>
                  <a:txBody>
                    <a:bodyPr/>
                    <a:lstStyle/>
                    <a:p>
                      <a:pPr lvl="0" algn="ctr">
                        <a:buNone/>
                      </a:pPr>
                      <a:r>
                        <a:rPr lang="en-US" sz="1600" b="1">
                          <a:solidFill>
                            <a:schemeClr val="bg1"/>
                          </a:solidFill>
                        </a:rPr>
                        <a:t>6</a:t>
                      </a:r>
                    </a:p>
                  </a:txBody>
                  <a:tcPr anchor="ctr">
                    <a:solidFill>
                      <a:schemeClr val="bg2">
                        <a:lumMod val="75000"/>
                      </a:schemeClr>
                    </a:solidFill>
                  </a:tcPr>
                </a:tc>
                <a:tc>
                  <a:txBody>
                    <a:bodyPr/>
                    <a:lstStyle/>
                    <a:p>
                      <a:pPr lvl="0">
                        <a:buNone/>
                      </a:pPr>
                      <a:endParaRPr lang="en-US" b="1">
                        <a:solidFill>
                          <a:schemeClr val="bg1"/>
                        </a:solidFill>
                      </a:endParaRPr>
                    </a:p>
                  </a:txBody>
                  <a:tcPr anchor="ctr">
                    <a:solidFill>
                      <a:srgbClr val="0063A6"/>
                    </a:solidFill>
                  </a:tcPr>
                </a:tc>
                <a:extLst>
                  <a:ext uri="{0D108BD9-81ED-4DB2-BD59-A6C34878D82A}">
                    <a16:rowId xmlns:a16="http://schemas.microsoft.com/office/drawing/2014/main" val="3895811698"/>
                  </a:ext>
                </a:extLst>
              </a:tr>
              <a:tr h="518891">
                <a:tc>
                  <a:txBody>
                    <a:bodyPr/>
                    <a:lstStyle/>
                    <a:p>
                      <a:pPr algn="ctr"/>
                      <a:r>
                        <a:rPr lang="en-US" b="1">
                          <a:solidFill>
                            <a:schemeClr val="bg1"/>
                          </a:solidFill>
                        </a:rPr>
                        <a:t>Description</a:t>
                      </a:r>
                    </a:p>
                  </a:txBody>
                  <a:tcPr anchor="ctr">
                    <a:solidFill>
                      <a:srgbClr val="0063A6"/>
                    </a:solidFill>
                  </a:tcPr>
                </a:tc>
                <a:tc>
                  <a:txBody>
                    <a:bodyPr/>
                    <a:lstStyle/>
                    <a:p>
                      <a:r>
                        <a:rPr lang="en-US" b="1">
                          <a:solidFill>
                            <a:schemeClr val="bg1"/>
                          </a:solidFill>
                        </a:rPr>
                        <a:t>Active Network</a:t>
                      </a:r>
                    </a:p>
                  </a:txBody>
                  <a:tcPr anchor="ctr">
                    <a:solidFill>
                      <a:srgbClr val="0063A6"/>
                    </a:solidFill>
                  </a:tcPr>
                </a:tc>
                <a:tc>
                  <a:txBody>
                    <a:bodyPr/>
                    <a:lstStyle/>
                    <a:p>
                      <a:r>
                        <a:rPr lang="en-US" b="1">
                          <a:solidFill>
                            <a:schemeClr val="bg1"/>
                          </a:solidFill>
                        </a:rPr>
                        <a:t>Inactive Network</a:t>
                      </a:r>
                    </a:p>
                  </a:txBody>
                  <a:tcPr anchor="ctr">
                    <a:solidFill>
                      <a:srgbClr val="0063A6"/>
                    </a:solidFill>
                  </a:tcPr>
                </a:tc>
                <a:tc>
                  <a:txBody>
                    <a:bodyPr/>
                    <a:lstStyle/>
                    <a:p>
                      <a:r>
                        <a:rPr lang="en-US" b="1">
                          <a:solidFill>
                            <a:schemeClr val="bg1"/>
                          </a:solidFill>
                        </a:rPr>
                        <a:t>Active </a:t>
                      </a:r>
                      <a:r>
                        <a:rPr lang="en-US" b="1" err="1">
                          <a:solidFill>
                            <a:schemeClr val="bg1"/>
                          </a:solidFill>
                        </a:rPr>
                        <a:t>Netw</a:t>
                      </a:r>
                      <a:r>
                        <a:rPr lang="en-US" b="1">
                          <a:solidFill>
                            <a:schemeClr val="bg1"/>
                          </a:solidFill>
                        </a:rPr>
                        <a:t>. ACL</a:t>
                      </a:r>
                    </a:p>
                  </a:txBody>
                  <a:tcPr anchor="ctr">
                    <a:solidFill>
                      <a:srgbClr val="0063A6"/>
                    </a:solidFill>
                  </a:tcPr>
                </a:tc>
                <a:tc>
                  <a:txBody>
                    <a:bodyPr/>
                    <a:lstStyle/>
                    <a:p>
                      <a:r>
                        <a:rPr lang="en-US" b="1">
                          <a:solidFill>
                            <a:schemeClr val="bg1"/>
                          </a:solidFill>
                        </a:rPr>
                        <a:t>Inactive </a:t>
                      </a:r>
                      <a:r>
                        <a:rPr lang="en-US" b="1" err="1">
                          <a:solidFill>
                            <a:schemeClr val="bg1"/>
                          </a:solidFill>
                        </a:rPr>
                        <a:t>Netw</a:t>
                      </a:r>
                      <a:r>
                        <a:rPr lang="en-US" b="1">
                          <a:solidFill>
                            <a:schemeClr val="bg1"/>
                          </a:solidFill>
                        </a:rPr>
                        <a:t>. ACL</a:t>
                      </a:r>
                    </a:p>
                  </a:txBody>
                  <a:tcPr anchor="ctr">
                    <a:solidFill>
                      <a:srgbClr val="0063A6"/>
                    </a:solidFill>
                  </a:tcPr>
                </a:tc>
                <a:tc>
                  <a:txBody>
                    <a:bodyPr/>
                    <a:lstStyle/>
                    <a:p>
                      <a:r>
                        <a:rPr lang="en-US" b="1">
                          <a:solidFill>
                            <a:schemeClr val="bg1"/>
                          </a:solidFill>
                        </a:rPr>
                        <a:t>Null Route</a:t>
                      </a:r>
                    </a:p>
                  </a:txBody>
                  <a:tcPr anchor="ctr">
                    <a:solidFill>
                      <a:srgbClr val="0063A6"/>
                    </a:solidFill>
                  </a:tcPr>
                </a:tc>
                <a:tc>
                  <a:txBody>
                    <a:bodyPr/>
                    <a:lstStyle/>
                    <a:p>
                      <a:r>
                        <a:rPr lang="en-US" b="1">
                          <a:solidFill>
                            <a:schemeClr val="bg1"/>
                          </a:solidFill>
                        </a:rPr>
                        <a:t>Routing Loop</a:t>
                      </a:r>
                    </a:p>
                  </a:txBody>
                  <a:tcPr anchor="ctr">
                    <a:solidFill>
                      <a:srgbClr val="0063A6"/>
                    </a:solidFill>
                  </a:tcPr>
                </a:tc>
                <a:tc>
                  <a:txBody>
                    <a:bodyPr/>
                    <a:lstStyle/>
                    <a:p>
                      <a:pPr lvl="0">
                        <a:buNone/>
                      </a:pPr>
                      <a:r>
                        <a:rPr lang="en-US" b="1">
                          <a:solidFill>
                            <a:schemeClr val="bg1"/>
                          </a:solidFill>
                        </a:rPr>
                        <a:t>Classification</a:t>
                      </a:r>
                    </a:p>
                  </a:txBody>
                  <a:tcPr anchor="ctr">
                    <a:solidFill>
                      <a:srgbClr val="0063A6"/>
                    </a:solidFill>
                  </a:tcPr>
                </a:tc>
                <a:extLst>
                  <a:ext uri="{0D108BD9-81ED-4DB2-BD59-A6C34878D82A}">
                    <a16:rowId xmlns:a16="http://schemas.microsoft.com/office/drawing/2014/main" val="977861545"/>
                  </a:ext>
                </a:extLst>
              </a:tr>
              <a:tr h="307817">
                <a:tc>
                  <a:txBody>
                    <a:bodyPr/>
                    <a:lstStyle/>
                    <a:p>
                      <a:r>
                        <a:rPr lang="en-US"/>
                        <a:t>No Route (S2)</a:t>
                      </a:r>
                    </a:p>
                  </a:txBody>
                  <a:tcPr anchor="ctr"/>
                </a:tc>
                <a:tc>
                  <a:txBody>
                    <a:bodyPr/>
                    <a:lstStyle/>
                    <a:p>
                      <a:r>
                        <a:rPr lang="en-US"/>
                        <a:t>○ 0</a:t>
                      </a:r>
                    </a:p>
                  </a:txBody>
                  <a:tcPr anchor="ctr"/>
                </a:tc>
                <a:tc>
                  <a:txBody>
                    <a:bodyPr/>
                    <a:lstStyle/>
                    <a:p>
                      <a:r>
                        <a:rPr lang="en-US"/>
                        <a:t>● 14</a:t>
                      </a:r>
                    </a:p>
                  </a:txBody>
                  <a:tcPr anchor="ctr"/>
                </a:tc>
                <a:tc>
                  <a:txBody>
                    <a:bodyPr/>
                    <a:lstStyle/>
                    <a:p>
                      <a:r>
                        <a:rPr lang="en-US"/>
                        <a:t>● 1</a:t>
                      </a:r>
                    </a:p>
                  </a:txBody>
                  <a:tcPr anchor="ctr"/>
                </a:tc>
                <a:tc>
                  <a:txBody>
                    <a:bodyPr/>
                    <a:lstStyle/>
                    <a:p>
                      <a:r>
                        <a:rPr lang="en-US"/>
                        <a:t>● 2</a:t>
                      </a:r>
                    </a:p>
                  </a:txBody>
                  <a:tcPr anchor="ctr"/>
                </a:tc>
                <a:tc>
                  <a:txBody>
                    <a:bodyPr/>
                    <a:lstStyle/>
                    <a:p>
                      <a:r>
                        <a:rPr lang="en-US"/>
                        <a:t>● 2</a:t>
                      </a:r>
                    </a:p>
                  </a:txBody>
                  <a:tcPr anchor="ctr"/>
                </a:tc>
                <a:tc>
                  <a:txBody>
                    <a:bodyPr/>
                    <a:lstStyle/>
                    <a:p>
                      <a:r>
                        <a:rPr lang="en-US"/>
                        <a:t>○ 0</a:t>
                      </a:r>
                    </a:p>
                  </a:txBody>
                  <a:tcPr anchor="ctr"/>
                </a:tc>
                <a:tc>
                  <a:txBody>
                    <a:bodyPr/>
                    <a:lstStyle/>
                    <a:p>
                      <a:pPr lvl="0">
                        <a:buNone/>
                      </a:pPr>
                      <a:r>
                        <a:rPr lang="en-US"/>
                        <a:t>Ambiguous</a:t>
                      </a:r>
                    </a:p>
                  </a:txBody>
                  <a:tcPr anchor="ctr"/>
                </a:tc>
                <a:extLst>
                  <a:ext uri="{0D108BD9-81ED-4DB2-BD59-A6C34878D82A}">
                    <a16:rowId xmlns:a16="http://schemas.microsoft.com/office/drawing/2014/main" val="424333427"/>
                  </a:ext>
                </a:extLst>
              </a:tr>
              <a:tr h="307817">
                <a:tc>
                  <a:txBody>
                    <a:bodyPr/>
                    <a:lstStyle/>
                    <a:p>
                      <a:r>
                        <a:rPr lang="en-US"/>
                        <a:t>Admin. </a:t>
                      </a:r>
                      <a:r>
                        <a:rPr lang="en-US" err="1"/>
                        <a:t>Prohib</a:t>
                      </a:r>
                      <a:r>
                        <a:rPr lang="en-US"/>
                        <a:t>. (S3,S4)</a:t>
                      </a:r>
                    </a:p>
                  </a:txBody>
                  <a:tcPr anchor="ctr"/>
                </a:tc>
                <a:tc>
                  <a:txBody>
                    <a:bodyPr/>
                    <a:lstStyle/>
                    <a:p>
                      <a:r>
                        <a:rPr lang="en-US"/>
                        <a:t>○ 0</a:t>
                      </a:r>
                    </a:p>
                  </a:txBody>
                  <a:tcPr anchor="ctr"/>
                </a:tc>
                <a:tc>
                  <a:txBody>
                    <a:bodyPr/>
                    <a:lstStyle/>
                    <a:p>
                      <a:r>
                        <a:rPr lang="en-US"/>
                        <a:t>○ 0</a:t>
                      </a:r>
                    </a:p>
                  </a:txBody>
                  <a:tcPr anchor="ctr"/>
                </a:tc>
                <a:tc>
                  <a:txBody>
                    <a:bodyPr/>
                    <a:lstStyle/>
                    <a:p>
                      <a:r>
                        <a:rPr lang="en-US"/>
                        <a:t>● 4</a:t>
                      </a:r>
                    </a:p>
                  </a:txBody>
                  <a:tcPr anchor="ctr"/>
                </a:tc>
                <a:tc>
                  <a:txBody>
                    <a:bodyPr/>
                    <a:lstStyle/>
                    <a:p>
                      <a:r>
                        <a:rPr lang="en-US"/>
                        <a:t>● 5</a:t>
                      </a:r>
                    </a:p>
                  </a:txBody>
                  <a:tcPr anchor="ctr"/>
                </a:tc>
                <a:tc>
                  <a:txBody>
                    <a:bodyPr/>
                    <a:lstStyle/>
                    <a:p>
                      <a:r>
                        <a:rPr lang="en-US"/>
                        <a:t>● 3</a:t>
                      </a:r>
                    </a:p>
                  </a:txBody>
                  <a:tcPr anchor="ctr"/>
                </a:tc>
                <a:tc>
                  <a:txBody>
                    <a:bodyPr/>
                    <a:lstStyle/>
                    <a:p>
                      <a:r>
                        <a:rPr lang="en-US"/>
                        <a:t>○ 0</a:t>
                      </a:r>
                    </a:p>
                  </a:txBody>
                  <a:tcPr anchor="ctr"/>
                </a:tc>
                <a:tc>
                  <a:txBody>
                    <a:bodyPr/>
                    <a:lstStyle/>
                    <a:p>
                      <a:pPr lvl="0">
                        <a:buNone/>
                      </a:pPr>
                      <a:r>
                        <a:rPr lang="en-US" sz="1400" b="0" i="0" u="none" strike="noStrike" noProof="0">
                          <a:solidFill>
                            <a:srgbClr val="000000"/>
                          </a:solidFill>
                          <a:latin typeface="Calibri Light"/>
                        </a:rPr>
                        <a:t>Ambiguous</a:t>
                      </a:r>
                      <a:endParaRPr lang="en-US"/>
                    </a:p>
                  </a:txBody>
                  <a:tcPr anchor="ctr"/>
                </a:tc>
                <a:extLst>
                  <a:ext uri="{0D108BD9-81ED-4DB2-BD59-A6C34878D82A}">
                    <a16:rowId xmlns:a16="http://schemas.microsoft.com/office/drawing/2014/main" val="1125440995"/>
                  </a:ext>
                </a:extLst>
              </a:tr>
              <a:tr h="307817">
                <a:tc>
                  <a:txBody>
                    <a:bodyPr/>
                    <a:lstStyle/>
                    <a:p>
                      <a:r>
                        <a:rPr lang="en-US" err="1"/>
                        <a:t>Addr</a:t>
                      </a:r>
                      <a:r>
                        <a:rPr lang="en-US"/>
                        <a:t>. </a:t>
                      </a:r>
                      <a:r>
                        <a:rPr lang="en-US" err="1"/>
                        <a:t>Unreach</a:t>
                      </a:r>
                      <a:r>
                        <a:rPr lang="en-US"/>
                        <a:t>. (S1)</a:t>
                      </a:r>
                    </a:p>
                  </a:txBody>
                  <a:tcPr anchor="ctr"/>
                </a:tc>
                <a:tc>
                  <a:txBody>
                    <a:bodyPr/>
                    <a:lstStyle/>
                    <a:p>
                      <a:r>
                        <a:rPr lang="en-US"/>
                        <a:t>● 14</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1</a:t>
                      </a:r>
                    </a:p>
                  </a:txBody>
                  <a:tcPr anchor="ctr"/>
                </a:tc>
                <a:tc>
                  <a:txBody>
                    <a:bodyPr/>
                    <a:lstStyle/>
                    <a:p>
                      <a:r>
                        <a:rPr lang="en-US"/>
                        <a:t>○ 0</a:t>
                      </a:r>
                    </a:p>
                  </a:txBody>
                  <a:tcPr anchor="ctr"/>
                </a:tc>
                <a:tc>
                  <a:txBody>
                    <a:bodyPr/>
                    <a:lstStyle/>
                    <a:p>
                      <a:pPr lvl="0">
                        <a:buNone/>
                      </a:pPr>
                      <a:r>
                        <a:rPr lang="en-US"/>
                        <a:t>Ambiguous</a:t>
                      </a:r>
                    </a:p>
                  </a:txBody>
                  <a:tcPr anchor="ctr"/>
                </a:tc>
                <a:extLst>
                  <a:ext uri="{0D108BD9-81ED-4DB2-BD59-A6C34878D82A}">
                    <a16:rowId xmlns:a16="http://schemas.microsoft.com/office/drawing/2014/main" val="2666444274"/>
                  </a:ext>
                </a:extLst>
              </a:tr>
              <a:tr h="307817">
                <a:tc>
                  <a:txBody>
                    <a:bodyPr/>
                    <a:lstStyle/>
                    <a:p>
                      <a:r>
                        <a:rPr lang="en-US"/>
                        <a:t>Port </a:t>
                      </a:r>
                      <a:r>
                        <a:rPr lang="en-US" err="1"/>
                        <a:t>Unreach</a:t>
                      </a:r>
                      <a:r>
                        <a:rPr lang="en-US"/>
                        <a:t>. ()</a:t>
                      </a:r>
                    </a:p>
                  </a:txBody>
                  <a:tcPr anchor="ctr"/>
                </a:tc>
                <a:tc>
                  <a:txBody>
                    <a:bodyPr/>
                    <a:lstStyle/>
                    <a:p>
                      <a:r>
                        <a:rPr lang="en-US"/>
                        <a:t>○ 0</a:t>
                      </a:r>
                    </a:p>
                  </a:txBody>
                  <a:tcPr anchor="ctr"/>
                </a:tc>
                <a:tc>
                  <a:txBody>
                    <a:bodyPr/>
                    <a:lstStyle/>
                    <a:p>
                      <a:r>
                        <a:rPr lang="en-US"/>
                        <a:t>○ 0</a:t>
                      </a:r>
                    </a:p>
                  </a:txBody>
                  <a:tcPr anchor="ctr"/>
                </a:tc>
                <a:tc>
                  <a:txBody>
                    <a:bodyPr/>
                    <a:lstStyle/>
                    <a:p>
                      <a:r>
                        <a:rPr lang="en-US"/>
                        <a:t>● 3</a:t>
                      </a:r>
                    </a:p>
                  </a:txBody>
                  <a:tcPr anchor="ctr"/>
                </a:tc>
                <a:tc>
                  <a:txBody>
                    <a:bodyPr/>
                    <a:lstStyle/>
                    <a:p>
                      <a:r>
                        <a:rPr lang="en-US"/>
                        <a:t>● 2</a:t>
                      </a:r>
                    </a:p>
                  </a:txBody>
                  <a:tcPr anchor="ctr"/>
                </a:tc>
                <a:tc>
                  <a:txBody>
                    <a:bodyPr/>
                    <a:lstStyle/>
                    <a:p>
                      <a:r>
                        <a:rPr lang="en-US"/>
                        <a:t>○ 0</a:t>
                      </a:r>
                    </a:p>
                  </a:txBody>
                  <a:tcPr anchor="ctr"/>
                </a:tc>
                <a:tc>
                  <a:txBody>
                    <a:bodyPr/>
                    <a:lstStyle/>
                    <a:p>
                      <a:r>
                        <a:rPr lang="en-US"/>
                        <a:t>○ 0</a:t>
                      </a:r>
                    </a:p>
                  </a:txBody>
                  <a:tcPr anchor="ctr"/>
                </a:tc>
                <a:tc>
                  <a:txBody>
                    <a:bodyPr/>
                    <a:lstStyle/>
                    <a:p>
                      <a:pPr lvl="0">
                        <a:buNone/>
                      </a:pPr>
                      <a:r>
                        <a:rPr lang="en-US"/>
                        <a:t>Ambiguous</a:t>
                      </a:r>
                    </a:p>
                  </a:txBody>
                  <a:tcPr anchor="ctr"/>
                </a:tc>
                <a:extLst>
                  <a:ext uri="{0D108BD9-81ED-4DB2-BD59-A6C34878D82A}">
                    <a16:rowId xmlns:a16="http://schemas.microsoft.com/office/drawing/2014/main" val="2331363320"/>
                  </a:ext>
                </a:extLst>
              </a:tr>
              <a:tr h="307817">
                <a:tc>
                  <a:txBody>
                    <a:bodyPr/>
                    <a:lstStyle/>
                    <a:p>
                      <a:r>
                        <a:rPr lang="en-US"/>
                        <a:t>Failed Policy (S3,S4)</a:t>
                      </a:r>
                    </a:p>
                  </a:txBody>
                  <a:tcPr anchor="ctr"/>
                </a:tc>
                <a:tc>
                  <a:txBody>
                    <a:bodyPr/>
                    <a:lstStyle/>
                    <a:p>
                      <a:r>
                        <a:rPr lang="en-US"/>
                        <a:t>○ 0</a:t>
                      </a:r>
                    </a:p>
                  </a:txBody>
                  <a:tcPr anchor="ctr"/>
                </a:tc>
                <a:tc>
                  <a:txBody>
                    <a:bodyPr/>
                    <a:lstStyle/>
                    <a:p>
                      <a:r>
                        <a:rPr lang="en-US"/>
                        <a:t>● 1</a:t>
                      </a:r>
                    </a:p>
                  </a:txBody>
                  <a:tcPr anchor="ctr"/>
                </a:tc>
                <a:tc>
                  <a:txBody>
                    <a:bodyPr/>
                    <a:lstStyle/>
                    <a:p>
                      <a:r>
                        <a:rPr lang="en-US"/>
                        <a:t>● 1</a:t>
                      </a:r>
                    </a:p>
                  </a:txBody>
                  <a:tcPr anchor="ctr"/>
                </a:tc>
                <a:tc>
                  <a:txBody>
                    <a:bodyPr/>
                    <a:lstStyle/>
                    <a:p>
                      <a:r>
                        <a:rPr lang="en-US"/>
                        <a:t>● 2</a:t>
                      </a:r>
                    </a:p>
                  </a:txBody>
                  <a:tcPr anchor="ctr"/>
                </a:tc>
                <a:tc>
                  <a:txBody>
                    <a:bodyPr/>
                    <a:lstStyle/>
                    <a:p>
                      <a:r>
                        <a:rPr lang="en-US"/>
                        <a:t>○ 0</a:t>
                      </a:r>
                    </a:p>
                  </a:txBody>
                  <a:tcPr anchor="ctr"/>
                </a:tc>
                <a:tc>
                  <a:txBody>
                    <a:bodyPr/>
                    <a:lstStyle/>
                    <a:p>
                      <a:r>
                        <a:rPr lang="en-US"/>
                        <a:t>○ 0</a:t>
                      </a:r>
                    </a:p>
                  </a:txBody>
                  <a:tcPr anchor="ctr"/>
                </a:tc>
                <a:tc>
                  <a:txBody>
                    <a:bodyPr/>
                    <a:lstStyle/>
                    <a:p>
                      <a:pPr lvl="0">
                        <a:buNone/>
                      </a:pPr>
                      <a:r>
                        <a:rPr lang="en-US" sz="1400" b="0" i="0" u="none" strike="noStrike" noProof="0">
                          <a:solidFill>
                            <a:srgbClr val="000000"/>
                          </a:solidFill>
                          <a:latin typeface="Calibri Light"/>
                        </a:rPr>
                        <a:t>Ambiguous</a:t>
                      </a:r>
                      <a:endParaRPr lang="en-US"/>
                    </a:p>
                  </a:txBody>
                  <a:tcPr anchor="ctr"/>
                </a:tc>
                <a:extLst>
                  <a:ext uri="{0D108BD9-81ED-4DB2-BD59-A6C34878D82A}">
                    <a16:rowId xmlns:a16="http://schemas.microsoft.com/office/drawing/2014/main" val="1268552657"/>
                  </a:ext>
                </a:extLst>
              </a:tr>
              <a:tr h="307817">
                <a:tc>
                  <a:txBody>
                    <a:bodyPr/>
                    <a:lstStyle/>
                    <a:p>
                      <a:r>
                        <a:rPr lang="en-US"/>
                        <a:t>Reject Route (S5)</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2</a:t>
                      </a:r>
                    </a:p>
                  </a:txBody>
                  <a:tcPr anchor="ctr"/>
                </a:tc>
                <a:tc>
                  <a:txBody>
                    <a:bodyPr/>
                    <a:lstStyle/>
                    <a:p>
                      <a:r>
                        <a:rPr lang="en-US"/>
                        <a:t>○ 0</a:t>
                      </a:r>
                    </a:p>
                  </a:txBody>
                  <a:tcPr anchor="ctr"/>
                </a:tc>
                <a:tc>
                  <a:txBody>
                    <a:bodyPr/>
                    <a:lstStyle/>
                    <a:p>
                      <a:pPr lvl="0" algn="l">
                        <a:lnSpc>
                          <a:spcPct val="100000"/>
                        </a:lnSpc>
                        <a:spcBef>
                          <a:spcPts val="0"/>
                        </a:spcBef>
                        <a:spcAft>
                          <a:spcPts val="0"/>
                        </a:spcAft>
                        <a:buNone/>
                      </a:pPr>
                      <a:r>
                        <a:rPr lang="en-US" sz="1400" b="0" i="0" u="none" strike="noStrike" noProof="0">
                          <a:solidFill>
                            <a:srgbClr val="000000"/>
                          </a:solidFill>
                          <a:latin typeface="Calibri Light"/>
                        </a:rPr>
                        <a:t>Inactive</a:t>
                      </a:r>
                    </a:p>
                  </a:txBody>
                  <a:tcPr anchor="ctr"/>
                </a:tc>
                <a:extLst>
                  <a:ext uri="{0D108BD9-81ED-4DB2-BD59-A6C34878D82A}">
                    <a16:rowId xmlns:a16="http://schemas.microsoft.com/office/drawing/2014/main" val="1814502145"/>
                  </a:ext>
                </a:extLst>
              </a:tr>
              <a:tr h="307817">
                <a:tc>
                  <a:txBody>
                    <a:bodyPr/>
                    <a:lstStyle/>
                    <a:p>
                      <a:r>
                        <a:rPr lang="en-US"/>
                        <a:t>Time Exceeded (S6)</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15</a:t>
                      </a:r>
                    </a:p>
                  </a:txBody>
                  <a:tcPr anchor="ctr"/>
                </a:tc>
                <a:tc>
                  <a:txBody>
                    <a:bodyPr/>
                    <a:lstStyle/>
                    <a:p>
                      <a:pPr lvl="0">
                        <a:buNone/>
                      </a:pPr>
                      <a:r>
                        <a:rPr lang="en-US"/>
                        <a:t>Inactive</a:t>
                      </a:r>
                    </a:p>
                  </a:txBody>
                  <a:tcPr anchor="ctr"/>
                </a:tc>
                <a:extLst>
                  <a:ext uri="{0D108BD9-81ED-4DB2-BD59-A6C34878D82A}">
                    <a16:rowId xmlns:a16="http://schemas.microsoft.com/office/drawing/2014/main" val="1742790501"/>
                  </a:ext>
                </a:extLst>
              </a:tr>
              <a:tr h="307817">
                <a:tc>
                  <a:txBody>
                    <a:bodyPr/>
                    <a:lstStyle/>
                    <a:p>
                      <a:r>
                        <a:rPr lang="en-US"/>
                        <a:t>∅</a:t>
                      </a:r>
                    </a:p>
                  </a:txBody>
                  <a:tcPr anchor="ctr"/>
                </a:tc>
                <a:tc>
                  <a:txBody>
                    <a:bodyPr/>
                    <a:lstStyle/>
                    <a:p>
                      <a:r>
                        <a:rPr lang="en-US"/>
                        <a:t>● 1</a:t>
                      </a:r>
                    </a:p>
                  </a:txBody>
                  <a:tcPr anchor="ctr"/>
                </a:tc>
                <a:tc>
                  <a:txBody>
                    <a:bodyPr/>
                    <a:lstStyle/>
                    <a:p>
                      <a:r>
                        <a:rPr lang="en-US"/>
                        <a:t>○ 0</a:t>
                      </a:r>
                    </a:p>
                  </a:txBody>
                  <a:tcPr anchor="ctr"/>
                </a:tc>
                <a:tc>
                  <a:txBody>
                    <a:bodyPr/>
                    <a:lstStyle/>
                    <a:p>
                      <a:r>
                        <a:rPr lang="en-US"/>
                        <a:t>● 4</a:t>
                      </a:r>
                    </a:p>
                  </a:txBody>
                  <a:tcPr anchor="ctr"/>
                </a:tc>
                <a:tc>
                  <a:txBody>
                    <a:bodyPr/>
                    <a:lstStyle/>
                    <a:p>
                      <a:r>
                        <a:rPr lang="en-US"/>
                        <a:t>● 3</a:t>
                      </a:r>
                    </a:p>
                  </a:txBody>
                  <a:tcPr anchor="ctr"/>
                </a:tc>
                <a:tc>
                  <a:txBody>
                    <a:bodyPr/>
                    <a:lstStyle/>
                    <a:p>
                      <a:r>
                        <a:rPr lang="en-US"/>
                        <a:t>● 9</a:t>
                      </a:r>
                    </a:p>
                  </a:txBody>
                  <a:tcPr anchor="ctr"/>
                </a:tc>
                <a:tc>
                  <a:txBody>
                    <a:bodyPr/>
                    <a:lstStyle/>
                    <a:p>
                      <a:r>
                        <a:rPr lang="en-US"/>
                        <a:t>○ 0</a:t>
                      </a:r>
                    </a:p>
                  </a:txBody>
                  <a:tcPr anchor="ctr"/>
                </a:tc>
                <a:tc>
                  <a:txBody>
                    <a:bodyPr/>
                    <a:lstStyle/>
                    <a:p>
                      <a:pPr lvl="0">
                        <a:buNone/>
                      </a:pPr>
                      <a:endParaRPr lang="en-US"/>
                    </a:p>
                  </a:txBody>
                  <a:tcPr anchor="ctr"/>
                </a:tc>
                <a:extLst>
                  <a:ext uri="{0D108BD9-81ED-4DB2-BD59-A6C34878D82A}">
                    <a16:rowId xmlns:a16="http://schemas.microsoft.com/office/drawing/2014/main" val="626711528"/>
                  </a:ext>
                </a:extLst>
              </a:tr>
            </a:tbl>
          </a:graphicData>
        </a:graphic>
      </p:graphicFrame>
      <p:sp>
        <p:nvSpPr>
          <p:cNvPr id="2" name="Titel 1">
            <a:extLst>
              <a:ext uri="{FF2B5EF4-FFF2-40B4-BE49-F238E27FC236}">
                <a16:creationId xmlns:a16="http://schemas.microsoft.com/office/drawing/2014/main" id="{D1FFAB03-D9C8-D5C8-2199-26A7F7D948D3}"/>
              </a:ext>
            </a:extLst>
          </p:cNvPr>
          <p:cNvSpPr>
            <a:spLocks noGrp="1"/>
          </p:cNvSpPr>
          <p:nvPr>
            <p:ph type="title"/>
          </p:nvPr>
        </p:nvSpPr>
        <p:spPr>
          <a:xfrm>
            <a:off x="287110" y="252000"/>
            <a:ext cx="8603715" cy="437644"/>
          </a:xfrm>
        </p:spPr>
        <p:txBody>
          <a:bodyPr/>
          <a:lstStyle/>
          <a:p>
            <a:r>
              <a:rPr lang="en-GB" sz="4400">
                <a:cs typeface="Calibri Light"/>
              </a:rPr>
              <a:t>Result I: Router Lab</a:t>
            </a:r>
            <a:endParaRPr lang="en-GB" sz="4400"/>
          </a:p>
        </p:txBody>
      </p:sp>
      <p:sp>
        <p:nvSpPr>
          <p:cNvPr id="7" name="Rectangle 6">
            <a:extLst>
              <a:ext uri="{FF2B5EF4-FFF2-40B4-BE49-F238E27FC236}">
                <a16:creationId xmlns:a16="http://schemas.microsoft.com/office/drawing/2014/main" id="{09430424-98EB-7023-36D6-F3B24776029E}"/>
              </a:ext>
            </a:extLst>
          </p:cNvPr>
          <p:cNvSpPr/>
          <p:nvPr/>
        </p:nvSpPr>
        <p:spPr>
          <a:xfrm>
            <a:off x="208690" y="1752135"/>
            <a:ext cx="8304788" cy="327360"/>
          </a:xfrm>
          <a:prstGeom prst="rect">
            <a:avLst/>
          </a:prstGeom>
          <a:noFill/>
          <a:ln w="5715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C5692B3E-69F5-13FD-AEBE-32B0053821A2}"/>
              </a:ext>
            </a:extLst>
          </p:cNvPr>
          <p:cNvCxnSpPr/>
          <p:nvPr/>
        </p:nvCxnSpPr>
        <p:spPr>
          <a:xfrm flipH="1">
            <a:off x="4204042" y="617039"/>
            <a:ext cx="751199" cy="129030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6D56436-ADF0-9F0C-1D8A-A66CA5EDE297}"/>
              </a:ext>
            </a:extLst>
          </p:cNvPr>
          <p:cNvSpPr txBox="1"/>
          <p:nvPr/>
        </p:nvSpPr>
        <p:spPr>
          <a:xfrm>
            <a:off x="4864389" y="258559"/>
            <a:ext cx="885791" cy="338554"/>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1" err="1">
                <a:solidFill>
                  <a:srgbClr val="FF0000"/>
                </a:solidFill>
                <a:cs typeface="Calibri Light"/>
              </a:rPr>
              <a:t>Mikrotik</a:t>
            </a:r>
            <a:endParaRPr lang="en-US" sz="1600" b="1">
              <a:solidFill>
                <a:srgbClr val="FF0000"/>
              </a:solidFill>
              <a:cs typeface="Calibri Light"/>
            </a:endParaRPr>
          </a:p>
        </p:txBody>
      </p:sp>
      <p:sp>
        <p:nvSpPr>
          <p:cNvPr id="14" name="Foliennummernplatzhalter 4">
            <a:extLst>
              <a:ext uri="{FF2B5EF4-FFF2-40B4-BE49-F238E27FC236}">
                <a16:creationId xmlns:a16="http://schemas.microsoft.com/office/drawing/2014/main" id="{46F5C3B6-AFA2-0C8B-ED67-30DE7620BA8F}"/>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a:solidFill>
                  <a:srgbClr val="0063A6"/>
                </a:solidFill>
                <a:cs typeface="Calibri Light"/>
              </a:rPr>
              <a:t>10</a:t>
            </a:r>
          </a:p>
        </p:txBody>
      </p:sp>
      <p:sp>
        <p:nvSpPr>
          <p:cNvPr id="3" name="Rectangle 2">
            <a:extLst>
              <a:ext uri="{FF2B5EF4-FFF2-40B4-BE49-F238E27FC236}">
                <a16:creationId xmlns:a16="http://schemas.microsoft.com/office/drawing/2014/main" id="{37353CC9-1D8E-CB2D-2098-1C4A748B801C}"/>
              </a:ext>
            </a:extLst>
          </p:cNvPr>
          <p:cNvSpPr/>
          <p:nvPr/>
        </p:nvSpPr>
        <p:spPr>
          <a:xfrm>
            <a:off x="1017304" y="1741154"/>
            <a:ext cx="410834" cy="342361"/>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a typeface="Calibri Light"/>
              <a:cs typeface="Calibri Light"/>
            </a:endParaRPr>
          </a:p>
        </p:txBody>
      </p:sp>
      <p:sp>
        <p:nvSpPr>
          <p:cNvPr id="4" name="Rectangle 3">
            <a:extLst>
              <a:ext uri="{FF2B5EF4-FFF2-40B4-BE49-F238E27FC236}">
                <a16:creationId xmlns:a16="http://schemas.microsoft.com/office/drawing/2014/main" id="{7AD034A4-39D8-3ED1-F56F-D0B0A8BCB546}"/>
              </a:ext>
            </a:extLst>
          </p:cNvPr>
          <p:cNvSpPr/>
          <p:nvPr/>
        </p:nvSpPr>
        <p:spPr>
          <a:xfrm>
            <a:off x="3671255" y="903475"/>
            <a:ext cx="927532" cy="117221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a typeface="Calibri Light"/>
              <a:cs typeface="Calibri Light"/>
            </a:endParaRPr>
          </a:p>
        </p:txBody>
      </p:sp>
      <p:sp>
        <p:nvSpPr>
          <p:cNvPr id="5" name="Rectangle 4">
            <a:extLst>
              <a:ext uri="{FF2B5EF4-FFF2-40B4-BE49-F238E27FC236}">
                <a16:creationId xmlns:a16="http://schemas.microsoft.com/office/drawing/2014/main" id="{C5AA2A76-7A33-4462-C443-77C044887491}"/>
              </a:ext>
            </a:extLst>
          </p:cNvPr>
          <p:cNvSpPr/>
          <p:nvPr/>
        </p:nvSpPr>
        <p:spPr>
          <a:xfrm>
            <a:off x="207385" y="2084764"/>
            <a:ext cx="8504615" cy="2237313"/>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7359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FFAB03-D9C8-D5C8-2199-26A7F7D948D3}"/>
              </a:ext>
            </a:extLst>
          </p:cNvPr>
          <p:cNvSpPr>
            <a:spLocks noGrp="1"/>
          </p:cNvSpPr>
          <p:nvPr>
            <p:ph type="title"/>
          </p:nvPr>
        </p:nvSpPr>
        <p:spPr>
          <a:xfrm>
            <a:off x="287110" y="252000"/>
            <a:ext cx="8603715" cy="437644"/>
          </a:xfrm>
        </p:spPr>
        <p:txBody>
          <a:bodyPr/>
          <a:lstStyle/>
          <a:p>
            <a:r>
              <a:rPr lang="en-GB" sz="4400">
                <a:cs typeface="Calibri Light"/>
              </a:rPr>
              <a:t>Result I: Router Lab</a:t>
            </a:r>
            <a:endParaRPr lang="en-GB" sz="4400"/>
          </a:p>
        </p:txBody>
      </p:sp>
      <p:graphicFrame>
        <p:nvGraphicFramePr>
          <p:cNvPr id="22" name="Table 21">
            <a:extLst>
              <a:ext uri="{FF2B5EF4-FFF2-40B4-BE49-F238E27FC236}">
                <a16:creationId xmlns:a16="http://schemas.microsoft.com/office/drawing/2014/main" id="{256B0377-10AD-C2C5-1A9B-EB44A920BFE1}"/>
              </a:ext>
            </a:extLst>
          </p:cNvPr>
          <p:cNvGraphicFramePr>
            <a:graphicFrameLocks noGrp="1"/>
          </p:cNvGraphicFramePr>
          <p:nvPr>
            <p:extLst>
              <p:ext uri="{D42A27DB-BD31-4B8C-83A1-F6EECF244321}">
                <p14:modId xmlns:p14="http://schemas.microsoft.com/office/powerpoint/2010/main" val="839215302"/>
              </p:ext>
            </p:extLst>
          </p:nvPr>
        </p:nvGraphicFramePr>
        <p:xfrm>
          <a:off x="284221" y="904620"/>
          <a:ext cx="8152980" cy="3318203"/>
        </p:xfrm>
        <a:graphic>
          <a:graphicData uri="http://schemas.openxmlformats.org/drawingml/2006/table">
            <a:tbl>
              <a:tblPr bandRow="1">
                <a:tableStyleId>{5940675A-B579-460E-94D1-54222C63F5DA}</a:tableStyleId>
              </a:tblPr>
              <a:tblGrid>
                <a:gridCol w="1713648">
                  <a:extLst>
                    <a:ext uri="{9D8B030D-6E8A-4147-A177-3AD203B41FA5}">
                      <a16:colId xmlns:a16="http://schemas.microsoft.com/office/drawing/2014/main" val="1371741998"/>
                    </a:ext>
                  </a:extLst>
                </a:gridCol>
                <a:gridCol w="803671">
                  <a:extLst>
                    <a:ext uri="{9D8B030D-6E8A-4147-A177-3AD203B41FA5}">
                      <a16:colId xmlns:a16="http://schemas.microsoft.com/office/drawing/2014/main" val="4258789530"/>
                    </a:ext>
                  </a:extLst>
                </a:gridCol>
                <a:gridCol w="863201">
                  <a:extLst>
                    <a:ext uri="{9D8B030D-6E8A-4147-A177-3AD203B41FA5}">
                      <a16:colId xmlns:a16="http://schemas.microsoft.com/office/drawing/2014/main" val="3638172576"/>
                    </a:ext>
                  </a:extLst>
                </a:gridCol>
                <a:gridCol w="952498">
                  <a:extLst>
                    <a:ext uri="{9D8B030D-6E8A-4147-A177-3AD203B41FA5}">
                      <a16:colId xmlns:a16="http://schemas.microsoft.com/office/drawing/2014/main" val="1858568045"/>
                    </a:ext>
                  </a:extLst>
                </a:gridCol>
                <a:gridCol w="931238">
                  <a:extLst>
                    <a:ext uri="{9D8B030D-6E8A-4147-A177-3AD203B41FA5}">
                      <a16:colId xmlns:a16="http://schemas.microsoft.com/office/drawing/2014/main" val="1837476924"/>
                    </a:ext>
                  </a:extLst>
                </a:gridCol>
                <a:gridCol w="850474">
                  <a:extLst>
                    <a:ext uri="{9D8B030D-6E8A-4147-A177-3AD203B41FA5}">
                      <a16:colId xmlns:a16="http://schemas.microsoft.com/office/drawing/2014/main" val="3094161340"/>
                    </a:ext>
                  </a:extLst>
                </a:gridCol>
                <a:gridCol w="948461">
                  <a:extLst>
                    <a:ext uri="{9D8B030D-6E8A-4147-A177-3AD203B41FA5}">
                      <a16:colId xmlns:a16="http://schemas.microsoft.com/office/drawing/2014/main" val="1204864857"/>
                    </a:ext>
                  </a:extLst>
                </a:gridCol>
                <a:gridCol w="1089789">
                  <a:extLst>
                    <a:ext uri="{9D8B030D-6E8A-4147-A177-3AD203B41FA5}">
                      <a16:colId xmlns:a16="http://schemas.microsoft.com/office/drawing/2014/main" val="2903083790"/>
                    </a:ext>
                  </a:extLst>
                </a:gridCol>
              </a:tblGrid>
              <a:tr h="336776">
                <a:tc>
                  <a:txBody>
                    <a:bodyPr/>
                    <a:lstStyle/>
                    <a:p>
                      <a:pPr lvl="0" algn="ctr">
                        <a:buNone/>
                      </a:pPr>
                      <a:r>
                        <a:rPr lang="en-US" sz="1600" b="1">
                          <a:solidFill>
                            <a:schemeClr val="bg1"/>
                          </a:solidFill>
                        </a:rPr>
                        <a:t>Scenario</a:t>
                      </a:r>
                    </a:p>
                  </a:txBody>
                  <a:tcPr anchor="ctr">
                    <a:solidFill>
                      <a:srgbClr val="0063A6"/>
                    </a:solidFill>
                  </a:tcPr>
                </a:tc>
                <a:tc>
                  <a:txBody>
                    <a:bodyPr/>
                    <a:lstStyle/>
                    <a:p>
                      <a:pPr lvl="0" algn="ctr">
                        <a:buNone/>
                      </a:pPr>
                      <a:r>
                        <a:rPr lang="en-US" sz="1600" b="1">
                          <a:solidFill>
                            <a:schemeClr val="bg1"/>
                          </a:solidFill>
                        </a:rPr>
                        <a:t>1</a:t>
                      </a:r>
                    </a:p>
                  </a:txBody>
                  <a:tcPr anchor="ctr">
                    <a:solidFill>
                      <a:srgbClr val="0063A6"/>
                    </a:solidFill>
                  </a:tcPr>
                </a:tc>
                <a:tc>
                  <a:txBody>
                    <a:bodyPr/>
                    <a:lstStyle/>
                    <a:p>
                      <a:pPr lvl="0" algn="ctr">
                        <a:buNone/>
                      </a:pPr>
                      <a:r>
                        <a:rPr lang="en-US" sz="1600" b="1">
                          <a:solidFill>
                            <a:schemeClr val="bg1"/>
                          </a:solidFill>
                        </a:rPr>
                        <a:t>2</a:t>
                      </a:r>
                    </a:p>
                  </a:txBody>
                  <a:tcPr anchor="ctr">
                    <a:solidFill>
                      <a:schemeClr val="bg2">
                        <a:lumMod val="75000"/>
                      </a:schemeClr>
                    </a:solidFill>
                  </a:tcPr>
                </a:tc>
                <a:tc>
                  <a:txBody>
                    <a:bodyPr/>
                    <a:lstStyle/>
                    <a:p>
                      <a:pPr lvl="0" algn="ctr">
                        <a:buNone/>
                      </a:pPr>
                      <a:r>
                        <a:rPr lang="en-US" sz="1600" b="1">
                          <a:solidFill>
                            <a:schemeClr val="bg1"/>
                          </a:solidFill>
                        </a:rPr>
                        <a:t>3</a:t>
                      </a:r>
                    </a:p>
                  </a:txBody>
                  <a:tcPr anchor="ctr">
                    <a:solidFill>
                      <a:srgbClr val="0063A6"/>
                    </a:solidFill>
                  </a:tcPr>
                </a:tc>
                <a:tc>
                  <a:txBody>
                    <a:bodyPr/>
                    <a:lstStyle/>
                    <a:p>
                      <a:pPr lvl="0" algn="ctr">
                        <a:buNone/>
                      </a:pPr>
                      <a:r>
                        <a:rPr lang="en-US" sz="1600" b="1">
                          <a:solidFill>
                            <a:schemeClr val="bg1"/>
                          </a:solidFill>
                        </a:rPr>
                        <a:t>4</a:t>
                      </a:r>
                    </a:p>
                  </a:txBody>
                  <a:tcPr anchor="ctr">
                    <a:solidFill>
                      <a:schemeClr val="bg2">
                        <a:lumMod val="75000"/>
                      </a:schemeClr>
                    </a:solidFill>
                  </a:tcPr>
                </a:tc>
                <a:tc>
                  <a:txBody>
                    <a:bodyPr/>
                    <a:lstStyle/>
                    <a:p>
                      <a:pPr lvl="0" algn="ctr">
                        <a:buNone/>
                      </a:pPr>
                      <a:r>
                        <a:rPr lang="en-US" sz="1600" b="1">
                          <a:solidFill>
                            <a:schemeClr val="bg1"/>
                          </a:solidFill>
                        </a:rPr>
                        <a:t>5</a:t>
                      </a:r>
                    </a:p>
                  </a:txBody>
                  <a:tcPr anchor="ctr">
                    <a:solidFill>
                      <a:schemeClr val="bg2">
                        <a:lumMod val="75000"/>
                      </a:schemeClr>
                    </a:solidFill>
                  </a:tcPr>
                </a:tc>
                <a:tc>
                  <a:txBody>
                    <a:bodyPr/>
                    <a:lstStyle/>
                    <a:p>
                      <a:pPr lvl="0" algn="ctr">
                        <a:buNone/>
                      </a:pPr>
                      <a:r>
                        <a:rPr lang="en-US" sz="1600" b="1">
                          <a:solidFill>
                            <a:schemeClr val="bg1"/>
                          </a:solidFill>
                        </a:rPr>
                        <a:t>6</a:t>
                      </a:r>
                    </a:p>
                  </a:txBody>
                  <a:tcPr anchor="ctr">
                    <a:solidFill>
                      <a:schemeClr val="bg2">
                        <a:lumMod val="75000"/>
                      </a:schemeClr>
                    </a:solidFill>
                  </a:tcPr>
                </a:tc>
                <a:tc>
                  <a:txBody>
                    <a:bodyPr/>
                    <a:lstStyle/>
                    <a:p>
                      <a:pPr lvl="0">
                        <a:buNone/>
                      </a:pPr>
                      <a:endParaRPr lang="en-US" b="1">
                        <a:solidFill>
                          <a:schemeClr val="bg1"/>
                        </a:solidFill>
                      </a:endParaRPr>
                    </a:p>
                  </a:txBody>
                  <a:tcPr anchor="ctr">
                    <a:solidFill>
                      <a:srgbClr val="0063A6"/>
                    </a:solidFill>
                  </a:tcPr>
                </a:tc>
                <a:extLst>
                  <a:ext uri="{0D108BD9-81ED-4DB2-BD59-A6C34878D82A}">
                    <a16:rowId xmlns:a16="http://schemas.microsoft.com/office/drawing/2014/main" val="3895811698"/>
                  </a:ext>
                </a:extLst>
              </a:tr>
              <a:tr h="518891">
                <a:tc>
                  <a:txBody>
                    <a:bodyPr/>
                    <a:lstStyle/>
                    <a:p>
                      <a:pPr algn="ctr"/>
                      <a:r>
                        <a:rPr lang="en-US" b="1">
                          <a:solidFill>
                            <a:schemeClr val="bg1"/>
                          </a:solidFill>
                        </a:rPr>
                        <a:t>Description</a:t>
                      </a:r>
                    </a:p>
                  </a:txBody>
                  <a:tcPr anchor="ctr">
                    <a:solidFill>
                      <a:srgbClr val="0063A6"/>
                    </a:solidFill>
                  </a:tcPr>
                </a:tc>
                <a:tc>
                  <a:txBody>
                    <a:bodyPr/>
                    <a:lstStyle/>
                    <a:p>
                      <a:r>
                        <a:rPr lang="en-US" b="1">
                          <a:solidFill>
                            <a:schemeClr val="bg1"/>
                          </a:solidFill>
                        </a:rPr>
                        <a:t>Active Network</a:t>
                      </a:r>
                    </a:p>
                  </a:txBody>
                  <a:tcPr anchor="ctr">
                    <a:solidFill>
                      <a:srgbClr val="0063A6"/>
                    </a:solidFill>
                  </a:tcPr>
                </a:tc>
                <a:tc>
                  <a:txBody>
                    <a:bodyPr/>
                    <a:lstStyle/>
                    <a:p>
                      <a:r>
                        <a:rPr lang="en-US" b="1">
                          <a:solidFill>
                            <a:schemeClr val="bg1"/>
                          </a:solidFill>
                        </a:rPr>
                        <a:t>Inactive Network</a:t>
                      </a:r>
                    </a:p>
                  </a:txBody>
                  <a:tcPr anchor="ctr">
                    <a:solidFill>
                      <a:srgbClr val="0063A6"/>
                    </a:solidFill>
                  </a:tcPr>
                </a:tc>
                <a:tc>
                  <a:txBody>
                    <a:bodyPr/>
                    <a:lstStyle/>
                    <a:p>
                      <a:r>
                        <a:rPr lang="en-US" b="1">
                          <a:solidFill>
                            <a:schemeClr val="bg1"/>
                          </a:solidFill>
                        </a:rPr>
                        <a:t>Active </a:t>
                      </a:r>
                      <a:r>
                        <a:rPr lang="en-US" b="1" err="1">
                          <a:solidFill>
                            <a:schemeClr val="bg1"/>
                          </a:solidFill>
                        </a:rPr>
                        <a:t>Netw</a:t>
                      </a:r>
                      <a:r>
                        <a:rPr lang="en-US" b="1">
                          <a:solidFill>
                            <a:schemeClr val="bg1"/>
                          </a:solidFill>
                        </a:rPr>
                        <a:t>. ACL</a:t>
                      </a:r>
                    </a:p>
                  </a:txBody>
                  <a:tcPr anchor="ctr">
                    <a:solidFill>
                      <a:srgbClr val="0063A6"/>
                    </a:solidFill>
                  </a:tcPr>
                </a:tc>
                <a:tc>
                  <a:txBody>
                    <a:bodyPr/>
                    <a:lstStyle/>
                    <a:p>
                      <a:r>
                        <a:rPr lang="en-US" b="1">
                          <a:solidFill>
                            <a:schemeClr val="bg1"/>
                          </a:solidFill>
                        </a:rPr>
                        <a:t>Inactive </a:t>
                      </a:r>
                      <a:r>
                        <a:rPr lang="en-US" b="1" err="1">
                          <a:solidFill>
                            <a:schemeClr val="bg1"/>
                          </a:solidFill>
                        </a:rPr>
                        <a:t>Netw</a:t>
                      </a:r>
                      <a:r>
                        <a:rPr lang="en-US" b="1">
                          <a:solidFill>
                            <a:schemeClr val="bg1"/>
                          </a:solidFill>
                        </a:rPr>
                        <a:t>. ACL</a:t>
                      </a:r>
                    </a:p>
                  </a:txBody>
                  <a:tcPr anchor="ctr">
                    <a:solidFill>
                      <a:srgbClr val="0063A6"/>
                    </a:solidFill>
                  </a:tcPr>
                </a:tc>
                <a:tc>
                  <a:txBody>
                    <a:bodyPr/>
                    <a:lstStyle/>
                    <a:p>
                      <a:r>
                        <a:rPr lang="en-US" b="1">
                          <a:solidFill>
                            <a:schemeClr val="bg1"/>
                          </a:solidFill>
                        </a:rPr>
                        <a:t>Null Route</a:t>
                      </a:r>
                    </a:p>
                  </a:txBody>
                  <a:tcPr anchor="ctr">
                    <a:solidFill>
                      <a:srgbClr val="0063A6"/>
                    </a:solidFill>
                  </a:tcPr>
                </a:tc>
                <a:tc>
                  <a:txBody>
                    <a:bodyPr/>
                    <a:lstStyle/>
                    <a:p>
                      <a:r>
                        <a:rPr lang="en-US" b="1">
                          <a:solidFill>
                            <a:schemeClr val="bg1"/>
                          </a:solidFill>
                        </a:rPr>
                        <a:t>Routing Loop</a:t>
                      </a:r>
                    </a:p>
                  </a:txBody>
                  <a:tcPr anchor="ctr">
                    <a:solidFill>
                      <a:srgbClr val="0063A6"/>
                    </a:solidFill>
                  </a:tcPr>
                </a:tc>
                <a:tc>
                  <a:txBody>
                    <a:bodyPr/>
                    <a:lstStyle/>
                    <a:p>
                      <a:pPr lvl="0">
                        <a:buNone/>
                      </a:pPr>
                      <a:r>
                        <a:rPr lang="en-US" b="1">
                          <a:solidFill>
                            <a:schemeClr val="bg1"/>
                          </a:solidFill>
                        </a:rPr>
                        <a:t>Classification</a:t>
                      </a:r>
                    </a:p>
                  </a:txBody>
                  <a:tcPr anchor="ctr">
                    <a:solidFill>
                      <a:srgbClr val="0063A6"/>
                    </a:solidFill>
                  </a:tcPr>
                </a:tc>
                <a:extLst>
                  <a:ext uri="{0D108BD9-81ED-4DB2-BD59-A6C34878D82A}">
                    <a16:rowId xmlns:a16="http://schemas.microsoft.com/office/drawing/2014/main" val="977861545"/>
                  </a:ext>
                </a:extLst>
              </a:tr>
              <a:tr h="307817">
                <a:tc>
                  <a:txBody>
                    <a:bodyPr/>
                    <a:lstStyle/>
                    <a:p>
                      <a:r>
                        <a:rPr lang="en-US"/>
                        <a:t>No Route (S2)</a:t>
                      </a:r>
                    </a:p>
                  </a:txBody>
                  <a:tcPr anchor="ctr"/>
                </a:tc>
                <a:tc>
                  <a:txBody>
                    <a:bodyPr/>
                    <a:lstStyle/>
                    <a:p>
                      <a:r>
                        <a:rPr lang="en-US"/>
                        <a:t>○ 0</a:t>
                      </a:r>
                    </a:p>
                  </a:txBody>
                  <a:tcPr anchor="ctr"/>
                </a:tc>
                <a:tc>
                  <a:txBody>
                    <a:bodyPr/>
                    <a:lstStyle/>
                    <a:p>
                      <a:r>
                        <a:rPr lang="en-US"/>
                        <a:t>● 14</a:t>
                      </a:r>
                    </a:p>
                  </a:txBody>
                  <a:tcPr anchor="ctr"/>
                </a:tc>
                <a:tc>
                  <a:txBody>
                    <a:bodyPr/>
                    <a:lstStyle/>
                    <a:p>
                      <a:r>
                        <a:rPr lang="en-US"/>
                        <a:t>● 1</a:t>
                      </a:r>
                    </a:p>
                  </a:txBody>
                  <a:tcPr anchor="ctr"/>
                </a:tc>
                <a:tc>
                  <a:txBody>
                    <a:bodyPr/>
                    <a:lstStyle/>
                    <a:p>
                      <a:r>
                        <a:rPr lang="en-US"/>
                        <a:t>● 2</a:t>
                      </a:r>
                    </a:p>
                  </a:txBody>
                  <a:tcPr anchor="ctr"/>
                </a:tc>
                <a:tc>
                  <a:txBody>
                    <a:bodyPr/>
                    <a:lstStyle/>
                    <a:p>
                      <a:r>
                        <a:rPr lang="en-US"/>
                        <a:t>● 2</a:t>
                      </a:r>
                    </a:p>
                  </a:txBody>
                  <a:tcPr anchor="ctr"/>
                </a:tc>
                <a:tc>
                  <a:txBody>
                    <a:bodyPr/>
                    <a:lstStyle/>
                    <a:p>
                      <a:r>
                        <a:rPr lang="en-US"/>
                        <a:t>○ 0</a:t>
                      </a:r>
                    </a:p>
                  </a:txBody>
                  <a:tcPr anchor="ctr"/>
                </a:tc>
                <a:tc>
                  <a:txBody>
                    <a:bodyPr/>
                    <a:lstStyle/>
                    <a:p>
                      <a:pPr lvl="0">
                        <a:buNone/>
                      </a:pPr>
                      <a:r>
                        <a:rPr lang="en-US"/>
                        <a:t>Ambiguous</a:t>
                      </a:r>
                    </a:p>
                  </a:txBody>
                  <a:tcPr anchor="ctr"/>
                </a:tc>
                <a:extLst>
                  <a:ext uri="{0D108BD9-81ED-4DB2-BD59-A6C34878D82A}">
                    <a16:rowId xmlns:a16="http://schemas.microsoft.com/office/drawing/2014/main" val="424333427"/>
                  </a:ext>
                </a:extLst>
              </a:tr>
              <a:tr h="307817">
                <a:tc>
                  <a:txBody>
                    <a:bodyPr/>
                    <a:lstStyle/>
                    <a:p>
                      <a:r>
                        <a:rPr lang="en-US"/>
                        <a:t>Admin. </a:t>
                      </a:r>
                      <a:r>
                        <a:rPr lang="en-US" err="1"/>
                        <a:t>Prohib</a:t>
                      </a:r>
                      <a:r>
                        <a:rPr lang="en-US"/>
                        <a:t>. (S3,S4)</a:t>
                      </a:r>
                    </a:p>
                  </a:txBody>
                  <a:tcPr anchor="ctr"/>
                </a:tc>
                <a:tc>
                  <a:txBody>
                    <a:bodyPr/>
                    <a:lstStyle/>
                    <a:p>
                      <a:r>
                        <a:rPr lang="en-US"/>
                        <a:t>○ 0</a:t>
                      </a:r>
                    </a:p>
                  </a:txBody>
                  <a:tcPr anchor="ctr"/>
                </a:tc>
                <a:tc>
                  <a:txBody>
                    <a:bodyPr/>
                    <a:lstStyle/>
                    <a:p>
                      <a:r>
                        <a:rPr lang="en-US"/>
                        <a:t>○ 0</a:t>
                      </a:r>
                    </a:p>
                  </a:txBody>
                  <a:tcPr anchor="ctr"/>
                </a:tc>
                <a:tc>
                  <a:txBody>
                    <a:bodyPr/>
                    <a:lstStyle/>
                    <a:p>
                      <a:r>
                        <a:rPr lang="en-US"/>
                        <a:t>● 4</a:t>
                      </a:r>
                    </a:p>
                  </a:txBody>
                  <a:tcPr anchor="ctr"/>
                </a:tc>
                <a:tc>
                  <a:txBody>
                    <a:bodyPr/>
                    <a:lstStyle/>
                    <a:p>
                      <a:r>
                        <a:rPr lang="en-US"/>
                        <a:t>● 5</a:t>
                      </a:r>
                    </a:p>
                  </a:txBody>
                  <a:tcPr anchor="ctr"/>
                </a:tc>
                <a:tc>
                  <a:txBody>
                    <a:bodyPr/>
                    <a:lstStyle/>
                    <a:p>
                      <a:r>
                        <a:rPr lang="en-US"/>
                        <a:t>● 3</a:t>
                      </a:r>
                    </a:p>
                  </a:txBody>
                  <a:tcPr anchor="ctr"/>
                </a:tc>
                <a:tc>
                  <a:txBody>
                    <a:bodyPr/>
                    <a:lstStyle/>
                    <a:p>
                      <a:r>
                        <a:rPr lang="en-US"/>
                        <a:t>○ 0</a:t>
                      </a:r>
                    </a:p>
                  </a:txBody>
                  <a:tcPr anchor="ctr"/>
                </a:tc>
                <a:tc>
                  <a:txBody>
                    <a:bodyPr/>
                    <a:lstStyle/>
                    <a:p>
                      <a:pPr lvl="0">
                        <a:buNone/>
                      </a:pPr>
                      <a:r>
                        <a:rPr lang="en-US" sz="1400" b="0" i="0" u="none" strike="noStrike" noProof="0">
                          <a:solidFill>
                            <a:srgbClr val="000000"/>
                          </a:solidFill>
                          <a:latin typeface="Calibri Light"/>
                        </a:rPr>
                        <a:t>Ambiguous</a:t>
                      </a:r>
                      <a:endParaRPr lang="en-US"/>
                    </a:p>
                  </a:txBody>
                  <a:tcPr anchor="ctr"/>
                </a:tc>
                <a:extLst>
                  <a:ext uri="{0D108BD9-81ED-4DB2-BD59-A6C34878D82A}">
                    <a16:rowId xmlns:a16="http://schemas.microsoft.com/office/drawing/2014/main" val="1125440995"/>
                  </a:ext>
                </a:extLst>
              </a:tr>
              <a:tr h="307817">
                <a:tc>
                  <a:txBody>
                    <a:bodyPr/>
                    <a:lstStyle/>
                    <a:p>
                      <a:r>
                        <a:rPr lang="en-US" err="1"/>
                        <a:t>Addr</a:t>
                      </a:r>
                      <a:r>
                        <a:rPr lang="en-US"/>
                        <a:t>. </a:t>
                      </a:r>
                      <a:r>
                        <a:rPr lang="en-US" err="1"/>
                        <a:t>Unreach</a:t>
                      </a:r>
                      <a:r>
                        <a:rPr lang="en-US"/>
                        <a:t>. (S1)</a:t>
                      </a:r>
                    </a:p>
                  </a:txBody>
                  <a:tcPr anchor="ctr"/>
                </a:tc>
                <a:tc>
                  <a:txBody>
                    <a:bodyPr/>
                    <a:lstStyle/>
                    <a:p>
                      <a:r>
                        <a:rPr lang="en-US"/>
                        <a:t>● 14</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1</a:t>
                      </a:r>
                    </a:p>
                  </a:txBody>
                  <a:tcPr anchor="ctr"/>
                </a:tc>
                <a:tc>
                  <a:txBody>
                    <a:bodyPr/>
                    <a:lstStyle/>
                    <a:p>
                      <a:r>
                        <a:rPr lang="en-US"/>
                        <a:t>○ 0</a:t>
                      </a:r>
                    </a:p>
                  </a:txBody>
                  <a:tcPr anchor="ctr"/>
                </a:tc>
                <a:tc>
                  <a:txBody>
                    <a:bodyPr/>
                    <a:lstStyle/>
                    <a:p>
                      <a:pPr lvl="0">
                        <a:buNone/>
                      </a:pPr>
                      <a:r>
                        <a:rPr lang="en-US" b="0"/>
                        <a:t>Ambiguous</a:t>
                      </a:r>
                    </a:p>
                  </a:txBody>
                  <a:tcPr anchor="ctr"/>
                </a:tc>
                <a:extLst>
                  <a:ext uri="{0D108BD9-81ED-4DB2-BD59-A6C34878D82A}">
                    <a16:rowId xmlns:a16="http://schemas.microsoft.com/office/drawing/2014/main" val="2666444274"/>
                  </a:ext>
                </a:extLst>
              </a:tr>
              <a:tr h="307817">
                <a:tc>
                  <a:txBody>
                    <a:bodyPr/>
                    <a:lstStyle/>
                    <a:p>
                      <a:r>
                        <a:rPr lang="en-US"/>
                        <a:t>Port </a:t>
                      </a:r>
                      <a:r>
                        <a:rPr lang="en-US" err="1"/>
                        <a:t>Unreach</a:t>
                      </a:r>
                      <a:r>
                        <a:rPr lang="en-US"/>
                        <a:t>. ()</a:t>
                      </a:r>
                    </a:p>
                  </a:txBody>
                  <a:tcPr anchor="ctr"/>
                </a:tc>
                <a:tc>
                  <a:txBody>
                    <a:bodyPr/>
                    <a:lstStyle/>
                    <a:p>
                      <a:r>
                        <a:rPr lang="en-US"/>
                        <a:t>○ 0</a:t>
                      </a:r>
                    </a:p>
                  </a:txBody>
                  <a:tcPr anchor="ctr"/>
                </a:tc>
                <a:tc>
                  <a:txBody>
                    <a:bodyPr/>
                    <a:lstStyle/>
                    <a:p>
                      <a:r>
                        <a:rPr lang="en-US"/>
                        <a:t>○ 0</a:t>
                      </a:r>
                    </a:p>
                  </a:txBody>
                  <a:tcPr anchor="ctr"/>
                </a:tc>
                <a:tc>
                  <a:txBody>
                    <a:bodyPr/>
                    <a:lstStyle/>
                    <a:p>
                      <a:r>
                        <a:rPr lang="en-US"/>
                        <a:t>● 3</a:t>
                      </a:r>
                    </a:p>
                  </a:txBody>
                  <a:tcPr anchor="ctr"/>
                </a:tc>
                <a:tc>
                  <a:txBody>
                    <a:bodyPr/>
                    <a:lstStyle/>
                    <a:p>
                      <a:r>
                        <a:rPr lang="en-US"/>
                        <a:t>● 2</a:t>
                      </a:r>
                    </a:p>
                  </a:txBody>
                  <a:tcPr anchor="ctr"/>
                </a:tc>
                <a:tc>
                  <a:txBody>
                    <a:bodyPr/>
                    <a:lstStyle/>
                    <a:p>
                      <a:r>
                        <a:rPr lang="en-US"/>
                        <a:t>○ 0</a:t>
                      </a:r>
                    </a:p>
                  </a:txBody>
                  <a:tcPr anchor="ctr"/>
                </a:tc>
                <a:tc>
                  <a:txBody>
                    <a:bodyPr/>
                    <a:lstStyle/>
                    <a:p>
                      <a:r>
                        <a:rPr lang="en-US"/>
                        <a:t>○ 0</a:t>
                      </a:r>
                    </a:p>
                  </a:txBody>
                  <a:tcPr anchor="ctr"/>
                </a:tc>
                <a:tc>
                  <a:txBody>
                    <a:bodyPr/>
                    <a:lstStyle/>
                    <a:p>
                      <a:pPr lvl="0">
                        <a:buNone/>
                      </a:pPr>
                      <a:r>
                        <a:rPr lang="en-US"/>
                        <a:t>Ambiguous</a:t>
                      </a:r>
                    </a:p>
                  </a:txBody>
                  <a:tcPr anchor="ctr"/>
                </a:tc>
                <a:extLst>
                  <a:ext uri="{0D108BD9-81ED-4DB2-BD59-A6C34878D82A}">
                    <a16:rowId xmlns:a16="http://schemas.microsoft.com/office/drawing/2014/main" val="2331363320"/>
                  </a:ext>
                </a:extLst>
              </a:tr>
              <a:tr h="307817">
                <a:tc>
                  <a:txBody>
                    <a:bodyPr/>
                    <a:lstStyle/>
                    <a:p>
                      <a:r>
                        <a:rPr lang="en-US"/>
                        <a:t>Failed Policy (S3,S4)</a:t>
                      </a:r>
                    </a:p>
                  </a:txBody>
                  <a:tcPr anchor="ctr"/>
                </a:tc>
                <a:tc>
                  <a:txBody>
                    <a:bodyPr/>
                    <a:lstStyle/>
                    <a:p>
                      <a:r>
                        <a:rPr lang="en-US"/>
                        <a:t>○ 0</a:t>
                      </a:r>
                    </a:p>
                  </a:txBody>
                  <a:tcPr anchor="ctr"/>
                </a:tc>
                <a:tc>
                  <a:txBody>
                    <a:bodyPr/>
                    <a:lstStyle/>
                    <a:p>
                      <a:r>
                        <a:rPr lang="en-US"/>
                        <a:t>● 1</a:t>
                      </a:r>
                    </a:p>
                  </a:txBody>
                  <a:tcPr anchor="ctr"/>
                </a:tc>
                <a:tc>
                  <a:txBody>
                    <a:bodyPr/>
                    <a:lstStyle/>
                    <a:p>
                      <a:r>
                        <a:rPr lang="en-US"/>
                        <a:t>● 1</a:t>
                      </a:r>
                    </a:p>
                  </a:txBody>
                  <a:tcPr anchor="ctr"/>
                </a:tc>
                <a:tc>
                  <a:txBody>
                    <a:bodyPr/>
                    <a:lstStyle/>
                    <a:p>
                      <a:r>
                        <a:rPr lang="en-US"/>
                        <a:t>● 2</a:t>
                      </a:r>
                    </a:p>
                  </a:txBody>
                  <a:tcPr anchor="ctr"/>
                </a:tc>
                <a:tc>
                  <a:txBody>
                    <a:bodyPr/>
                    <a:lstStyle/>
                    <a:p>
                      <a:r>
                        <a:rPr lang="en-US"/>
                        <a:t>○ 0</a:t>
                      </a:r>
                    </a:p>
                  </a:txBody>
                  <a:tcPr anchor="ctr"/>
                </a:tc>
                <a:tc>
                  <a:txBody>
                    <a:bodyPr/>
                    <a:lstStyle/>
                    <a:p>
                      <a:r>
                        <a:rPr lang="en-US"/>
                        <a:t>○ 0</a:t>
                      </a:r>
                    </a:p>
                  </a:txBody>
                  <a:tcPr anchor="ctr"/>
                </a:tc>
                <a:tc>
                  <a:txBody>
                    <a:bodyPr/>
                    <a:lstStyle/>
                    <a:p>
                      <a:pPr lvl="0">
                        <a:buNone/>
                      </a:pPr>
                      <a:r>
                        <a:rPr lang="en-US" sz="1400" b="0" i="0" u="none" strike="noStrike" noProof="0">
                          <a:solidFill>
                            <a:srgbClr val="000000"/>
                          </a:solidFill>
                          <a:latin typeface="Calibri Light"/>
                        </a:rPr>
                        <a:t>Ambiguous</a:t>
                      </a:r>
                      <a:endParaRPr lang="en-US"/>
                    </a:p>
                  </a:txBody>
                  <a:tcPr anchor="ctr"/>
                </a:tc>
                <a:extLst>
                  <a:ext uri="{0D108BD9-81ED-4DB2-BD59-A6C34878D82A}">
                    <a16:rowId xmlns:a16="http://schemas.microsoft.com/office/drawing/2014/main" val="1268552657"/>
                  </a:ext>
                </a:extLst>
              </a:tr>
              <a:tr h="307817">
                <a:tc>
                  <a:txBody>
                    <a:bodyPr/>
                    <a:lstStyle/>
                    <a:p>
                      <a:r>
                        <a:rPr lang="en-US"/>
                        <a:t>Reject Route (S5)</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2</a:t>
                      </a:r>
                    </a:p>
                  </a:txBody>
                  <a:tcPr anchor="ctr"/>
                </a:tc>
                <a:tc>
                  <a:txBody>
                    <a:bodyPr/>
                    <a:lstStyle/>
                    <a:p>
                      <a:r>
                        <a:rPr lang="en-US"/>
                        <a:t>○ 0</a:t>
                      </a:r>
                    </a:p>
                  </a:txBody>
                  <a:tcPr anchor="ctr"/>
                </a:tc>
                <a:tc>
                  <a:txBody>
                    <a:bodyPr/>
                    <a:lstStyle/>
                    <a:p>
                      <a:pPr lvl="0" algn="l">
                        <a:lnSpc>
                          <a:spcPct val="100000"/>
                        </a:lnSpc>
                        <a:spcBef>
                          <a:spcPts val="0"/>
                        </a:spcBef>
                        <a:spcAft>
                          <a:spcPts val="0"/>
                        </a:spcAft>
                        <a:buNone/>
                      </a:pPr>
                      <a:r>
                        <a:rPr lang="en-US" sz="1400" b="0" i="0" u="none" strike="noStrike" noProof="0">
                          <a:solidFill>
                            <a:srgbClr val="000000"/>
                          </a:solidFill>
                          <a:latin typeface="Calibri Light"/>
                        </a:rPr>
                        <a:t>Inactive</a:t>
                      </a:r>
                    </a:p>
                  </a:txBody>
                  <a:tcPr anchor="ctr"/>
                </a:tc>
                <a:extLst>
                  <a:ext uri="{0D108BD9-81ED-4DB2-BD59-A6C34878D82A}">
                    <a16:rowId xmlns:a16="http://schemas.microsoft.com/office/drawing/2014/main" val="1814502145"/>
                  </a:ext>
                </a:extLst>
              </a:tr>
              <a:tr h="307817">
                <a:tc>
                  <a:txBody>
                    <a:bodyPr/>
                    <a:lstStyle/>
                    <a:p>
                      <a:r>
                        <a:rPr lang="en-US"/>
                        <a:t>Time Exceeded (S6)</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15</a:t>
                      </a:r>
                    </a:p>
                  </a:txBody>
                  <a:tcPr anchor="ctr"/>
                </a:tc>
                <a:tc>
                  <a:txBody>
                    <a:bodyPr/>
                    <a:lstStyle/>
                    <a:p>
                      <a:pPr lvl="0">
                        <a:buNone/>
                      </a:pPr>
                      <a:r>
                        <a:rPr lang="en-US"/>
                        <a:t>Inactive</a:t>
                      </a:r>
                    </a:p>
                  </a:txBody>
                  <a:tcPr anchor="ctr"/>
                </a:tc>
                <a:extLst>
                  <a:ext uri="{0D108BD9-81ED-4DB2-BD59-A6C34878D82A}">
                    <a16:rowId xmlns:a16="http://schemas.microsoft.com/office/drawing/2014/main" val="1742790501"/>
                  </a:ext>
                </a:extLst>
              </a:tr>
              <a:tr h="307817">
                <a:tc>
                  <a:txBody>
                    <a:bodyPr/>
                    <a:lstStyle/>
                    <a:p>
                      <a:r>
                        <a:rPr lang="en-US"/>
                        <a:t>∅</a:t>
                      </a:r>
                    </a:p>
                  </a:txBody>
                  <a:tcPr anchor="ctr"/>
                </a:tc>
                <a:tc>
                  <a:txBody>
                    <a:bodyPr/>
                    <a:lstStyle/>
                    <a:p>
                      <a:r>
                        <a:rPr lang="en-US"/>
                        <a:t>● 1</a:t>
                      </a:r>
                    </a:p>
                  </a:txBody>
                  <a:tcPr anchor="ctr"/>
                </a:tc>
                <a:tc>
                  <a:txBody>
                    <a:bodyPr/>
                    <a:lstStyle/>
                    <a:p>
                      <a:r>
                        <a:rPr lang="en-US"/>
                        <a:t>○ 0</a:t>
                      </a:r>
                    </a:p>
                  </a:txBody>
                  <a:tcPr anchor="ctr"/>
                </a:tc>
                <a:tc>
                  <a:txBody>
                    <a:bodyPr/>
                    <a:lstStyle/>
                    <a:p>
                      <a:r>
                        <a:rPr lang="en-US"/>
                        <a:t>● 4</a:t>
                      </a:r>
                    </a:p>
                  </a:txBody>
                  <a:tcPr anchor="ctr"/>
                </a:tc>
                <a:tc>
                  <a:txBody>
                    <a:bodyPr/>
                    <a:lstStyle/>
                    <a:p>
                      <a:r>
                        <a:rPr lang="en-US"/>
                        <a:t>● 3</a:t>
                      </a:r>
                    </a:p>
                  </a:txBody>
                  <a:tcPr anchor="ctr"/>
                </a:tc>
                <a:tc>
                  <a:txBody>
                    <a:bodyPr/>
                    <a:lstStyle/>
                    <a:p>
                      <a:r>
                        <a:rPr lang="en-US"/>
                        <a:t>● 9</a:t>
                      </a:r>
                    </a:p>
                  </a:txBody>
                  <a:tcPr anchor="ctr"/>
                </a:tc>
                <a:tc>
                  <a:txBody>
                    <a:bodyPr/>
                    <a:lstStyle/>
                    <a:p>
                      <a:r>
                        <a:rPr lang="en-US"/>
                        <a:t>○ 0</a:t>
                      </a:r>
                    </a:p>
                  </a:txBody>
                  <a:tcPr anchor="ctr"/>
                </a:tc>
                <a:tc>
                  <a:txBody>
                    <a:bodyPr/>
                    <a:lstStyle/>
                    <a:p>
                      <a:pPr lvl="0">
                        <a:buNone/>
                      </a:pPr>
                      <a:endParaRPr lang="en-US"/>
                    </a:p>
                  </a:txBody>
                  <a:tcPr anchor="ctr"/>
                </a:tc>
                <a:extLst>
                  <a:ext uri="{0D108BD9-81ED-4DB2-BD59-A6C34878D82A}">
                    <a16:rowId xmlns:a16="http://schemas.microsoft.com/office/drawing/2014/main" val="626711528"/>
                  </a:ext>
                </a:extLst>
              </a:tr>
            </a:tbl>
          </a:graphicData>
        </a:graphic>
      </p:graphicFrame>
      <p:sp>
        <p:nvSpPr>
          <p:cNvPr id="23" name="Rectangle 22">
            <a:extLst>
              <a:ext uri="{FF2B5EF4-FFF2-40B4-BE49-F238E27FC236}">
                <a16:creationId xmlns:a16="http://schemas.microsoft.com/office/drawing/2014/main" id="{7D3B56B9-45A7-2531-947E-469060A64993}"/>
              </a:ext>
            </a:extLst>
          </p:cNvPr>
          <p:cNvSpPr/>
          <p:nvPr/>
        </p:nvSpPr>
        <p:spPr>
          <a:xfrm>
            <a:off x="183696" y="2357437"/>
            <a:ext cx="8317366" cy="326571"/>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4D1119CE-4D02-F4F4-ABA4-2FCDF7625C61}"/>
              </a:ext>
            </a:extLst>
          </p:cNvPr>
          <p:cNvCxnSpPr/>
          <p:nvPr/>
        </p:nvCxnSpPr>
        <p:spPr>
          <a:xfrm flipH="1">
            <a:off x="6108700" y="699405"/>
            <a:ext cx="428171" cy="181247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1C07A8AC-E455-A9A9-2365-DC9BA36AA04D}"/>
              </a:ext>
            </a:extLst>
          </p:cNvPr>
          <p:cNvSpPr txBox="1"/>
          <p:nvPr/>
        </p:nvSpPr>
        <p:spPr>
          <a:xfrm>
            <a:off x="6240009" y="350383"/>
            <a:ext cx="80168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1">
                <a:solidFill>
                  <a:srgbClr val="FF0000"/>
                </a:solidFill>
                <a:cs typeface="Calibri Light"/>
              </a:rPr>
              <a:t>Juniper</a:t>
            </a:r>
          </a:p>
        </p:txBody>
      </p:sp>
      <p:sp>
        <p:nvSpPr>
          <p:cNvPr id="7" name="Foliennummernplatzhalter 4">
            <a:extLst>
              <a:ext uri="{FF2B5EF4-FFF2-40B4-BE49-F238E27FC236}">
                <a16:creationId xmlns:a16="http://schemas.microsoft.com/office/drawing/2014/main" id="{0C2A5044-C6C2-8319-F01A-3F1A125F3D4A}"/>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a:solidFill>
                  <a:srgbClr val="0063A6"/>
                </a:solidFill>
                <a:cs typeface="Calibri Light"/>
              </a:rPr>
              <a:t>11</a:t>
            </a:r>
          </a:p>
        </p:txBody>
      </p:sp>
      <p:sp>
        <p:nvSpPr>
          <p:cNvPr id="4" name="Rectangle 3">
            <a:extLst>
              <a:ext uri="{FF2B5EF4-FFF2-40B4-BE49-F238E27FC236}">
                <a16:creationId xmlns:a16="http://schemas.microsoft.com/office/drawing/2014/main" id="{388C22EB-09F3-B9CD-9CFE-E3EE6B74BFF2}"/>
              </a:ext>
            </a:extLst>
          </p:cNvPr>
          <p:cNvSpPr/>
          <p:nvPr/>
        </p:nvSpPr>
        <p:spPr>
          <a:xfrm>
            <a:off x="1416571" y="2343969"/>
            <a:ext cx="371691" cy="342361"/>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a typeface="Calibri Light"/>
              <a:cs typeface="Calibri Light"/>
            </a:endParaRPr>
          </a:p>
        </p:txBody>
      </p:sp>
      <p:sp>
        <p:nvSpPr>
          <p:cNvPr id="5" name="Rectangle 4">
            <a:extLst>
              <a:ext uri="{FF2B5EF4-FFF2-40B4-BE49-F238E27FC236}">
                <a16:creationId xmlns:a16="http://schemas.microsoft.com/office/drawing/2014/main" id="{28D33300-54E3-798C-BC99-18DB18844F39}"/>
              </a:ext>
            </a:extLst>
          </p:cNvPr>
          <p:cNvSpPr/>
          <p:nvPr/>
        </p:nvSpPr>
        <p:spPr>
          <a:xfrm>
            <a:off x="5550159" y="911304"/>
            <a:ext cx="849245" cy="177502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a typeface="Calibri Light"/>
              <a:cs typeface="Calibri Light"/>
            </a:endParaRPr>
          </a:p>
        </p:txBody>
      </p:sp>
      <p:sp>
        <p:nvSpPr>
          <p:cNvPr id="8" name="Rectangle 7">
            <a:extLst>
              <a:ext uri="{FF2B5EF4-FFF2-40B4-BE49-F238E27FC236}">
                <a16:creationId xmlns:a16="http://schemas.microsoft.com/office/drawing/2014/main" id="{C16751A0-FB54-E30A-2219-7BFE8E0A35C8}"/>
              </a:ext>
            </a:extLst>
          </p:cNvPr>
          <p:cNvSpPr/>
          <p:nvPr/>
        </p:nvSpPr>
        <p:spPr>
          <a:xfrm>
            <a:off x="183900" y="2697420"/>
            <a:ext cx="8535928" cy="1526350"/>
          </a:xfrm>
          <a:prstGeom prst="rect">
            <a:avLst/>
          </a:prstGeom>
          <a:solidFill>
            <a:srgbClr val="FFFFFF">
              <a:alpha val="80000"/>
            </a:srgb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DC14BFB-9650-D1FB-2BAA-6591CE33E448}"/>
              </a:ext>
            </a:extLst>
          </p:cNvPr>
          <p:cNvSpPr txBox="1"/>
          <p:nvPr/>
        </p:nvSpPr>
        <p:spPr>
          <a:xfrm>
            <a:off x="2972032" y="4199921"/>
            <a:ext cx="3099735" cy="830997"/>
          </a:xfrm>
          <a:prstGeom prst="rect">
            <a:avLst/>
          </a:prstGeom>
          <a:noFill/>
          <a:ln w="28575">
            <a:solidFill>
              <a:schemeClr val="accent6"/>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cs typeface="Calibri Light"/>
              </a:rPr>
              <a:t>Solution: RTTs! AU in S1 shows delays of 2, 3 and 18 seconds, in S5 it is returned immediately</a:t>
            </a:r>
          </a:p>
        </p:txBody>
      </p:sp>
    </p:spTree>
    <p:extLst>
      <p:ext uri="{BB962C8B-B14F-4D97-AF65-F5344CB8AC3E}">
        <p14:creationId xmlns:p14="http://schemas.microsoft.com/office/powerpoint/2010/main" val="2760141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able 21">
            <a:extLst>
              <a:ext uri="{FF2B5EF4-FFF2-40B4-BE49-F238E27FC236}">
                <a16:creationId xmlns:a16="http://schemas.microsoft.com/office/drawing/2014/main" id="{256B0377-10AD-C2C5-1A9B-EB44A920BFE1}"/>
              </a:ext>
            </a:extLst>
          </p:cNvPr>
          <p:cNvGraphicFramePr>
            <a:graphicFrameLocks noGrp="1"/>
          </p:cNvGraphicFramePr>
          <p:nvPr>
            <p:extLst>
              <p:ext uri="{D42A27DB-BD31-4B8C-83A1-F6EECF244321}">
                <p14:modId xmlns:p14="http://schemas.microsoft.com/office/powerpoint/2010/main" val="3240521480"/>
              </p:ext>
            </p:extLst>
          </p:nvPr>
        </p:nvGraphicFramePr>
        <p:xfrm>
          <a:off x="284221" y="904620"/>
          <a:ext cx="8152980" cy="3626019"/>
        </p:xfrm>
        <a:graphic>
          <a:graphicData uri="http://schemas.openxmlformats.org/drawingml/2006/table">
            <a:tbl>
              <a:tblPr bandRow="1">
                <a:tableStyleId>{5940675A-B579-460E-94D1-54222C63F5DA}</a:tableStyleId>
              </a:tblPr>
              <a:tblGrid>
                <a:gridCol w="1713648">
                  <a:extLst>
                    <a:ext uri="{9D8B030D-6E8A-4147-A177-3AD203B41FA5}">
                      <a16:colId xmlns:a16="http://schemas.microsoft.com/office/drawing/2014/main" val="1371741998"/>
                    </a:ext>
                  </a:extLst>
                </a:gridCol>
                <a:gridCol w="803671">
                  <a:extLst>
                    <a:ext uri="{9D8B030D-6E8A-4147-A177-3AD203B41FA5}">
                      <a16:colId xmlns:a16="http://schemas.microsoft.com/office/drawing/2014/main" val="4258789530"/>
                    </a:ext>
                  </a:extLst>
                </a:gridCol>
                <a:gridCol w="863201">
                  <a:extLst>
                    <a:ext uri="{9D8B030D-6E8A-4147-A177-3AD203B41FA5}">
                      <a16:colId xmlns:a16="http://schemas.microsoft.com/office/drawing/2014/main" val="3638172576"/>
                    </a:ext>
                  </a:extLst>
                </a:gridCol>
                <a:gridCol w="952498">
                  <a:extLst>
                    <a:ext uri="{9D8B030D-6E8A-4147-A177-3AD203B41FA5}">
                      <a16:colId xmlns:a16="http://schemas.microsoft.com/office/drawing/2014/main" val="1858568045"/>
                    </a:ext>
                  </a:extLst>
                </a:gridCol>
                <a:gridCol w="931238">
                  <a:extLst>
                    <a:ext uri="{9D8B030D-6E8A-4147-A177-3AD203B41FA5}">
                      <a16:colId xmlns:a16="http://schemas.microsoft.com/office/drawing/2014/main" val="1837476924"/>
                    </a:ext>
                  </a:extLst>
                </a:gridCol>
                <a:gridCol w="850474">
                  <a:extLst>
                    <a:ext uri="{9D8B030D-6E8A-4147-A177-3AD203B41FA5}">
                      <a16:colId xmlns:a16="http://schemas.microsoft.com/office/drawing/2014/main" val="3094161340"/>
                    </a:ext>
                  </a:extLst>
                </a:gridCol>
                <a:gridCol w="948461">
                  <a:extLst>
                    <a:ext uri="{9D8B030D-6E8A-4147-A177-3AD203B41FA5}">
                      <a16:colId xmlns:a16="http://schemas.microsoft.com/office/drawing/2014/main" val="1204864857"/>
                    </a:ext>
                  </a:extLst>
                </a:gridCol>
                <a:gridCol w="1089789">
                  <a:extLst>
                    <a:ext uri="{9D8B030D-6E8A-4147-A177-3AD203B41FA5}">
                      <a16:colId xmlns:a16="http://schemas.microsoft.com/office/drawing/2014/main" val="2903083790"/>
                    </a:ext>
                  </a:extLst>
                </a:gridCol>
              </a:tblGrid>
              <a:tr h="336776">
                <a:tc>
                  <a:txBody>
                    <a:bodyPr/>
                    <a:lstStyle/>
                    <a:p>
                      <a:pPr lvl="0" algn="ctr">
                        <a:buNone/>
                      </a:pPr>
                      <a:r>
                        <a:rPr lang="en-US" sz="1600" b="1">
                          <a:solidFill>
                            <a:schemeClr val="bg1"/>
                          </a:solidFill>
                        </a:rPr>
                        <a:t>Scenario</a:t>
                      </a:r>
                    </a:p>
                  </a:txBody>
                  <a:tcPr anchor="ctr">
                    <a:solidFill>
                      <a:srgbClr val="0063A6"/>
                    </a:solidFill>
                  </a:tcPr>
                </a:tc>
                <a:tc>
                  <a:txBody>
                    <a:bodyPr/>
                    <a:lstStyle/>
                    <a:p>
                      <a:pPr lvl="0" algn="ctr">
                        <a:buNone/>
                      </a:pPr>
                      <a:r>
                        <a:rPr lang="en-US" sz="1600" b="1">
                          <a:solidFill>
                            <a:schemeClr val="bg1"/>
                          </a:solidFill>
                        </a:rPr>
                        <a:t>1</a:t>
                      </a:r>
                    </a:p>
                  </a:txBody>
                  <a:tcPr anchor="ctr">
                    <a:solidFill>
                      <a:srgbClr val="0063A6"/>
                    </a:solidFill>
                  </a:tcPr>
                </a:tc>
                <a:tc>
                  <a:txBody>
                    <a:bodyPr/>
                    <a:lstStyle/>
                    <a:p>
                      <a:pPr lvl="0" algn="ctr">
                        <a:buNone/>
                      </a:pPr>
                      <a:r>
                        <a:rPr lang="en-US" sz="1600" b="1">
                          <a:solidFill>
                            <a:schemeClr val="bg1"/>
                          </a:solidFill>
                        </a:rPr>
                        <a:t>2</a:t>
                      </a:r>
                    </a:p>
                  </a:txBody>
                  <a:tcPr anchor="ctr">
                    <a:solidFill>
                      <a:schemeClr val="bg2">
                        <a:lumMod val="75000"/>
                      </a:schemeClr>
                    </a:solidFill>
                  </a:tcPr>
                </a:tc>
                <a:tc>
                  <a:txBody>
                    <a:bodyPr/>
                    <a:lstStyle/>
                    <a:p>
                      <a:pPr lvl="0" algn="ctr">
                        <a:buNone/>
                      </a:pPr>
                      <a:r>
                        <a:rPr lang="en-US" sz="1600" b="1">
                          <a:solidFill>
                            <a:schemeClr val="bg1"/>
                          </a:solidFill>
                        </a:rPr>
                        <a:t>3</a:t>
                      </a:r>
                    </a:p>
                  </a:txBody>
                  <a:tcPr anchor="ctr">
                    <a:solidFill>
                      <a:srgbClr val="0063A6"/>
                    </a:solidFill>
                  </a:tcPr>
                </a:tc>
                <a:tc>
                  <a:txBody>
                    <a:bodyPr/>
                    <a:lstStyle/>
                    <a:p>
                      <a:pPr lvl="0" algn="ctr">
                        <a:buNone/>
                      </a:pPr>
                      <a:r>
                        <a:rPr lang="en-US" sz="1600" b="1">
                          <a:solidFill>
                            <a:schemeClr val="bg1"/>
                          </a:solidFill>
                        </a:rPr>
                        <a:t>4</a:t>
                      </a:r>
                    </a:p>
                  </a:txBody>
                  <a:tcPr anchor="ctr">
                    <a:solidFill>
                      <a:schemeClr val="bg2">
                        <a:lumMod val="75000"/>
                      </a:schemeClr>
                    </a:solidFill>
                  </a:tcPr>
                </a:tc>
                <a:tc>
                  <a:txBody>
                    <a:bodyPr/>
                    <a:lstStyle/>
                    <a:p>
                      <a:pPr lvl="0" algn="ctr">
                        <a:buNone/>
                      </a:pPr>
                      <a:r>
                        <a:rPr lang="en-US" sz="1600" b="1">
                          <a:solidFill>
                            <a:schemeClr val="bg1"/>
                          </a:solidFill>
                        </a:rPr>
                        <a:t>5</a:t>
                      </a:r>
                    </a:p>
                  </a:txBody>
                  <a:tcPr anchor="ctr">
                    <a:solidFill>
                      <a:schemeClr val="bg2">
                        <a:lumMod val="75000"/>
                      </a:schemeClr>
                    </a:solidFill>
                  </a:tcPr>
                </a:tc>
                <a:tc>
                  <a:txBody>
                    <a:bodyPr/>
                    <a:lstStyle/>
                    <a:p>
                      <a:pPr lvl="0" algn="ctr">
                        <a:buNone/>
                      </a:pPr>
                      <a:r>
                        <a:rPr lang="en-US" sz="1600" b="1">
                          <a:solidFill>
                            <a:schemeClr val="bg1"/>
                          </a:solidFill>
                        </a:rPr>
                        <a:t>6</a:t>
                      </a:r>
                    </a:p>
                  </a:txBody>
                  <a:tcPr anchor="ctr">
                    <a:solidFill>
                      <a:schemeClr val="bg2">
                        <a:lumMod val="75000"/>
                      </a:schemeClr>
                    </a:solidFill>
                  </a:tcPr>
                </a:tc>
                <a:tc>
                  <a:txBody>
                    <a:bodyPr/>
                    <a:lstStyle/>
                    <a:p>
                      <a:pPr lvl="0">
                        <a:buNone/>
                      </a:pPr>
                      <a:endParaRPr lang="en-US" b="1">
                        <a:solidFill>
                          <a:schemeClr val="bg1"/>
                        </a:solidFill>
                      </a:endParaRPr>
                    </a:p>
                  </a:txBody>
                  <a:tcPr anchor="ctr">
                    <a:solidFill>
                      <a:srgbClr val="0063A6"/>
                    </a:solidFill>
                  </a:tcPr>
                </a:tc>
                <a:extLst>
                  <a:ext uri="{0D108BD9-81ED-4DB2-BD59-A6C34878D82A}">
                    <a16:rowId xmlns:a16="http://schemas.microsoft.com/office/drawing/2014/main" val="3895811698"/>
                  </a:ext>
                </a:extLst>
              </a:tr>
              <a:tr h="518891">
                <a:tc>
                  <a:txBody>
                    <a:bodyPr/>
                    <a:lstStyle/>
                    <a:p>
                      <a:pPr algn="ctr"/>
                      <a:r>
                        <a:rPr lang="en-US" b="1">
                          <a:solidFill>
                            <a:schemeClr val="bg1"/>
                          </a:solidFill>
                        </a:rPr>
                        <a:t>Description</a:t>
                      </a:r>
                    </a:p>
                  </a:txBody>
                  <a:tcPr anchor="ctr">
                    <a:solidFill>
                      <a:srgbClr val="0063A6"/>
                    </a:solidFill>
                  </a:tcPr>
                </a:tc>
                <a:tc>
                  <a:txBody>
                    <a:bodyPr/>
                    <a:lstStyle/>
                    <a:p>
                      <a:r>
                        <a:rPr lang="en-US" b="1">
                          <a:solidFill>
                            <a:schemeClr val="bg1"/>
                          </a:solidFill>
                        </a:rPr>
                        <a:t>Active Network</a:t>
                      </a:r>
                    </a:p>
                  </a:txBody>
                  <a:tcPr anchor="ctr">
                    <a:solidFill>
                      <a:srgbClr val="0063A6"/>
                    </a:solidFill>
                  </a:tcPr>
                </a:tc>
                <a:tc>
                  <a:txBody>
                    <a:bodyPr/>
                    <a:lstStyle/>
                    <a:p>
                      <a:r>
                        <a:rPr lang="en-US" b="1">
                          <a:solidFill>
                            <a:schemeClr val="bg1"/>
                          </a:solidFill>
                        </a:rPr>
                        <a:t>Inactive Network</a:t>
                      </a:r>
                    </a:p>
                  </a:txBody>
                  <a:tcPr anchor="ctr">
                    <a:solidFill>
                      <a:srgbClr val="0063A6"/>
                    </a:solidFill>
                  </a:tcPr>
                </a:tc>
                <a:tc>
                  <a:txBody>
                    <a:bodyPr/>
                    <a:lstStyle/>
                    <a:p>
                      <a:r>
                        <a:rPr lang="en-US" b="1">
                          <a:solidFill>
                            <a:schemeClr val="bg1"/>
                          </a:solidFill>
                        </a:rPr>
                        <a:t>Active </a:t>
                      </a:r>
                      <a:r>
                        <a:rPr lang="en-US" b="1" err="1">
                          <a:solidFill>
                            <a:schemeClr val="bg1"/>
                          </a:solidFill>
                        </a:rPr>
                        <a:t>Netw</a:t>
                      </a:r>
                      <a:r>
                        <a:rPr lang="en-US" b="1">
                          <a:solidFill>
                            <a:schemeClr val="bg1"/>
                          </a:solidFill>
                        </a:rPr>
                        <a:t>. ACL</a:t>
                      </a:r>
                    </a:p>
                  </a:txBody>
                  <a:tcPr anchor="ctr">
                    <a:solidFill>
                      <a:srgbClr val="0063A6"/>
                    </a:solidFill>
                  </a:tcPr>
                </a:tc>
                <a:tc>
                  <a:txBody>
                    <a:bodyPr/>
                    <a:lstStyle/>
                    <a:p>
                      <a:r>
                        <a:rPr lang="en-US" b="1">
                          <a:solidFill>
                            <a:schemeClr val="bg1"/>
                          </a:solidFill>
                        </a:rPr>
                        <a:t>Inactive </a:t>
                      </a:r>
                      <a:r>
                        <a:rPr lang="en-US" b="1" err="1">
                          <a:solidFill>
                            <a:schemeClr val="bg1"/>
                          </a:solidFill>
                        </a:rPr>
                        <a:t>Netw</a:t>
                      </a:r>
                      <a:r>
                        <a:rPr lang="en-US" b="1">
                          <a:solidFill>
                            <a:schemeClr val="bg1"/>
                          </a:solidFill>
                        </a:rPr>
                        <a:t>. ACL</a:t>
                      </a:r>
                    </a:p>
                  </a:txBody>
                  <a:tcPr anchor="ctr">
                    <a:solidFill>
                      <a:srgbClr val="0063A6"/>
                    </a:solidFill>
                  </a:tcPr>
                </a:tc>
                <a:tc>
                  <a:txBody>
                    <a:bodyPr/>
                    <a:lstStyle/>
                    <a:p>
                      <a:r>
                        <a:rPr lang="en-US" b="1">
                          <a:solidFill>
                            <a:schemeClr val="bg1"/>
                          </a:solidFill>
                        </a:rPr>
                        <a:t>Null Route</a:t>
                      </a:r>
                    </a:p>
                  </a:txBody>
                  <a:tcPr anchor="ctr">
                    <a:solidFill>
                      <a:srgbClr val="0063A6"/>
                    </a:solidFill>
                  </a:tcPr>
                </a:tc>
                <a:tc>
                  <a:txBody>
                    <a:bodyPr/>
                    <a:lstStyle/>
                    <a:p>
                      <a:r>
                        <a:rPr lang="en-US" b="1">
                          <a:solidFill>
                            <a:schemeClr val="bg1"/>
                          </a:solidFill>
                        </a:rPr>
                        <a:t>Routing Loop</a:t>
                      </a:r>
                    </a:p>
                  </a:txBody>
                  <a:tcPr anchor="ctr">
                    <a:solidFill>
                      <a:srgbClr val="0063A6"/>
                    </a:solidFill>
                  </a:tcPr>
                </a:tc>
                <a:tc>
                  <a:txBody>
                    <a:bodyPr/>
                    <a:lstStyle/>
                    <a:p>
                      <a:pPr lvl="0">
                        <a:buNone/>
                      </a:pPr>
                      <a:r>
                        <a:rPr lang="en-US" b="1">
                          <a:solidFill>
                            <a:schemeClr val="bg1"/>
                          </a:solidFill>
                        </a:rPr>
                        <a:t>Classification</a:t>
                      </a:r>
                    </a:p>
                  </a:txBody>
                  <a:tcPr anchor="ctr">
                    <a:solidFill>
                      <a:srgbClr val="0063A6"/>
                    </a:solidFill>
                  </a:tcPr>
                </a:tc>
                <a:extLst>
                  <a:ext uri="{0D108BD9-81ED-4DB2-BD59-A6C34878D82A}">
                    <a16:rowId xmlns:a16="http://schemas.microsoft.com/office/drawing/2014/main" val="977861545"/>
                  </a:ext>
                </a:extLst>
              </a:tr>
              <a:tr h="307817">
                <a:tc>
                  <a:txBody>
                    <a:bodyPr/>
                    <a:lstStyle/>
                    <a:p>
                      <a:r>
                        <a:rPr lang="en-US"/>
                        <a:t>No Route (S2)</a:t>
                      </a:r>
                    </a:p>
                  </a:txBody>
                  <a:tcPr anchor="ctr"/>
                </a:tc>
                <a:tc>
                  <a:txBody>
                    <a:bodyPr/>
                    <a:lstStyle/>
                    <a:p>
                      <a:r>
                        <a:rPr lang="en-US"/>
                        <a:t>○ 0</a:t>
                      </a:r>
                    </a:p>
                  </a:txBody>
                  <a:tcPr anchor="ctr"/>
                </a:tc>
                <a:tc>
                  <a:txBody>
                    <a:bodyPr/>
                    <a:lstStyle/>
                    <a:p>
                      <a:r>
                        <a:rPr lang="en-US"/>
                        <a:t>● 14</a:t>
                      </a:r>
                    </a:p>
                  </a:txBody>
                  <a:tcPr anchor="ctr"/>
                </a:tc>
                <a:tc>
                  <a:txBody>
                    <a:bodyPr/>
                    <a:lstStyle/>
                    <a:p>
                      <a:r>
                        <a:rPr lang="en-US"/>
                        <a:t>● 1</a:t>
                      </a:r>
                    </a:p>
                  </a:txBody>
                  <a:tcPr anchor="ctr"/>
                </a:tc>
                <a:tc>
                  <a:txBody>
                    <a:bodyPr/>
                    <a:lstStyle/>
                    <a:p>
                      <a:r>
                        <a:rPr lang="en-US"/>
                        <a:t>● 2</a:t>
                      </a:r>
                    </a:p>
                  </a:txBody>
                  <a:tcPr anchor="ctr"/>
                </a:tc>
                <a:tc>
                  <a:txBody>
                    <a:bodyPr/>
                    <a:lstStyle/>
                    <a:p>
                      <a:r>
                        <a:rPr lang="en-US"/>
                        <a:t>● 2</a:t>
                      </a:r>
                    </a:p>
                  </a:txBody>
                  <a:tcPr anchor="ctr"/>
                </a:tc>
                <a:tc>
                  <a:txBody>
                    <a:bodyPr/>
                    <a:lstStyle/>
                    <a:p>
                      <a:r>
                        <a:rPr lang="en-US"/>
                        <a:t>○ 0</a:t>
                      </a:r>
                    </a:p>
                  </a:txBody>
                  <a:tcPr anchor="ctr"/>
                </a:tc>
                <a:tc>
                  <a:txBody>
                    <a:bodyPr/>
                    <a:lstStyle/>
                    <a:p>
                      <a:pPr lvl="0">
                        <a:buNone/>
                      </a:pPr>
                      <a:r>
                        <a:rPr lang="en-US"/>
                        <a:t>Ambiguous</a:t>
                      </a:r>
                    </a:p>
                  </a:txBody>
                  <a:tcPr anchor="ctr"/>
                </a:tc>
                <a:extLst>
                  <a:ext uri="{0D108BD9-81ED-4DB2-BD59-A6C34878D82A}">
                    <a16:rowId xmlns:a16="http://schemas.microsoft.com/office/drawing/2014/main" val="424333427"/>
                  </a:ext>
                </a:extLst>
              </a:tr>
              <a:tr h="307817">
                <a:tc>
                  <a:txBody>
                    <a:bodyPr/>
                    <a:lstStyle/>
                    <a:p>
                      <a:r>
                        <a:rPr lang="en-US"/>
                        <a:t>Admin. </a:t>
                      </a:r>
                      <a:r>
                        <a:rPr lang="en-US" err="1"/>
                        <a:t>Prohib</a:t>
                      </a:r>
                      <a:r>
                        <a:rPr lang="en-US"/>
                        <a:t>. (S3,S4)</a:t>
                      </a:r>
                    </a:p>
                  </a:txBody>
                  <a:tcPr anchor="ctr"/>
                </a:tc>
                <a:tc>
                  <a:txBody>
                    <a:bodyPr/>
                    <a:lstStyle/>
                    <a:p>
                      <a:r>
                        <a:rPr lang="en-US"/>
                        <a:t>○ 0</a:t>
                      </a:r>
                    </a:p>
                  </a:txBody>
                  <a:tcPr anchor="ctr"/>
                </a:tc>
                <a:tc>
                  <a:txBody>
                    <a:bodyPr/>
                    <a:lstStyle/>
                    <a:p>
                      <a:r>
                        <a:rPr lang="en-US"/>
                        <a:t>○ 0</a:t>
                      </a:r>
                    </a:p>
                  </a:txBody>
                  <a:tcPr anchor="ctr"/>
                </a:tc>
                <a:tc>
                  <a:txBody>
                    <a:bodyPr/>
                    <a:lstStyle/>
                    <a:p>
                      <a:r>
                        <a:rPr lang="en-US"/>
                        <a:t>● 4</a:t>
                      </a:r>
                    </a:p>
                  </a:txBody>
                  <a:tcPr anchor="ctr"/>
                </a:tc>
                <a:tc>
                  <a:txBody>
                    <a:bodyPr/>
                    <a:lstStyle/>
                    <a:p>
                      <a:r>
                        <a:rPr lang="en-US"/>
                        <a:t>● 5</a:t>
                      </a:r>
                    </a:p>
                  </a:txBody>
                  <a:tcPr anchor="ctr"/>
                </a:tc>
                <a:tc>
                  <a:txBody>
                    <a:bodyPr/>
                    <a:lstStyle/>
                    <a:p>
                      <a:r>
                        <a:rPr lang="en-US"/>
                        <a:t>● 3</a:t>
                      </a:r>
                    </a:p>
                  </a:txBody>
                  <a:tcPr anchor="ctr"/>
                </a:tc>
                <a:tc>
                  <a:txBody>
                    <a:bodyPr/>
                    <a:lstStyle/>
                    <a:p>
                      <a:r>
                        <a:rPr lang="en-US"/>
                        <a:t>○ 0</a:t>
                      </a:r>
                    </a:p>
                  </a:txBody>
                  <a:tcPr anchor="ctr"/>
                </a:tc>
                <a:tc>
                  <a:txBody>
                    <a:bodyPr/>
                    <a:lstStyle/>
                    <a:p>
                      <a:pPr lvl="0">
                        <a:buNone/>
                      </a:pPr>
                      <a:r>
                        <a:rPr lang="en-US" sz="1400" b="0" i="0" u="none" strike="noStrike" noProof="0">
                          <a:solidFill>
                            <a:srgbClr val="000000"/>
                          </a:solidFill>
                          <a:latin typeface="Calibri Light"/>
                        </a:rPr>
                        <a:t>Ambiguous</a:t>
                      </a:r>
                      <a:endParaRPr lang="en-US"/>
                    </a:p>
                  </a:txBody>
                  <a:tcPr anchor="ctr"/>
                </a:tc>
                <a:extLst>
                  <a:ext uri="{0D108BD9-81ED-4DB2-BD59-A6C34878D82A}">
                    <a16:rowId xmlns:a16="http://schemas.microsoft.com/office/drawing/2014/main" val="1125440995"/>
                  </a:ext>
                </a:extLst>
              </a:tr>
              <a:tr h="307817">
                <a:tc>
                  <a:txBody>
                    <a:bodyPr/>
                    <a:lstStyle/>
                    <a:p>
                      <a:r>
                        <a:rPr lang="en-US" err="1"/>
                        <a:t>Addr</a:t>
                      </a:r>
                      <a:r>
                        <a:rPr lang="en-US"/>
                        <a:t>. Unreach.</a:t>
                      </a:r>
                      <a:r>
                        <a:rPr lang="en-US" b="1" baseline="-25000"/>
                        <a:t>RTT≥1sec</a:t>
                      </a:r>
                    </a:p>
                  </a:txBody>
                  <a:tcPr anchor="ctr"/>
                </a:tc>
                <a:tc>
                  <a:txBody>
                    <a:bodyPr/>
                    <a:lstStyle/>
                    <a:p>
                      <a:r>
                        <a:rPr lang="en-US"/>
                        <a:t>● 14</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pPr lvl="0">
                        <a:buNone/>
                      </a:pPr>
                      <a:r>
                        <a:rPr lang="en-US" sz="1400" b="0" i="0" u="none" strike="noStrike" noProof="0">
                          <a:solidFill>
                            <a:srgbClr val="000000"/>
                          </a:solidFill>
                          <a:latin typeface="Calibri Light"/>
                        </a:rPr>
                        <a:t>○ 0</a:t>
                      </a:r>
                      <a:endParaRPr lang="en-US"/>
                    </a:p>
                  </a:txBody>
                  <a:tcPr anchor="ctr"/>
                </a:tc>
                <a:tc>
                  <a:txBody>
                    <a:bodyPr/>
                    <a:lstStyle/>
                    <a:p>
                      <a:r>
                        <a:rPr lang="en-US"/>
                        <a:t>○ 0</a:t>
                      </a:r>
                    </a:p>
                  </a:txBody>
                  <a:tcPr anchor="ctr"/>
                </a:tc>
                <a:tc>
                  <a:txBody>
                    <a:bodyPr/>
                    <a:lstStyle/>
                    <a:p>
                      <a:pPr lvl="0">
                        <a:buNone/>
                      </a:pPr>
                      <a:r>
                        <a:rPr lang="en-US" b="1"/>
                        <a:t>Active</a:t>
                      </a:r>
                    </a:p>
                  </a:txBody>
                  <a:tcPr anchor="ctr"/>
                </a:tc>
                <a:extLst>
                  <a:ext uri="{0D108BD9-81ED-4DB2-BD59-A6C34878D82A}">
                    <a16:rowId xmlns:a16="http://schemas.microsoft.com/office/drawing/2014/main" val="2666444274"/>
                  </a:ext>
                </a:extLst>
              </a:tr>
              <a:tr h="307816">
                <a:tc>
                  <a:txBody>
                    <a:bodyPr/>
                    <a:lstStyle/>
                    <a:p>
                      <a:pPr lvl="0" algn="l">
                        <a:lnSpc>
                          <a:spcPct val="100000"/>
                        </a:lnSpc>
                        <a:spcBef>
                          <a:spcPts val="0"/>
                        </a:spcBef>
                        <a:spcAft>
                          <a:spcPts val="0"/>
                        </a:spcAft>
                        <a:buNone/>
                      </a:pPr>
                      <a:r>
                        <a:rPr lang="en-US" sz="1400" b="0" i="0" u="none" strike="noStrike" noProof="0" err="1">
                          <a:solidFill>
                            <a:srgbClr val="000000"/>
                          </a:solidFill>
                          <a:latin typeface="Calibri Light"/>
                        </a:rPr>
                        <a:t>Addr</a:t>
                      </a:r>
                      <a:r>
                        <a:rPr lang="en-US" sz="1400" b="0" i="0" u="none" strike="noStrike" noProof="0">
                          <a:solidFill>
                            <a:srgbClr val="000000"/>
                          </a:solidFill>
                          <a:latin typeface="Calibri Light"/>
                        </a:rPr>
                        <a:t>. </a:t>
                      </a:r>
                      <a:r>
                        <a:rPr lang="en-US" sz="1400" b="0" i="0" u="none" strike="noStrike" noProof="0" err="1">
                          <a:solidFill>
                            <a:srgbClr val="000000"/>
                          </a:solidFill>
                          <a:latin typeface="Calibri Light"/>
                        </a:rPr>
                        <a:t>Unreach.</a:t>
                      </a:r>
                      <a:r>
                        <a:rPr lang="en-US" sz="1400" b="1" i="0" u="none" strike="noStrike" baseline="-25000" noProof="0" err="1">
                          <a:solidFill>
                            <a:srgbClr val="000000"/>
                          </a:solidFill>
                          <a:latin typeface="Calibri Light"/>
                        </a:rPr>
                        <a:t>RTT</a:t>
                      </a:r>
                      <a:r>
                        <a:rPr lang="en-US" sz="1400" b="1" i="0" u="none" strike="noStrike" baseline="-25000" noProof="0">
                          <a:solidFill>
                            <a:srgbClr val="000000"/>
                          </a:solidFill>
                          <a:latin typeface="Calibri Light"/>
                        </a:rPr>
                        <a:t>&lt;1sec</a:t>
                      </a:r>
                    </a:p>
                  </a:txBody>
                  <a:tcPr anchor="ctr"/>
                </a:tc>
                <a:tc>
                  <a:txBody>
                    <a:bodyPr/>
                    <a:lstStyle/>
                    <a:p>
                      <a:pPr lvl="0">
                        <a:buNone/>
                      </a:pPr>
                      <a:r>
                        <a:rPr lang="en-US" sz="1400" b="0" i="0" u="none" strike="noStrike" noProof="0">
                          <a:solidFill>
                            <a:srgbClr val="000000"/>
                          </a:solidFill>
                          <a:latin typeface="Calibri Light"/>
                        </a:rPr>
                        <a:t>○ 0</a:t>
                      </a:r>
                      <a:endParaRPr lang="en-US"/>
                    </a:p>
                  </a:txBody>
                  <a:tcPr anchor="ctr"/>
                </a:tc>
                <a:tc>
                  <a:txBody>
                    <a:bodyPr/>
                    <a:lstStyle/>
                    <a:p>
                      <a:pPr lvl="0">
                        <a:buNone/>
                      </a:pPr>
                      <a:r>
                        <a:rPr lang="en-US" sz="1400" b="0" i="0" u="none" strike="noStrike" noProof="0">
                          <a:solidFill>
                            <a:srgbClr val="000000"/>
                          </a:solidFill>
                          <a:latin typeface="Calibri Light"/>
                        </a:rPr>
                        <a:t>○ 0</a:t>
                      </a:r>
                      <a:endParaRPr lang="en-US"/>
                    </a:p>
                  </a:txBody>
                  <a:tcPr anchor="ctr"/>
                </a:tc>
                <a:tc>
                  <a:txBody>
                    <a:bodyPr/>
                    <a:lstStyle/>
                    <a:p>
                      <a:pPr lvl="0">
                        <a:buNone/>
                      </a:pPr>
                      <a:r>
                        <a:rPr lang="en-US" sz="1400" b="0" i="0" u="none" strike="noStrike" noProof="0">
                          <a:solidFill>
                            <a:srgbClr val="000000"/>
                          </a:solidFill>
                          <a:latin typeface="Calibri Light"/>
                        </a:rPr>
                        <a:t>○ 0</a:t>
                      </a:r>
                      <a:endParaRPr lang="en-US"/>
                    </a:p>
                  </a:txBody>
                  <a:tcPr anchor="ctr"/>
                </a:tc>
                <a:tc>
                  <a:txBody>
                    <a:bodyPr/>
                    <a:lstStyle/>
                    <a:p>
                      <a:pPr lvl="0">
                        <a:buNone/>
                      </a:pPr>
                      <a:r>
                        <a:rPr lang="en-US" sz="1400" b="0" i="0" u="none" strike="noStrike" noProof="0">
                          <a:solidFill>
                            <a:srgbClr val="000000"/>
                          </a:solidFill>
                          <a:latin typeface="Calibri Light"/>
                        </a:rPr>
                        <a:t>○ 0</a:t>
                      </a:r>
                      <a:endParaRPr lang="en-US"/>
                    </a:p>
                  </a:txBody>
                  <a:tcPr anchor="ctr"/>
                </a:tc>
                <a:tc>
                  <a:txBody>
                    <a:bodyPr/>
                    <a:lstStyle/>
                    <a:p>
                      <a:pPr lvl="0">
                        <a:buNone/>
                      </a:pPr>
                      <a:r>
                        <a:rPr lang="en-US" sz="1400" b="0" i="0" u="none" strike="noStrike" noProof="0">
                          <a:solidFill>
                            <a:srgbClr val="000000"/>
                          </a:solidFill>
                          <a:latin typeface="Calibri Light"/>
                        </a:rPr>
                        <a:t>● 1</a:t>
                      </a:r>
                      <a:endParaRPr lang="en-US"/>
                    </a:p>
                  </a:txBody>
                  <a:tcPr anchor="ctr"/>
                </a:tc>
                <a:tc>
                  <a:txBody>
                    <a:bodyPr/>
                    <a:lstStyle/>
                    <a:p>
                      <a:pPr lvl="0">
                        <a:buNone/>
                      </a:pPr>
                      <a:r>
                        <a:rPr lang="en-US" sz="1400" b="0" i="0" u="none" strike="noStrike" noProof="0">
                          <a:solidFill>
                            <a:srgbClr val="000000"/>
                          </a:solidFill>
                          <a:latin typeface="Calibri Light"/>
                        </a:rPr>
                        <a:t>○ 0</a:t>
                      </a:r>
                      <a:endParaRPr lang="en-US"/>
                    </a:p>
                  </a:txBody>
                  <a:tcPr anchor="ctr"/>
                </a:tc>
                <a:tc>
                  <a:txBody>
                    <a:bodyPr/>
                    <a:lstStyle/>
                    <a:p>
                      <a:pPr lvl="0">
                        <a:buNone/>
                      </a:pPr>
                      <a:r>
                        <a:rPr lang="en-US" b="1"/>
                        <a:t>Inactive</a:t>
                      </a:r>
                    </a:p>
                  </a:txBody>
                  <a:tcPr anchor="ctr"/>
                </a:tc>
                <a:extLst>
                  <a:ext uri="{0D108BD9-81ED-4DB2-BD59-A6C34878D82A}">
                    <a16:rowId xmlns:a16="http://schemas.microsoft.com/office/drawing/2014/main" val="181828424"/>
                  </a:ext>
                </a:extLst>
              </a:tr>
              <a:tr h="307817">
                <a:tc>
                  <a:txBody>
                    <a:bodyPr/>
                    <a:lstStyle/>
                    <a:p>
                      <a:r>
                        <a:rPr lang="en-US"/>
                        <a:t>Port </a:t>
                      </a:r>
                      <a:r>
                        <a:rPr lang="en-US" err="1"/>
                        <a:t>Unreach</a:t>
                      </a:r>
                      <a:r>
                        <a:rPr lang="en-US"/>
                        <a:t>. ()</a:t>
                      </a:r>
                    </a:p>
                  </a:txBody>
                  <a:tcPr anchor="ctr"/>
                </a:tc>
                <a:tc>
                  <a:txBody>
                    <a:bodyPr/>
                    <a:lstStyle/>
                    <a:p>
                      <a:r>
                        <a:rPr lang="en-US"/>
                        <a:t>○ 0</a:t>
                      </a:r>
                    </a:p>
                  </a:txBody>
                  <a:tcPr anchor="ctr"/>
                </a:tc>
                <a:tc>
                  <a:txBody>
                    <a:bodyPr/>
                    <a:lstStyle/>
                    <a:p>
                      <a:r>
                        <a:rPr lang="en-US"/>
                        <a:t>○ 0</a:t>
                      </a:r>
                    </a:p>
                  </a:txBody>
                  <a:tcPr anchor="ctr"/>
                </a:tc>
                <a:tc>
                  <a:txBody>
                    <a:bodyPr/>
                    <a:lstStyle/>
                    <a:p>
                      <a:r>
                        <a:rPr lang="en-US"/>
                        <a:t>● 3</a:t>
                      </a:r>
                    </a:p>
                  </a:txBody>
                  <a:tcPr anchor="ctr"/>
                </a:tc>
                <a:tc>
                  <a:txBody>
                    <a:bodyPr/>
                    <a:lstStyle/>
                    <a:p>
                      <a:r>
                        <a:rPr lang="en-US"/>
                        <a:t>● 2</a:t>
                      </a:r>
                    </a:p>
                  </a:txBody>
                  <a:tcPr anchor="ctr"/>
                </a:tc>
                <a:tc>
                  <a:txBody>
                    <a:bodyPr/>
                    <a:lstStyle/>
                    <a:p>
                      <a:r>
                        <a:rPr lang="en-US"/>
                        <a:t>○ 0</a:t>
                      </a:r>
                    </a:p>
                  </a:txBody>
                  <a:tcPr anchor="ctr"/>
                </a:tc>
                <a:tc>
                  <a:txBody>
                    <a:bodyPr/>
                    <a:lstStyle/>
                    <a:p>
                      <a:r>
                        <a:rPr lang="en-US"/>
                        <a:t>○ 0</a:t>
                      </a:r>
                    </a:p>
                  </a:txBody>
                  <a:tcPr anchor="ctr"/>
                </a:tc>
                <a:tc>
                  <a:txBody>
                    <a:bodyPr/>
                    <a:lstStyle/>
                    <a:p>
                      <a:pPr lvl="0">
                        <a:buNone/>
                      </a:pPr>
                      <a:r>
                        <a:rPr lang="en-US"/>
                        <a:t>Ambiguous</a:t>
                      </a:r>
                    </a:p>
                  </a:txBody>
                  <a:tcPr anchor="ctr"/>
                </a:tc>
                <a:extLst>
                  <a:ext uri="{0D108BD9-81ED-4DB2-BD59-A6C34878D82A}">
                    <a16:rowId xmlns:a16="http://schemas.microsoft.com/office/drawing/2014/main" val="2331363320"/>
                  </a:ext>
                </a:extLst>
              </a:tr>
              <a:tr h="307817">
                <a:tc>
                  <a:txBody>
                    <a:bodyPr/>
                    <a:lstStyle/>
                    <a:p>
                      <a:r>
                        <a:rPr lang="en-US"/>
                        <a:t>Failed Policy (S3,S4)</a:t>
                      </a:r>
                    </a:p>
                  </a:txBody>
                  <a:tcPr anchor="ctr"/>
                </a:tc>
                <a:tc>
                  <a:txBody>
                    <a:bodyPr/>
                    <a:lstStyle/>
                    <a:p>
                      <a:r>
                        <a:rPr lang="en-US"/>
                        <a:t>○ 0</a:t>
                      </a:r>
                    </a:p>
                  </a:txBody>
                  <a:tcPr anchor="ctr"/>
                </a:tc>
                <a:tc>
                  <a:txBody>
                    <a:bodyPr/>
                    <a:lstStyle/>
                    <a:p>
                      <a:r>
                        <a:rPr lang="en-US"/>
                        <a:t>● 1</a:t>
                      </a:r>
                    </a:p>
                  </a:txBody>
                  <a:tcPr anchor="ctr"/>
                </a:tc>
                <a:tc>
                  <a:txBody>
                    <a:bodyPr/>
                    <a:lstStyle/>
                    <a:p>
                      <a:r>
                        <a:rPr lang="en-US"/>
                        <a:t>● 1</a:t>
                      </a:r>
                    </a:p>
                  </a:txBody>
                  <a:tcPr anchor="ctr"/>
                </a:tc>
                <a:tc>
                  <a:txBody>
                    <a:bodyPr/>
                    <a:lstStyle/>
                    <a:p>
                      <a:r>
                        <a:rPr lang="en-US"/>
                        <a:t>● 2</a:t>
                      </a:r>
                    </a:p>
                  </a:txBody>
                  <a:tcPr anchor="ctr"/>
                </a:tc>
                <a:tc>
                  <a:txBody>
                    <a:bodyPr/>
                    <a:lstStyle/>
                    <a:p>
                      <a:r>
                        <a:rPr lang="en-US"/>
                        <a:t>○ 0</a:t>
                      </a:r>
                    </a:p>
                  </a:txBody>
                  <a:tcPr anchor="ctr"/>
                </a:tc>
                <a:tc>
                  <a:txBody>
                    <a:bodyPr/>
                    <a:lstStyle/>
                    <a:p>
                      <a:r>
                        <a:rPr lang="en-US"/>
                        <a:t>○ 0</a:t>
                      </a:r>
                    </a:p>
                  </a:txBody>
                  <a:tcPr anchor="ctr"/>
                </a:tc>
                <a:tc>
                  <a:txBody>
                    <a:bodyPr/>
                    <a:lstStyle/>
                    <a:p>
                      <a:pPr lvl="0">
                        <a:buNone/>
                      </a:pPr>
                      <a:r>
                        <a:rPr lang="en-US" sz="1400" b="0" i="0" u="none" strike="noStrike" noProof="0">
                          <a:solidFill>
                            <a:srgbClr val="000000"/>
                          </a:solidFill>
                          <a:latin typeface="Calibri Light"/>
                        </a:rPr>
                        <a:t>Ambiguous</a:t>
                      </a:r>
                      <a:endParaRPr lang="en-US"/>
                    </a:p>
                  </a:txBody>
                  <a:tcPr anchor="ctr"/>
                </a:tc>
                <a:extLst>
                  <a:ext uri="{0D108BD9-81ED-4DB2-BD59-A6C34878D82A}">
                    <a16:rowId xmlns:a16="http://schemas.microsoft.com/office/drawing/2014/main" val="1268552657"/>
                  </a:ext>
                </a:extLst>
              </a:tr>
              <a:tr h="307817">
                <a:tc>
                  <a:txBody>
                    <a:bodyPr/>
                    <a:lstStyle/>
                    <a:p>
                      <a:r>
                        <a:rPr lang="en-US"/>
                        <a:t>Reject Route (S5)</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2</a:t>
                      </a:r>
                    </a:p>
                  </a:txBody>
                  <a:tcPr anchor="ctr"/>
                </a:tc>
                <a:tc>
                  <a:txBody>
                    <a:bodyPr/>
                    <a:lstStyle/>
                    <a:p>
                      <a:r>
                        <a:rPr lang="en-US"/>
                        <a:t>○ 0</a:t>
                      </a:r>
                    </a:p>
                  </a:txBody>
                  <a:tcPr anchor="ctr"/>
                </a:tc>
                <a:tc>
                  <a:txBody>
                    <a:bodyPr/>
                    <a:lstStyle/>
                    <a:p>
                      <a:pPr lvl="0" algn="l">
                        <a:lnSpc>
                          <a:spcPct val="100000"/>
                        </a:lnSpc>
                        <a:spcBef>
                          <a:spcPts val="0"/>
                        </a:spcBef>
                        <a:spcAft>
                          <a:spcPts val="0"/>
                        </a:spcAft>
                        <a:buNone/>
                      </a:pPr>
                      <a:r>
                        <a:rPr lang="en-US" sz="1400" b="0" i="0" u="none" strike="noStrike" noProof="0">
                          <a:solidFill>
                            <a:srgbClr val="000000"/>
                          </a:solidFill>
                          <a:latin typeface="Calibri Light"/>
                        </a:rPr>
                        <a:t>Inactive</a:t>
                      </a:r>
                    </a:p>
                  </a:txBody>
                  <a:tcPr anchor="ctr"/>
                </a:tc>
                <a:extLst>
                  <a:ext uri="{0D108BD9-81ED-4DB2-BD59-A6C34878D82A}">
                    <a16:rowId xmlns:a16="http://schemas.microsoft.com/office/drawing/2014/main" val="1814502145"/>
                  </a:ext>
                </a:extLst>
              </a:tr>
              <a:tr h="307817">
                <a:tc>
                  <a:txBody>
                    <a:bodyPr/>
                    <a:lstStyle/>
                    <a:p>
                      <a:r>
                        <a:rPr lang="en-US"/>
                        <a:t>Time Exceeded (S6)</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15</a:t>
                      </a:r>
                    </a:p>
                  </a:txBody>
                  <a:tcPr anchor="ctr"/>
                </a:tc>
                <a:tc>
                  <a:txBody>
                    <a:bodyPr/>
                    <a:lstStyle/>
                    <a:p>
                      <a:pPr lvl="0">
                        <a:buNone/>
                      </a:pPr>
                      <a:r>
                        <a:rPr lang="en-US"/>
                        <a:t>Inactive</a:t>
                      </a:r>
                    </a:p>
                  </a:txBody>
                  <a:tcPr anchor="ctr"/>
                </a:tc>
                <a:extLst>
                  <a:ext uri="{0D108BD9-81ED-4DB2-BD59-A6C34878D82A}">
                    <a16:rowId xmlns:a16="http://schemas.microsoft.com/office/drawing/2014/main" val="1742790501"/>
                  </a:ext>
                </a:extLst>
              </a:tr>
              <a:tr h="307817">
                <a:tc>
                  <a:txBody>
                    <a:bodyPr/>
                    <a:lstStyle/>
                    <a:p>
                      <a:r>
                        <a:rPr lang="en-US"/>
                        <a:t>∅</a:t>
                      </a:r>
                    </a:p>
                  </a:txBody>
                  <a:tcPr anchor="ctr"/>
                </a:tc>
                <a:tc>
                  <a:txBody>
                    <a:bodyPr/>
                    <a:lstStyle/>
                    <a:p>
                      <a:r>
                        <a:rPr lang="en-US"/>
                        <a:t>● 1</a:t>
                      </a:r>
                    </a:p>
                  </a:txBody>
                  <a:tcPr anchor="ctr"/>
                </a:tc>
                <a:tc>
                  <a:txBody>
                    <a:bodyPr/>
                    <a:lstStyle/>
                    <a:p>
                      <a:r>
                        <a:rPr lang="en-US"/>
                        <a:t>○ 0</a:t>
                      </a:r>
                    </a:p>
                  </a:txBody>
                  <a:tcPr anchor="ctr"/>
                </a:tc>
                <a:tc>
                  <a:txBody>
                    <a:bodyPr/>
                    <a:lstStyle/>
                    <a:p>
                      <a:r>
                        <a:rPr lang="en-US"/>
                        <a:t>● 4</a:t>
                      </a:r>
                    </a:p>
                  </a:txBody>
                  <a:tcPr anchor="ctr"/>
                </a:tc>
                <a:tc>
                  <a:txBody>
                    <a:bodyPr/>
                    <a:lstStyle/>
                    <a:p>
                      <a:r>
                        <a:rPr lang="en-US"/>
                        <a:t>● 3</a:t>
                      </a:r>
                    </a:p>
                  </a:txBody>
                  <a:tcPr anchor="ctr"/>
                </a:tc>
                <a:tc>
                  <a:txBody>
                    <a:bodyPr/>
                    <a:lstStyle/>
                    <a:p>
                      <a:r>
                        <a:rPr lang="en-US"/>
                        <a:t>● 9</a:t>
                      </a:r>
                    </a:p>
                  </a:txBody>
                  <a:tcPr anchor="ctr"/>
                </a:tc>
                <a:tc>
                  <a:txBody>
                    <a:bodyPr/>
                    <a:lstStyle/>
                    <a:p>
                      <a:r>
                        <a:rPr lang="en-US"/>
                        <a:t>○ 0</a:t>
                      </a:r>
                    </a:p>
                  </a:txBody>
                  <a:tcPr anchor="ctr"/>
                </a:tc>
                <a:tc>
                  <a:txBody>
                    <a:bodyPr/>
                    <a:lstStyle/>
                    <a:p>
                      <a:pPr lvl="0">
                        <a:buNone/>
                      </a:pPr>
                      <a:endParaRPr lang="en-US"/>
                    </a:p>
                  </a:txBody>
                  <a:tcPr anchor="ctr"/>
                </a:tc>
                <a:extLst>
                  <a:ext uri="{0D108BD9-81ED-4DB2-BD59-A6C34878D82A}">
                    <a16:rowId xmlns:a16="http://schemas.microsoft.com/office/drawing/2014/main" val="626711528"/>
                  </a:ext>
                </a:extLst>
              </a:tr>
            </a:tbl>
          </a:graphicData>
        </a:graphic>
      </p:graphicFrame>
      <p:sp>
        <p:nvSpPr>
          <p:cNvPr id="2" name="Titel 1">
            <a:extLst>
              <a:ext uri="{FF2B5EF4-FFF2-40B4-BE49-F238E27FC236}">
                <a16:creationId xmlns:a16="http://schemas.microsoft.com/office/drawing/2014/main" id="{D1FFAB03-D9C8-D5C8-2199-26A7F7D948D3}"/>
              </a:ext>
            </a:extLst>
          </p:cNvPr>
          <p:cNvSpPr>
            <a:spLocks noGrp="1"/>
          </p:cNvSpPr>
          <p:nvPr>
            <p:ph type="title"/>
          </p:nvPr>
        </p:nvSpPr>
        <p:spPr>
          <a:xfrm>
            <a:off x="287110" y="252000"/>
            <a:ext cx="8603715" cy="437644"/>
          </a:xfrm>
        </p:spPr>
        <p:txBody>
          <a:bodyPr/>
          <a:lstStyle/>
          <a:p>
            <a:r>
              <a:rPr lang="en-GB" sz="4400">
                <a:cs typeface="Calibri Light"/>
              </a:rPr>
              <a:t>Result I: Router Lab</a:t>
            </a:r>
            <a:endParaRPr lang="en-GB" sz="4400"/>
          </a:p>
        </p:txBody>
      </p:sp>
      <p:sp>
        <p:nvSpPr>
          <p:cNvPr id="4" name="Foliennummernplatzhalter 4">
            <a:extLst>
              <a:ext uri="{FF2B5EF4-FFF2-40B4-BE49-F238E27FC236}">
                <a16:creationId xmlns:a16="http://schemas.microsoft.com/office/drawing/2014/main" id="{7873FE17-D7C7-CB78-C565-3E48521E20ED}"/>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a:solidFill>
                  <a:srgbClr val="0063A6"/>
                </a:solidFill>
                <a:cs typeface="Calibri Light"/>
              </a:rPr>
              <a:t>12</a:t>
            </a:r>
          </a:p>
        </p:txBody>
      </p:sp>
      <p:sp>
        <p:nvSpPr>
          <p:cNvPr id="5" name="Rectangle 4">
            <a:extLst>
              <a:ext uri="{FF2B5EF4-FFF2-40B4-BE49-F238E27FC236}">
                <a16:creationId xmlns:a16="http://schemas.microsoft.com/office/drawing/2014/main" id="{CB948409-7CDF-4FA9-9EE2-26AE64BE1D13}"/>
              </a:ext>
            </a:extLst>
          </p:cNvPr>
          <p:cNvSpPr/>
          <p:nvPr/>
        </p:nvSpPr>
        <p:spPr>
          <a:xfrm>
            <a:off x="200861" y="2362779"/>
            <a:ext cx="8328274" cy="656168"/>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1850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able 21">
            <a:extLst>
              <a:ext uri="{FF2B5EF4-FFF2-40B4-BE49-F238E27FC236}">
                <a16:creationId xmlns:a16="http://schemas.microsoft.com/office/drawing/2014/main" id="{256B0377-10AD-C2C5-1A9B-EB44A920BFE1}"/>
              </a:ext>
            </a:extLst>
          </p:cNvPr>
          <p:cNvGraphicFramePr>
            <a:graphicFrameLocks noGrp="1"/>
          </p:cNvGraphicFramePr>
          <p:nvPr>
            <p:extLst>
              <p:ext uri="{D42A27DB-BD31-4B8C-83A1-F6EECF244321}">
                <p14:modId xmlns:p14="http://schemas.microsoft.com/office/powerpoint/2010/main" val="786410551"/>
              </p:ext>
            </p:extLst>
          </p:nvPr>
        </p:nvGraphicFramePr>
        <p:xfrm>
          <a:off x="284221" y="904620"/>
          <a:ext cx="8152980" cy="3626019"/>
        </p:xfrm>
        <a:graphic>
          <a:graphicData uri="http://schemas.openxmlformats.org/drawingml/2006/table">
            <a:tbl>
              <a:tblPr bandRow="1">
                <a:tableStyleId>{5940675A-B579-460E-94D1-54222C63F5DA}</a:tableStyleId>
              </a:tblPr>
              <a:tblGrid>
                <a:gridCol w="1713648">
                  <a:extLst>
                    <a:ext uri="{9D8B030D-6E8A-4147-A177-3AD203B41FA5}">
                      <a16:colId xmlns:a16="http://schemas.microsoft.com/office/drawing/2014/main" val="1371741998"/>
                    </a:ext>
                  </a:extLst>
                </a:gridCol>
                <a:gridCol w="803671">
                  <a:extLst>
                    <a:ext uri="{9D8B030D-6E8A-4147-A177-3AD203B41FA5}">
                      <a16:colId xmlns:a16="http://schemas.microsoft.com/office/drawing/2014/main" val="4258789530"/>
                    </a:ext>
                  </a:extLst>
                </a:gridCol>
                <a:gridCol w="863201">
                  <a:extLst>
                    <a:ext uri="{9D8B030D-6E8A-4147-A177-3AD203B41FA5}">
                      <a16:colId xmlns:a16="http://schemas.microsoft.com/office/drawing/2014/main" val="3638172576"/>
                    </a:ext>
                  </a:extLst>
                </a:gridCol>
                <a:gridCol w="952498">
                  <a:extLst>
                    <a:ext uri="{9D8B030D-6E8A-4147-A177-3AD203B41FA5}">
                      <a16:colId xmlns:a16="http://schemas.microsoft.com/office/drawing/2014/main" val="1858568045"/>
                    </a:ext>
                  </a:extLst>
                </a:gridCol>
                <a:gridCol w="931238">
                  <a:extLst>
                    <a:ext uri="{9D8B030D-6E8A-4147-A177-3AD203B41FA5}">
                      <a16:colId xmlns:a16="http://schemas.microsoft.com/office/drawing/2014/main" val="1837476924"/>
                    </a:ext>
                  </a:extLst>
                </a:gridCol>
                <a:gridCol w="850474">
                  <a:extLst>
                    <a:ext uri="{9D8B030D-6E8A-4147-A177-3AD203B41FA5}">
                      <a16:colId xmlns:a16="http://schemas.microsoft.com/office/drawing/2014/main" val="3094161340"/>
                    </a:ext>
                  </a:extLst>
                </a:gridCol>
                <a:gridCol w="948461">
                  <a:extLst>
                    <a:ext uri="{9D8B030D-6E8A-4147-A177-3AD203B41FA5}">
                      <a16:colId xmlns:a16="http://schemas.microsoft.com/office/drawing/2014/main" val="1204864857"/>
                    </a:ext>
                  </a:extLst>
                </a:gridCol>
                <a:gridCol w="1089789">
                  <a:extLst>
                    <a:ext uri="{9D8B030D-6E8A-4147-A177-3AD203B41FA5}">
                      <a16:colId xmlns:a16="http://schemas.microsoft.com/office/drawing/2014/main" val="2903083790"/>
                    </a:ext>
                  </a:extLst>
                </a:gridCol>
              </a:tblGrid>
              <a:tr h="336776">
                <a:tc>
                  <a:txBody>
                    <a:bodyPr/>
                    <a:lstStyle/>
                    <a:p>
                      <a:pPr lvl="0" algn="ctr">
                        <a:buNone/>
                      </a:pPr>
                      <a:r>
                        <a:rPr lang="en-US" sz="1600" b="1">
                          <a:solidFill>
                            <a:schemeClr val="bg1"/>
                          </a:solidFill>
                        </a:rPr>
                        <a:t>Scenario</a:t>
                      </a:r>
                    </a:p>
                  </a:txBody>
                  <a:tcPr anchor="ctr">
                    <a:solidFill>
                      <a:srgbClr val="0063A6"/>
                    </a:solidFill>
                  </a:tcPr>
                </a:tc>
                <a:tc>
                  <a:txBody>
                    <a:bodyPr/>
                    <a:lstStyle/>
                    <a:p>
                      <a:pPr lvl="0" algn="ctr">
                        <a:buNone/>
                      </a:pPr>
                      <a:r>
                        <a:rPr lang="en-US" sz="1600" b="1">
                          <a:solidFill>
                            <a:schemeClr val="bg1"/>
                          </a:solidFill>
                        </a:rPr>
                        <a:t>1</a:t>
                      </a:r>
                    </a:p>
                  </a:txBody>
                  <a:tcPr anchor="ctr">
                    <a:solidFill>
                      <a:srgbClr val="0063A6"/>
                    </a:solidFill>
                  </a:tcPr>
                </a:tc>
                <a:tc>
                  <a:txBody>
                    <a:bodyPr/>
                    <a:lstStyle/>
                    <a:p>
                      <a:pPr lvl="0" algn="ctr">
                        <a:buNone/>
                      </a:pPr>
                      <a:r>
                        <a:rPr lang="en-US" sz="1600" b="1">
                          <a:solidFill>
                            <a:schemeClr val="bg1"/>
                          </a:solidFill>
                        </a:rPr>
                        <a:t>2</a:t>
                      </a:r>
                    </a:p>
                  </a:txBody>
                  <a:tcPr anchor="ctr">
                    <a:solidFill>
                      <a:schemeClr val="bg2">
                        <a:lumMod val="75000"/>
                      </a:schemeClr>
                    </a:solidFill>
                  </a:tcPr>
                </a:tc>
                <a:tc>
                  <a:txBody>
                    <a:bodyPr/>
                    <a:lstStyle/>
                    <a:p>
                      <a:pPr lvl="0" algn="ctr">
                        <a:buNone/>
                      </a:pPr>
                      <a:r>
                        <a:rPr lang="en-US" sz="1600" b="1">
                          <a:solidFill>
                            <a:schemeClr val="bg1"/>
                          </a:solidFill>
                        </a:rPr>
                        <a:t>3</a:t>
                      </a:r>
                    </a:p>
                  </a:txBody>
                  <a:tcPr anchor="ctr">
                    <a:solidFill>
                      <a:srgbClr val="0063A6"/>
                    </a:solidFill>
                  </a:tcPr>
                </a:tc>
                <a:tc>
                  <a:txBody>
                    <a:bodyPr/>
                    <a:lstStyle/>
                    <a:p>
                      <a:pPr lvl="0" algn="ctr">
                        <a:buNone/>
                      </a:pPr>
                      <a:r>
                        <a:rPr lang="en-US" sz="1600" b="1">
                          <a:solidFill>
                            <a:schemeClr val="bg1"/>
                          </a:solidFill>
                        </a:rPr>
                        <a:t>4</a:t>
                      </a:r>
                    </a:p>
                  </a:txBody>
                  <a:tcPr anchor="ctr">
                    <a:solidFill>
                      <a:schemeClr val="bg2">
                        <a:lumMod val="75000"/>
                      </a:schemeClr>
                    </a:solidFill>
                  </a:tcPr>
                </a:tc>
                <a:tc>
                  <a:txBody>
                    <a:bodyPr/>
                    <a:lstStyle/>
                    <a:p>
                      <a:pPr lvl="0" algn="ctr">
                        <a:buNone/>
                      </a:pPr>
                      <a:r>
                        <a:rPr lang="en-US" sz="1600" b="1">
                          <a:solidFill>
                            <a:schemeClr val="bg1"/>
                          </a:solidFill>
                        </a:rPr>
                        <a:t>5</a:t>
                      </a:r>
                    </a:p>
                  </a:txBody>
                  <a:tcPr anchor="ctr">
                    <a:solidFill>
                      <a:schemeClr val="bg2">
                        <a:lumMod val="75000"/>
                      </a:schemeClr>
                    </a:solidFill>
                  </a:tcPr>
                </a:tc>
                <a:tc>
                  <a:txBody>
                    <a:bodyPr/>
                    <a:lstStyle/>
                    <a:p>
                      <a:pPr lvl="0" algn="ctr">
                        <a:buNone/>
                      </a:pPr>
                      <a:r>
                        <a:rPr lang="en-US" sz="1600" b="1">
                          <a:solidFill>
                            <a:schemeClr val="bg1"/>
                          </a:solidFill>
                        </a:rPr>
                        <a:t>6</a:t>
                      </a:r>
                    </a:p>
                  </a:txBody>
                  <a:tcPr anchor="ctr">
                    <a:solidFill>
                      <a:schemeClr val="bg2">
                        <a:lumMod val="75000"/>
                      </a:schemeClr>
                    </a:solidFill>
                  </a:tcPr>
                </a:tc>
                <a:tc>
                  <a:txBody>
                    <a:bodyPr/>
                    <a:lstStyle/>
                    <a:p>
                      <a:pPr lvl="0">
                        <a:buNone/>
                      </a:pPr>
                      <a:endParaRPr lang="en-US" b="1">
                        <a:solidFill>
                          <a:schemeClr val="bg1"/>
                        </a:solidFill>
                      </a:endParaRPr>
                    </a:p>
                  </a:txBody>
                  <a:tcPr anchor="ctr">
                    <a:solidFill>
                      <a:srgbClr val="0063A6"/>
                    </a:solidFill>
                  </a:tcPr>
                </a:tc>
                <a:extLst>
                  <a:ext uri="{0D108BD9-81ED-4DB2-BD59-A6C34878D82A}">
                    <a16:rowId xmlns:a16="http://schemas.microsoft.com/office/drawing/2014/main" val="3895811698"/>
                  </a:ext>
                </a:extLst>
              </a:tr>
              <a:tr h="518891">
                <a:tc>
                  <a:txBody>
                    <a:bodyPr/>
                    <a:lstStyle/>
                    <a:p>
                      <a:pPr algn="ctr"/>
                      <a:r>
                        <a:rPr lang="en-US" b="1">
                          <a:solidFill>
                            <a:schemeClr val="bg1"/>
                          </a:solidFill>
                        </a:rPr>
                        <a:t>Description</a:t>
                      </a:r>
                    </a:p>
                  </a:txBody>
                  <a:tcPr anchor="ctr">
                    <a:solidFill>
                      <a:srgbClr val="0063A6"/>
                    </a:solidFill>
                  </a:tcPr>
                </a:tc>
                <a:tc>
                  <a:txBody>
                    <a:bodyPr/>
                    <a:lstStyle/>
                    <a:p>
                      <a:r>
                        <a:rPr lang="en-US" b="1">
                          <a:solidFill>
                            <a:schemeClr val="bg1"/>
                          </a:solidFill>
                        </a:rPr>
                        <a:t>Active Network</a:t>
                      </a:r>
                    </a:p>
                  </a:txBody>
                  <a:tcPr anchor="ctr">
                    <a:solidFill>
                      <a:srgbClr val="0063A6"/>
                    </a:solidFill>
                  </a:tcPr>
                </a:tc>
                <a:tc>
                  <a:txBody>
                    <a:bodyPr/>
                    <a:lstStyle/>
                    <a:p>
                      <a:r>
                        <a:rPr lang="en-US" b="1">
                          <a:solidFill>
                            <a:schemeClr val="bg1"/>
                          </a:solidFill>
                        </a:rPr>
                        <a:t>Inactive Network</a:t>
                      </a:r>
                    </a:p>
                  </a:txBody>
                  <a:tcPr anchor="ctr">
                    <a:solidFill>
                      <a:srgbClr val="0063A6"/>
                    </a:solidFill>
                  </a:tcPr>
                </a:tc>
                <a:tc>
                  <a:txBody>
                    <a:bodyPr/>
                    <a:lstStyle/>
                    <a:p>
                      <a:r>
                        <a:rPr lang="en-US" b="1">
                          <a:solidFill>
                            <a:schemeClr val="bg1"/>
                          </a:solidFill>
                        </a:rPr>
                        <a:t>Active </a:t>
                      </a:r>
                      <a:r>
                        <a:rPr lang="en-US" b="1" err="1">
                          <a:solidFill>
                            <a:schemeClr val="bg1"/>
                          </a:solidFill>
                        </a:rPr>
                        <a:t>Netw</a:t>
                      </a:r>
                      <a:r>
                        <a:rPr lang="en-US" b="1">
                          <a:solidFill>
                            <a:schemeClr val="bg1"/>
                          </a:solidFill>
                        </a:rPr>
                        <a:t>. ACL</a:t>
                      </a:r>
                    </a:p>
                  </a:txBody>
                  <a:tcPr anchor="ctr">
                    <a:solidFill>
                      <a:srgbClr val="0063A6"/>
                    </a:solidFill>
                  </a:tcPr>
                </a:tc>
                <a:tc>
                  <a:txBody>
                    <a:bodyPr/>
                    <a:lstStyle/>
                    <a:p>
                      <a:r>
                        <a:rPr lang="en-US" b="1">
                          <a:solidFill>
                            <a:schemeClr val="bg1"/>
                          </a:solidFill>
                        </a:rPr>
                        <a:t>Inactive </a:t>
                      </a:r>
                      <a:r>
                        <a:rPr lang="en-US" b="1" err="1">
                          <a:solidFill>
                            <a:schemeClr val="bg1"/>
                          </a:solidFill>
                        </a:rPr>
                        <a:t>Netw</a:t>
                      </a:r>
                      <a:r>
                        <a:rPr lang="en-US" b="1">
                          <a:solidFill>
                            <a:schemeClr val="bg1"/>
                          </a:solidFill>
                        </a:rPr>
                        <a:t>. ACL</a:t>
                      </a:r>
                    </a:p>
                  </a:txBody>
                  <a:tcPr anchor="ctr">
                    <a:solidFill>
                      <a:srgbClr val="0063A6"/>
                    </a:solidFill>
                  </a:tcPr>
                </a:tc>
                <a:tc>
                  <a:txBody>
                    <a:bodyPr/>
                    <a:lstStyle/>
                    <a:p>
                      <a:r>
                        <a:rPr lang="en-US" b="1">
                          <a:solidFill>
                            <a:schemeClr val="bg1"/>
                          </a:solidFill>
                        </a:rPr>
                        <a:t>Null Route</a:t>
                      </a:r>
                    </a:p>
                  </a:txBody>
                  <a:tcPr anchor="ctr">
                    <a:solidFill>
                      <a:srgbClr val="0063A6"/>
                    </a:solidFill>
                  </a:tcPr>
                </a:tc>
                <a:tc>
                  <a:txBody>
                    <a:bodyPr/>
                    <a:lstStyle/>
                    <a:p>
                      <a:r>
                        <a:rPr lang="en-US" b="1">
                          <a:solidFill>
                            <a:schemeClr val="bg1"/>
                          </a:solidFill>
                        </a:rPr>
                        <a:t>Routing Loop</a:t>
                      </a:r>
                    </a:p>
                  </a:txBody>
                  <a:tcPr anchor="ctr">
                    <a:solidFill>
                      <a:srgbClr val="0063A6"/>
                    </a:solidFill>
                  </a:tcPr>
                </a:tc>
                <a:tc>
                  <a:txBody>
                    <a:bodyPr/>
                    <a:lstStyle/>
                    <a:p>
                      <a:pPr lvl="0">
                        <a:buNone/>
                      </a:pPr>
                      <a:r>
                        <a:rPr lang="en-US" b="1">
                          <a:solidFill>
                            <a:schemeClr val="bg1"/>
                          </a:solidFill>
                        </a:rPr>
                        <a:t>Classification</a:t>
                      </a:r>
                    </a:p>
                  </a:txBody>
                  <a:tcPr anchor="ctr">
                    <a:solidFill>
                      <a:srgbClr val="0063A6"/>
                    </a:solidFill>
                  </a:tcPr>
                </a:tc>
                <a:extLst>
                  <a:ext uri="{0D108BD9-81ED-4DB2-BD59-A6C34878D82A}">
                    <a16:rowId xmlns:a16="http://schemas.microsoft.com/office/drawing/2014/main" val="977861545"/>
                  </a:ext>
                </a:extLst>
              </a:tr>
              <a:tr h="307817">
                <a:tc>
                  <a:txBody>
                    <a:bodyPr/>
                    <a:lstStyle/>
                    <a:p>
                      <a:r>
                        <a:rPr lang="en-US"/>
                        <a:t>No Route (S2)</a:t>
                      </a:r>
                    </a:p>
                  </a:txBody>
                  <a:tcPr anchor="ctr"/>
                </a:tc>
                <a:tc>
                  <a:txBody>
                    <a:bodyPr/>
                    <a:lstStyle/>
                    <a:p>
                      <a:r>
                        <a:rPr lang="en-US"/>
                        <a:t>○ 0</a:t>
                      </a:r>
                    </a:p>
                  </a:txBody>
                  <a:tcPr anchor="ctr"/>
                </a:tc>
                <a:tc>
                  <a:txBody>
                    <a:bodyPr/>
                    <a:lstStyle/>
                    <a:p>
                      <a:r>
                        <a:rPr lang="en-US"/>
                        <a:t>● 14</a:t>
                      </a:r>
                    </a:p>
                  </a:txBody>
                  <a:tcPr anchor="ctr"/>
                </a:tc>
                <a:tc>
                  <a:txBody>
                    <a:bodyPr/>
                    <a:lstStyle/>
                    <a:p>
                      <a:r>
                        <a:rPr lang="en-US"/>
                        <a:t>● 1</a:t>
                      </a:r>
                    </a:p>
                  </a:txBody>
                  <a:tcPr anchor="ctr"/>
                </a:tc>
                <a:tc>
                  <a:txBody>
                    <a:bodyPr/>
                    <a:lstStyle/>
                    <a:p>
                      <a:r>
                        <a:rPr lang="en-US"/>
                        <a:t>● 2</a:t>
                      </a:r>
                    </a:p>
                  </a:txBody>
                  <a:tcPr anchor="ctr"/>
                </a:tc>
                <a:tc>
                  <a:txBody>
                    <a:bodyPr/>
                    <a:lstStyle/>
                    <a:p>
                      <a:r>
                        <a:rPr lang="en-US"/>
                        <a:t>● 2</a:t>
                      </a:r>
                    </a:p>
                  </a:txBody>
                  <a:tcPr anchor="ctr"/>
                </a:tc>
                <a:tc>
                  <a:txBody>
                    <a:bodyPr/>
                    <a:lstStyle/>
                    <a:p>
                      <a:r>
                        <a:rPr lang="en-US"/>
                        <a:t>○ 0</a:t>
                      </a:r>
                    </a:p>
                  </a:txBody>
                  <a:tcPr anchor="ctr"/>
                </a:tc>
                <a:tc>
                  <a:txBody>
                    <a:bodyPr/>
                    <a:lstStyle/>
                    <a:p>
                      <a:pPr lvl="0">
                        <a:buNone/>
                      </a:pPr>
                      <a:r>
                        <a:rPr lang="en-US"/>
                        <a:t>Ambiguous</a:t>
                      </a:r>
                    </a:p>
                  </a:txBody>
                  <a:tcPr anchor="ctr"/>
                </a:tc>
                <a:extLst>
                  <a:ext uri="{0D108BD9-81ED-4DB2-BD59-A6C34878D82A}">
                    <a16:rowId xmlns:a16="http://schemas.microsoft.com/office/drawing/2014/main" val="424333427"/>
                  </a:ext>
                </a:extLst>
              </a:tr>
              <a:tr h="307817">
                <a:tc>
                  <a:txBody>
                    <a:bodyPr/>
                    <a:lstStyle/>
                    <a:p>
                      <a:r>
                        <a:rPr lang="en-US"/>
                        <a:t>Admin. </a:t>
                      </a:r>
                      <a:r>
                        <a:rPr lang="en-US" err="1"/>
                        <a:t>Prohib</a:t>
                      </a:r>
                      <a:r>
                        <a:rPr lang="en-US"/>
                        <a:t>. (S3,S4)</a:t>
                      </a:r>
                    </a:p>
                  </a:txBody>
                  <a:tcPr anchor="ctr"/>
                </a:tc>
                <a:tc>
                  <a:txBody>
                    <a:bodyPr/>
                    <a:lstStyle/>
                    <a:p>
                      <a:r>
                        <a:rPr lang="en-US"/>
                        <a:t>○ 0</a:t>
                      </a:r>
                    </a:p>
                  </a:txBody>
                  <a:tcPr anchor="ctr"/>
                </a:tc>
                <a:tc>
                  <a:txBody>
                    <a:bodyPr/>
                    <a:lstStyle/>
                    <a:p>
                      <a:r>
                        <a:rPr lang="en-US"/>
                        <a:t>○ 0</a:t>
                      </a:r>
                    </a:p>
                  </a:txBody>
                  <a:tcPr anchor="ctr"/>
                </a:tc>
                <a:tc>
                  <a:txBody>
                    <a:bodyPr/>
                    <a:lstStyle/>
                    <a:p>
                      <a:r>
                        <a:rPr lang="en-US"/>
                        <a:t>● 4</a:t>
                      </a:r>
                    </a:p>
                  </a:txBody>
                  <a:tcPr anchor="ctr"/>
                </a:tc>
                <a:tc>
                  <a:txBody>
                    <a:bodyPr/>
                    <a:lstStyle/>
                    <a:p>
                      <a:r>
                        <a:rPr lang="en-US"/>
                        <a:t>● 5</a:t>
                      </a:r>
                    </a:p>
                  </a:txBody>
                  <a:tcPr anchor="ctr"/>
                </a:tc>
                <a:tc>
                  <a:txBody>
                    <a:bodyPr/>
                    <a:lstStyle/>
                    <a:p>
                      <a:r>
                        <a:rPr lang="en-US"/>
                        <a:t>● 3</a:t>
                      </a:r>
                    </a:p>
                  </a:txBody>
                  <a:tcPr anchor="ctr"/>
                </a:tc>
                <a:tc>
                  <a:txBody>
                    <a:bodyPr/>
                    <a:lstStyle/>
                    <a:p>
                      <a:r>
                        <a:rPr lang="en-US"/>
                        <a:t>○ 0</a:t>
                      </a:r>
                    </a:p>
                  </a:txBody>
                  <a:tcPr anchor="ctr"/>
                </a:tc>
                <a:tc>
                  <a:txBody>
                    <a:bodyPr/>
                    <a:lstStyle/>
                    <a:p>
                      <a:pPr lvl="0">
                        <a:buNone/>
                      </a:pPr>
                      <a:r>
                        <a:rPr lang="en-US" sz="1400" b="0" i="0" u="none" strike="noStrike" noProof="0">
                          <a:solidFill>
                            <a:srgbClr val="000000"/>
                          </a:solidFill>
                          <a:latin typeface="Calibri Light"/>
                        </a:rPr>
                        <a:t>Ambiguous</a:t>
                      </a:r>
                      <a:endParaRPr lang="en-US"/>
                    </a:p>
                  </a:txBody>
                  <a:tcPr anchor="ctr"/>
                </a:tc>
                <a:extLst>
                  <a:ext uri="{0D108BD9-81ED-4DB2-BD59-A6C34878D82A}">
                    <a16:rowId xmlns:a16="http://schemas.microsoft.com/office/drawing/2014/main" val="1125440995"/>
                  </a:ext>
                </a:extLst>
              </a:tr>
              <a:tr h="307817">
                <a:tc>
                  <a:txBody>
                    <a:bodyPr/>
                    <a:lstStyle/>
                    <a:p>
                      <a:r>
                        <a:rPr lang="en-US" err="1"/>
                        <a:t>Addr</a:t>
                      </a:r>
                      <a:r>
                        <a:rPr lang="en-US"/>
                        <a:t>. Unreach.</a:t>
                      </a:r>
                      <a:r>
                        <a:rPr lang="en-US" b="1" baseline="-25000"/>
                        <a:t>RTT≥1sec</a:t>
                      </a:r>
                    </a:p>
                  </a:txBody>
                  <a:tcPr anchor="ctr"/>
                </a:tc>
                <a:tc>
                  <a:txBody>
                    <a:bodyPr/>
                    <a:lstStyle/>
                    <a:p>
                      <a:r>
                        <a:rPr lang="en-US"/>
                        <a:t>● 14</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pPr lvl="0">
                        <a:buNone/>
                      </a:pPr>
                      <a:r>
                        <a:rPr lang="en-US" sz="1400" b="0" i="0" u="none" strike="noStrike" noProof="0">
                          <a:solidFill>
                            <a:srgbClr val="000000"/>
                          </a:solidFill>
                          <a:latin typeface="Calibri Light"/>
                        </a:rPr>
                        <a:t>○ 0</a:t>
                      </a:r>
                      <a:endParaRPr lang="en-US"/>
                    </a:p>
                  </a:txBody>
                  <a:tcPr anchor="ctr"/>
                </a:tc>
                <a:tc>
                  <a:txBody>
                    <a:bodyPr/>
                    <a:lstStyle/>
                    <a:p>
                      <a:r>
                        <a:rPr lang="en-US"/>
                        <a:t>○ 0</a:t>
                      </a:r>
                    </a:p>
                  </a:txBody>
                  <a:tcPr anchor="ctr"/>
                </a:tc>
                <a:tc>
                  <a:txBody>
                    <a:bodyPr/>
                    <a:lstStyle/>
                    <a:p>
                      <a:pPr lvl="0">
                        <a:buNone/>
                      </a:pPr>
                      <a:r>
                        <a:rPr lang="en-US" b="1"/>
                        <a:t>Active</a:t>
                      </a:r>
                    </a:p>
                  </a:txBody>
                  <a:tcPr anchor="ctr"/>
                </a:tc>
                <a:extLst>
                  <a:ext uri="{0D108BD9-81ED-4DB2-BD59-A6C34878D82A}">
                    <a16:rowId xmlns:a16="http://schemas.microsoft.com/office/drawing/2014/main" val="2666444274"/>
                  </a:ext>
                </a:extLst>
              </a:tr>
              <a:tr h="307816">
                <a:tc>
                  <a:txBody>
                    <a:bodyPr/>
                    <a:lstStyle/>
                    <a:p>
                      <a:pPr lvl="0" algn="l">
                        <a:lnSpc>
                          <a:spcPct val="100000"/>
                        </a:lnSpc>
                        <a:spcBef>
                          <a:spcPts val="0"/>
                        </a:spcBef>
                        <a:spcAft>
                          <a:spcPts val="0"/>
                        </a:spcAft>
                        <a:buNone/>
                      </a:pPr>
                      <a:r>
                        <a:rPr lang="en-US" sz="1400" b="0" i="0" u="none" strike="noStrike" noProof="0" err="1">
                          <a:solidFill>
                            <a:srgbClr val="000000"/>
                          </a:solidFill>
                          <a:latin typeface="Calibri Light"/>
                        </a:rPr>
                        <a:t>Addr</a:t>
                      </a:r>
                      <a:r>
                        <a:rPr lang="en-US" sz="1400" b="0" i="0" u="none" strike="noStrike" noProof="0">
                          <a:solidFill>
                            <a:srgbClr val="000000"/>
                          </a:solidFill>
                          <a:latin typeface="Calibri Light"/>
                        </a:rPr>
                        <a:t>. </a:t>
                      </a:r>
                      <a:r>
                        <a:rPr lang="en-US" sz="1400" b="0" i="0" u="none" strike="noStrike" noProof="0" err="1">
                          <a:solidFill>
                            <a:srgbClr val="000000"/>
                          </a:solidFill>
                          <a:latin typeface="Calibri Light"/>
                        </a:rPr>
                        <a:t>Unreach.</a:t>
                      </a:r>
                      <a:r>
                        <a:rPr lang="en-US" sz="1400" b="1" i="0" u="none" strike="noStrike" baseline="-25000" noProof="0" err="1">
                          <a:solidFill>
                            <a:srgbClr val="000000"/>
                          </a:solidFill>
                          <a:latin typeface="Calibri Light"/>
                        </a:rPr>
                        <a:t>RTT</a:t>
                      </a:r>
                      <a:r>
                        <a:rPr lang="en-US" sz="1400" b="1" i="0" u="none" strike="noStrike" baseline="-25000" noProof="0">
                          <a:solidFill>
                            <a:srgbClr val="000000"/>
                          </a:solidFill>
                          <a:latin typeface="Calibri Light"/>
                        </a:rPr>
                        <a:t>&lt;1sec</a:t>
                      </a:r>
                    </a:p>
                  </a:txBody>
                  <a:tcPr anchor="ctr"/>
                </a:tc>
                <a:tc>
                  <a:txBody>
                    <a:bodyPr/>
                    <a:lstStyle/>
                    <a:p>
                      <a:pPr lvl="0">
                        <a:buNone/>
                      </a:pPr>
                      <a:r>
                        <a:rPr lang="en-US" sz="1400" b="0" i="0" u="none" strike="noStrike" noProof="0">
                          <a:solidFill>
                            <a:srgbClr val="000000"/>
                          </a:solidFill>
                          <a:latin typeface="Calibri Light"/>
                        </a:rPr>
                        <a:t>○ 0</a:t>
                      </a:r>
                      <a:endParaRPr lang="en-US"/>
                    </a:p>
                  </a:txBody>
                  <a:tcPr anchor="ctr"/>
                </a:tc>
                <a:tc>
                  <a:txBody>
                    <a:bodyPr/>
                    <a:lstStyle/>
                    <a:p>
                      <a:pPr lvl="0">
                        <a:buNone/>
                      </a:pPr>
                      <a:r>
                        <a:rPr lang="en-US" sz="1400" b="0" i="0" u="none" strike="noStrike" noProof="0">
                          <a:solidFill>
                            <a:srgbClr val="000000"/>
                          </a:solidFill>
                          <a:latin typeface="Calibri Light"/>
                        </a:rPr>
                        <a:t>○ 0</a:t>
                      </a:r>
                      <a:endParaRPr lang="en-US"/>
                    </a:p>
                  </a:txBody>
                  <a:tcPr anchor="ctr"/>
                </a:tc>
                <a:tc>
                  <a:txBody>
                    <a:bodyPr/>
                    <a:lstStyle/>
                    <a:p>
                      <a:pPr lvl="0">
                        <a:buNone/>
                      </a:pPr>
                      <a:r>
                        <a:rPr lang="en-US" sz="1400" b="0" i="0" u="none" strike="noStrike" noProof="0">
                          <a:solidFill>
                            <a:srgbClr val="000000"/>
                          </a:solidFill>
                          <a:latin typeface="Calibri Light"/>
                        </a:rPr>
                        <a:t>○ 0</a:t>
                      </a:r>
                      <a:endParaRPr lang="en-US"/>
                    </a:p>
                  </a:txBody>
                  <a:tcPr anchor="ctr"/>
                </a:tc>
                <a:tc>
                  <a:txBody>
                    <a:bodyPr/>
                    <a:lstStyle/>
                    <a:p>
                      <a:pPr lvl="0">
                        <a:buNone/>
                      </a:pPr>
                      <a:r>
                        <a:rPr lang="en-US" sz="1400" b="0" i="0" u="none" strike="noStrike" noProof="0">
                          <a:solidFill>
                            <a:srgbClr val="000000"/>
                          </a:solidFill>
                          <a:latin typeface="Calibri Light"/>
                        </a:rPr>
                        <a:t>○ 0</a:t>
                      </a:r>
                      <a:endParaRPr lang="en-US"/>
                    </a:p>
                  </a:txBody>
                  <a:tcPr anchor="ctr"/>
                </a:tc>
                <a:tc>
                  <a:txBody>
                    <a:bodyPr/>
                    <a:lstStyle/>
                    <a:p>
                      <a:pPr lvl="0">
                        <a:buNone/>
                      </a:pPr>
                      <a:r>
                        <a:rPr lang="en-US" sz="1400" b="0" i="0" u="none" strike="noStrike" noProof="0">
                          <a:solidFill>
                            <a:srgbClr val="000000"/>
                          </a:solidFill>
                          <a:latin typeface="Calibri Light"/>
                        </a:rPr>
                        <a:t>● 1</a:t>
                      </a:r>
                      <a:endParaRPr lang="en-US"/>
                    </a:p>
                  </a:txBody>
                  <a:tcPr anchor="ctr"/>
                </a:tc>
                <a:tc>
                  <a:txBody>
                    <a:bodyPr/>
                    <a:lstStyle/>
                    <a:p>
                      <a:pPr lvl="0">
                        <a:buNone/>
                      </a:pPr>
                      <a:r>
                        <a:rPr lang="en-US" sz="1400" b="0" i="0" u="none" strike="noStrike" noProof="0">
                          <a:solidFill>
                            <a:srgbClr val="000000"/>
                          </a:solidFill>
                          <a:latin typeface="Calibri Light"/>
                        </a:rPr>
                        <a:t>○ 0</a:t>
                      </a:r>
                      <a:endParaRPr lang="en-US"/>
                    </a:p>
                  </a:txBody>
                  <a:tcPr anchor="ctr"/>
                </a:tc>
                <a:tc>
                  <a:txBody>
                    <a:bodyPr/>
                    <a:lstStyle/>
                    <a:p>
                      <a:pPr lvl="0">
                        <a:buNone/>
                      </a:pPr>
                      <a:r>
                        <a:rPr lang="en-US" b="1"/>
                        <a:t>Inactive</a:t>
                      </a:r>
                    </a:p>
                  </a:txBody>
                  <a:tcPr anchor="ctr"/>
                </a:tc>
                <a:extLst>
                  <a:ext uri="{0D108BD9-81ED-4DB2-BD59-A6C34878D82A}">
                    <a16:rowId xmlns:a16="http://schemas.microsoft.com/office/drawing/2014/main" val="181828424"/>
                  </a:ext>
                </a:extLst>
              </a:tr>
              <a:tr h="307817">
                <a:tc>
                  <a:txBody>
                    <a:bodyPr/>
                    <a:lstStyle/>
                    <a:p>
                      <a:r>
                        <a:rPr lang="en-US"/>
                        <a:t>Port </a:t>
                      </a:r>
                      <a:r>
                        <a:rPr lang="en-US" err="1"/>
                        <a:t>Unreach</a:t>
                      </a:r>
                      <a:r>
                        <a:rPr lang="en-US"/>
                        <a:t>. ()</a:t>
                      </a:r>
                    </a:p>
                  </a:txBody>
                  <a:tcPr anchor="ctr"/>
                </a:tc>
                <a:tc>
                  <a:txBody>
                    <a:bodyPr/>
                    <a:lstStyle/>
                    <a:p>
                      <a:r>
                        <a:rPr lang="en-US"/>
                        <a:t>○ 0</a:t>
                      </a:r>
                    </a:p>
                  </a:txBody>
                  <a:tcPr anchor="ctr"/>
                </a:tc>
                <a:tc>
                  <a:txBody>
                    <a:bodyPr/>
                    <a:lstStyle/>
                    <a:p>
                      <a:r>
                        <a:rPr lang="en-US"/>
                        <a:t>○ 0</a:t>
                      </a:r>
                    </a:p>
                  </a:txBody>
                  <a:tcPr anchor="ctr"/>
                </a:tc>
                <a:tc>
                  <a:txBody>
                    <a:bodyPr/>
                    <a:lstStyle/>
                    <a:p>
                      <a:r>
                        <a:rPr lang="en-US"/>
                        <a:t>● 3</a:t>
                      </a:r>
                    </a:p>
                  </a:txBody>
                  <a:tcPr anchor="ctr"/>
                </a:tc>
                <a:tc>
                  <a:txBody>
                    <a:bodyPr/>
                    <a:lstStyle/>
                    <a:p>
                      <a:r>
                        <a:rPr lang="en-US"/>
                        <a:t>● 2</a:t>
                      </a:r>
                    </a:p>
                  </a:txBody>
                  <a:tcPr anchor="ctr"/>
                </a:tc>
                <a:tc>
                  <a:txBody>
                    <a:bodyPr/>
                    <a:lstStyle/>
                    <a:p>
                      <a:r>
                        <a:rPr lang="en-US"/>
                        <a:t>○ 0</a:t>
                      </a:r>
                    </a:p>
                  </a:txBody>
                  <a:tcPr anchor="ctr"/>
                </a:tc>
                <a:tc>
                  <a:txBody>
                    <a:bodyPr/>
                    <a:lstStyle/>
                    <a:p>
                      <a:r>
                        <a:rPr lang="en-US"/>
                        <a:t>○ 0</a:t>
                      </a:r>
                    </a:p>
                  </a:txBody>
                  <a:tcPr anchor="ctr"/>
                </a:tc>
                <a:tc>
                  <a:txBody>
                    <a:bodyPr/>
                    <a:lstStyle/>
                    <a:p>
                      <a:pPr lvl="0">
                        <a:buNone/>
                      </a:pPr>
                      <a:r>
                        <a:rPr lang="en-US"/>
                        <a:t>Ambiguous</a:t>
                      </a:r>
                    </a:p>
                  </a:txBody>
                  <a:tcPr anchor="ctr"/>
                </a:tc>
                <a:extLst>
                  <a:ext uri="{0D108BD9-81ED-4DB2-BD59-A6C34878D82A}">
                    <a16:rowId xmlns:a16="http://schemas.microsoft.com/office/drawing/2014/main" val="2331363320"/>
                  </a:ext>
                </a:extLst>
              </a:tr>
              <a:tr h="307817">
                <a:tc>
                  <a:txBody>
                    <a:bodyPr/>
                    <a:lstStyle/>
                    <a:p>
                      <a:r>
                        <a:rPr lang="en-US"/>
                        <a:t>Failed Policy (S3,S4)</a:t>
                      </a:r>
                    </a:p>
                  </a:txBody>
                  <a:tcPr anchor="ctr"/>
                </a:tc>
                <a:tc>
                  <a:txBody>
                    <a:bodyPr/>
                    <a:lstStyle/>
                    <a:p>
                      <a:r>
                        <a:rPr lang="en-US"/>
                        <a:t>○ 0</a:t>
                      </a:r>
                    </a:p>
                  </a:txBody>
                  <a:tcPr anchor="ctr"/>
                </a:tc>
                <a:tc>
                  <a:txBody>
                    <a:bodyPr/>
                    <a:lstStyle/>
                    <a:p>
                      <a:r>
                        <a:rPr lang="en-US"/>
                        <a:t>● 1</a:t>
                      </a:r>
                    </a:p>
                  </a:txBody>
                  <a:tcPr anchor="ctr"/>
                </a:tc>
                <a:tc>
                  <a:txBody>
                    <a:bodyPr/>
                    <a:lstStyle/>
                    <a:p>
                      <a:r>
                        <a:rPr lang="en-US"/>
                        <a:t>● 1</a:t>
                      </a:r>
                    </a:p>
                  </a:txBody>
                  <a:tcPr anchor="ctr"/>
                </a:tc>
                <a:tc>
                  <a:txBody>
                    <a:bodyPr/>
                    <a:lstStyle/>
                    <a:p>
                      <a:r>
                        <a:rPr lang="en-US"/>
                        <a:t>● 2</a:t>
                      </a:r>
                    </a:p>
                  </a:txBody>
                  <a:tcPr anchor="ctr"/>
                </a:tc>
                <a:tc>
                  <a:txBody>
                    <a:bodyPr/>
                    <a:lstStyle/>
                    <a:p>
                      <a:r>
                        <a:rPr lang="en-US"/>
                        <a:t>○ 0</a:t>
                      </a:r>
                    </a:p>
                  </a:txBody>
                  <a:tcPr anchor="ctr"/>
                </a:tc>
                <a:tc>
                  <a:txBody>
                    <a:bodyPr/>
                    <a:lstStyle/>
                    <a:p>
                      <a:r>
                        <a:rPr lang="en-US"/>
                        <a:t>○ 0</a:t>
                      </a:r>
                    </a:p>
                  </a:txBody>
                  <a:tcPr anchor="ctr"/>
                </a:tc>
                <a:tc>
                  <a:txBody>
                    <a:bodyPr/>
                    <a:lstStyle/>
                    <a:p>
                      <a:pPr lvl="0">
                        <a:buNone/>
                      </a:pPr>
                      <a:r>
                        <a:rPr lang="en-US" sz="1400" b="0" i="0" u="none" strike="noStrike" noProof="0">
                          <a:solidFill>
                            <a:srgbClr val="000000"/>
                          </a:solidFill>
                          <a:latin typeface="Calibri Light"/>
                        </a:rPr>
                        <a:t>Ambiguous</a:t>
                      </a:r>
                      <a:endParaRPr lang="en-US"/>
                    </a:p>
                  </a:txBody>
                  <a:tcPr anchor="ctr"/>
                </a:tc>
                <a:extLst>
                  <a:ext uri="{0D108BD9-81ED-4DB2-BD59-A6C34878D82A}">
                    <a16:rowId xmlns:a16="http://schemas.microsoft.com/office/drawing/2014/main" val="1268552657"/>
                  </a:ext>
                </a:extLst>
              </a:tr>
              <a:tr h="307817">
                <a:tc>
                  <a:txBody>
                    <a:bodyPr/>
                    <a:lstStyle/>
                    <a:p>
                      <a:r>
                        <a:rPr lang="en-US"/>
                        <a:t>Reject Route (S5)</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2</a:t>
                      </a:r>
                    </a:p>
                  </a:txBody>
                  <a:tcPr anchor="ctr"/>
                </a:tc>
                <a:tc>
                  <a:txBody>
                    <a:bodyPr/>
                    <a:lstStyle/>
                    <a:p>
                      <a:r>
                        <a:rPr lang="en-US"/>
                        <a:t>○ 0</a:t>
                      </a:r>
                    </a:p>
                  </a:txBody>
                  <a:tcPr anchor="ctr"/>
                </a:tc>
                <a:tc>
                  <a:txBody>
                    <a:bodyPr/>
                    <a:lstStyle/>
                    <a:p>
                      <a:pPr lvl="0" algn="l">
                        <a:lnSpc>
                          <a:spcPct val="100000"/>
                        </a:lnSpc>
                        <a:spcBef>
                          <a:spcPts val="0"/>
                        </a:spcBef>
                        <a:spcAft>
                          <a:spcPts val="0"/>
                        </a:spcAft>
                        <a:buNone/>
                      </a:pPr>
                      <a:r>
                        <a:rPr lang="en-US" sz="1400" b="1" i="0" u="none" strike="noStrike" noProof="0">
                          <a:solidFill>
                            <a:srgbClr val="000000"/>
                          </a:solidFill>
                          <a:latin typeface="Calibri Light"/>
                        </a:rPr>
                        <a:t>Inactive</a:t>
                      </a:r>
                    </a:p>
                  </a:txBody>
                  <a:tcPr anchor="ctr"/>
                </a:tc>
                <a:extLst>
                  <a:ext uri="{0D108BD9-81ED-4DB2-BD59-A6C34878D82A}">
                    <a16:rowId xmlns:a16="http://schemas.microsoft.com/office/drawing/2014/main" val="1814502145"/>
                  </a:ext>
                </a:extLst>
              </a:tr>
              <a:tr h="307817">
                <a:tc>
                  <a:txBody>
                    <a:bodyPr/>
                    <a:lstStyle/>
                    <a:p>
                      <a:r>
                        <a:rPr lang="en-US"/>
                        <a:t>Time Exceeded (S6)</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0</a:t>
                      </a:r>
                    </a:p>
                  </a:txBody>
                  <a:tcPr anchor="ctr"/>
                </a:tc>
                <a:tc>
                  <a:txBody>
                    <a:bodyPr/>
                    <a:lstStyle/>
                    <a:p>
                      <a:r>
                        <a:rPr lang="en-US"/>
                        <a:t>● 15</a:t>
                      </a:r>
                    </a:p>
                  </a:txBody>
                  <a:tcPr anchor="ctr"/>
                </a:tc>
                <a:tc>
                  <a:txBody>
                    <a:bodyPr/>
                    <a:lstStyle/>
                    <a:p>
                      <a:pPr lvl="0">
                        <a:buNone/>
                      </a:pPr>
                      <a:r>
                        <a:rPr lang="en-US" b="1"/>
                        <a:t>Inactive</a:t>
                      </a:r>
                    </a:p>
                  </a:txBody>
                  <a:tcPr anchor="ctr"/>
                </a:tc>
                <a:extLst>
                  <a:ext uri="{0D108BD9-81ED-4DB2-BD59-A6C34878D82A}">
                    <a16:rowId xmlns:a16="http://schemas.microsoft.com/office/drawing/2014/main" val="1742790501"/>
                  </a:ext>
                </a:extLst>
              </a:tr>
              <a:tr h="307817">
                <a:tc>
                  <a:txBody>
                    <a:bodyPr/>
                    <a:lstStyle/>
                    <a:p>
                      <a:r>
                        <a:rPr lang="en-US"/>
                        <a:t>∅</a:t>
                      </a:r>
                    </a:p>
                  </a:txBody>
                  <a:tcPr anchor="ctr"/>
                </a:tc>
                <a:tc>
                  <a:txBody>
                    <a:bodyPr/>
                    <a:lstStyle/>
                    <a:p>
                      <a:r>
                        <a:rPr lang="en-US"/>
                        <a:t>● 1</a:t>
                      </a:r>
                    </a:p>
                  </a:txBody>
                  <a:tcPr anchor="ctr"/>
                </a:tc>
                <a:tc>
                  <a:txBody>
                    <a:bodyPr/>
                    <a:lstStyle/>
                    <a:p>
                      <a:r>
                        <a:rPr lang="en-US"/>
                        <a:t>○ 0</a:t>
                      </a:r>
                    </a:p>
                  </a:txBody>
                  <a:tcPr anchor="ctr"/>
                </a:tc>
                <a:tc>
                  <a:txBody>
                    <a:bodyPr/>
                    <a:lstStyle/>
                    <a:p>
                      <a:r>
                        <a:rPr lang="en-US"/>
                        <a:t>● 4</a:t>
                      </a:r>
                    </a:p>
                  </a:txBody>
                  <a:tcPr anchor="ctr"/>
                </a:tc>
                <a:tc>
                  <a:txBody>
                    <a:bodyPr/>
                    <a:lstStyle/>
                    <a:p>
                      <a:r>
                        <a:rPr lang="en-US"/>
                        <a:t>● 3</a:t>
                      </a:r>
                    </a:p>
                  </a:txBody>
                  <a:tcPr anchor="ctr"/>
                </a:tc>
                <a:tc>
                  <a:txBody>
                    <a:bodyPr/>
                    <a:lstStyle/>
                    <a:p>
                      <a:r>
                        <a:rPr lang="en-US"/>
                        <a:t>● 9</a:t>
                      </a:r>
                    </a:p>
                  </a:txBody>
                  <a:tcPr anchor="ctr"/>
                </a:tc>
                <a:tc>
                  <a:txBody>
                    <a:bodyPr/>
                    <a:lstStyle/>
                    <a:p>
                      <a:r>
                        <a:rPr lang="en-US"/>
                        <a:t>○ 0</a:t>
                      </a:r>
                    </a:p>
                  </a:txBody>
                  <a:tcPr anchor="ctr"/>
                </a:tc>
                <a:tc>
                  <a:txBody>
                    <a:bodyPr/>
                    <a:lstStyle/>
                    <a:p>
                      <a:pPr lvl="0">
                        <a:buNone/>
                      </a:pPr>
                      <a:endParaRPr lang="en-US"/>
                    </a:p>
                  </a:txBody>
                  <a:tcPr anchor="ctr"/>
                </a:tc>
                <a:extLst>
                  <a:ext uri="{0D108BD9-81ED-4DB2-BD59-A6C34878D82A}">
                    <a16:rowId xmlns:a16="http://schemas.microsoft.com/office/drawing/2014/main" val="626711528"/>
                  </a:ext>
                </a:extLst>
              </a:tr>
            </a:tbl>
          </a:graphicData>
        </a:graphic>
      </p:graphicFrame>
      <p:sp>
        <p:nvSpPr>
          <p:cNvPr id="2" name="Titel 1">
            <a:extLst>
              <a:ext uri="{FF2B5EF4-FFF2-40B4-BE49-F238E27FC236}">
                <a16:creationId xmlns:a16="http://schemas.microsoft.com/office/drawing/2014/main" id="{D1FFAB03-D9C8-D5C8-2199-26A7F7D948D3}"/>
              </a:ext>
            </a:extLst>
          </p:cNvPr>
          <p:cNvSpPr>
            <a:spLocks noGrp="1"/>
          </p:cNvSpPr>
          <p:nvPr>
            <p:ph type="title"/>
          </p:nvPr>
        </p:nvSpPr>
        <p:spPr>
          <a:xfrm>
            <a:off x="287110" y="252000"/>
            <a:ext cx="8603715" cy="437644"/>
          </a:xfrm>
        </p:spPr>
        <p:txBody>
          <a:bodyPr/>
          <a:lstStyle/>
          <a:p>
            <a:r>
              <a:rPr lang="en-GB" sz="4400">
                <a:cs typeface="Calibri Light"/>
              </a:rPr>
              <a:t>Result I: Classification</a:t>
            </a:r>
            <a:endParaRPr lang="en-GB" sz="4400"/>
          </a:p>
        </p:txBody>
      </p:sp>
      <p:sp>
        <p:nvSpPr>
          <p:cNvPr id="23" name="Rectangle 22">
            <a:extLst>
              <a:ext uri="{FF2B5EF4-FFF2-40B4-BE49-F238E27FC236}">
                <a16:creationId xmlns:a16="http://schemas.microsoft.com/office/drawing/2014/main" id="{7D3B56B9-45A7-2531-947E-469060A64993}"/>
              </a:ext>
            </a:extLst>
          </p:cNvPr>
          <p:cNvSpPr/>
          <p:nvPr/>
        </p:nvSpPr>
        <p:spPr>
          <a:xfrm>
            <a:off x="7335610" y="2365601"/>
            <a:ext cx="1100138" cy="310242"/>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liennummernplatzhalter 4">
            <a:extLst>
              <a:ext uri="{FF2B5EF4-FFF2-40B4-BE49-F238E27FC236}">
                <a16:creationId xmlns:a16="http://schemas.microsoft.com/office/drawing/2014/main" id="{7873FE17-D7C7-CB78-C565-3E48521E20ED}"/>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dirty="0">
                <a:solidFill>
                  <a:srgbClr val="0063A6"/>
                </a:solidFill>
                <a:cs typeface="Calibri Light"/>
              </a:rPr>
              <a:t>13</a:t>
            </a:r>
          </a:p>
        </p:txBody>
      </p:sp>
      <p:sp>
        <p:nvSpPr>
          <p:cNvPr id="3" name="Rectangle 2">
            <a:extLst>
              <a:ext uri="{FF2B5EF4-FFF2-40B4-BE49-F238E27FC236}">
                <a16:creationId xmlns:a16="http://schemas.microsoft.com/office/drawing/2014/main" id="{02774A12-A884-9DB8-9CAE-B354B117D788}"/>
              </a:ext>
            </a:extLst>
          </p:cNvPr>
          <p:cNvSpPr/>
          <p:nvPr/>
        </p:nvSpPr>
        <p:spPr>
          <a:xfrm>
            <a:off x="7335610" y="2732994"/>
            <a:ext cx="1100138" cy="310242"/>
          </a:xfrm>
          <a:prstGeom prst="rect">
            <a:avLst/>
          </a:prstGeom>
          <a:noFill/>
          <a:ln w="5715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709FEC6-6877-1017-0ED6-DED82E7B5379}"/>
              </a:ext>
            </a:extLst>
          </p:cNvPr>
          <p:cNvSpPr/>
          <p:nvPr/>
        </p:nvSpPr>
        <p:spPr>
          <a:xfrm>
            <a:off x="7335610" y="3614737"/>
            <a:ext cx="1100138" cy="310242"/>
          </a:xfrm>
          <a:prstGeom prst="rect">
            <a:avLst/>
          </a:prstGeom>
          <a:noFill/>
          <a:ln w="5715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48CD6B5-BF93-F30E-842E-6AA7E2C11873}"/>
              </a:ext>
            </a:extLst>
          </p:cNvPr>
          <p:cNvSpPr/>
          <p:nvPr/>
        </p:nvSpPr>
        <p:spPr>
          <a:xfrm>
            <a:off x="7335610" y="3924980"/>
            <a:ext cx="1100138" cy="310242"/>
          </a:xfrm>
          <a:prstGeom prst="rect">
            <a:avLst/>
          </a:prstGeom>
          <a:noFill/>
          <a:ln w="57150">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p>
        </p:txBody>
      </p:sp>
    </p:spTree>
    <p:extLst>
      <p:ext uri="{BB962C8B-B14F-4D97-AF65-F5344CB8AC3E}">
        <p14:creationId xmlns:p14="http://schemas.microsoft.com/office/powerpoint/2010/main" val="1154817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2">
            <a:extLst>
              <a:ext uri="{FF2B5EF4-FFF2-40B4-BE49-F238E27FC236}">
                <a16:creationId xmlns:a16="http://schemas.microsoft.com/office/drawing/2014/main" id="{882B402C-1C0F-D303-DD75-C9CC18E80532}"/>
              </a:ext>
            </a:extLst>
          </p:cNvPr>
          <p:cNvSpPr>
            <a:spLocks noGrp="1"/>
          </p:cNvSpPr>
          <p:nvPr>
            <p:ph idx="1"/>
          </p:nvPr>
        </p:nvSpPr>
        <p:spPr>
          <a:xfrm>
            <a:off x="250825" y="1214083"/>
            <a:ext cx="8389938" cy="3293350"/>
          </a:xfrm>
        </p:spPr>
        <p:txBody>
          <a:bodyPr vert="horz" lIns="0" tIns="0" rIns="0" bIns="0" rtlCol="0" anchor="t">
            <a:noAutofit/>
          </a:bodyPr>
          <a:lstStyle/>
          <a:p>
            <a:pPr marL="0" lvl="1" indent="0">
              <a:buNone/>
            </a:pPr>
            <a:endParaRPr lang="en-GB" sz="1600" b="1">
              <a:cs typeface="Calibri Light"/>
            </a:endParaRPr>
          </a:p>
          <a:p>
            <a:pPr marL="179070" indent="-179705"/>
            <a:endParaRPr lang="en-GB">
              <a:cs typeface="Calibri Light"/>
            </a:endParaRPr>
          </a:p>
          <a:p>
            <a:pPr marL="179070" indent="-179705"/>
            <a:endParaRPr lang="en-GB">
              <a:cs typeface="Calibri Light"/>
            </a:endParaRPr>
          </a:p>
          <a:p>
            <a:pPr marL="179070" indent="-179705"/>
            <a:endParaRPr lang="en-GB">
              <a:cs typeface="Calibri Light"/>
            </a:endParaRPr>
          </a:p>
          <a:p>
            <a:pPr marL="179070" indent="-179705"/>
            <a:endParaRPr lang="en-GB">
              <a:cs typeface="Calibri Light"/>
            </a:endParaRPr>
          </a:p>
        </p:txBody>
      </p:sp>
      <p:sp>
        <p:nvSpPr>
          <p:cNvPr id="6" name="Textplatzhalter 2">
            <a:extLst>
              <a:ext uri="{FF2B5EF4-FFF2-40B4-BE49-F238E27FC236}">
                <a16:creationId xmlns:a16="http://schemas.microsoft.com/office/drawing/2014/main" id="{CC79AB2A-9EDE-A2DD-0E54-5A635E8705E8}"/>
              </a:ext>
            </a:extLst>
          </p:cNvPr>
          <p:cNvSpPr txBox="1">
            <a:spLocks/>
          </p:cNvSpPr>
          <p:nvPr/>
        </p:nvSpPr>
        <p:spPr>
          <a:xfrm>
            <a:off x="315500" y="2199201"/>
            <a:ext cx="2700000" cy="554156"/>
          </a:xfrm>
          <a:prstGeom prst="rect">
            <a:avLst/>
          </a:prstGeom>
        </p:spPr>
        <p:txBody>
          <a:bodyPr vert="horz" lIns="0" tIns="0" rIns="0" bIns="0" rtlCol="0" anchor="b" anchorCtr="0">
            <a:noAutofit/>
          </a:bodyPr>
          <a:lstStyle>
            <a:lvl1pPr marL="179388" indent="-180000" algn="l" defTabSz="685783" rtl="0" eaLnBrk="1" latinLnBrk="0" hangingPunct="1">
              <a:lnSpc>
                <a:spcPct val="110000"/>
              </a:lnSpc>
              <a:spcBef>
                <a:spcPts val="0"/>
              </a:spcBef>
              <a:spcAft>
                <a:spcPts val="375"/>
              </a:spcAft>
              <a:buSzPct val="80000"/>
              <a:buFont typeface="Arial" panose="020B0604020202020204" pitchFamily="34" charset="0"/>
              <a:buChar char="•"/>
              <a:tabLst/>
              <a:defRPr sz="1800" b="0" i="0" kern="1200">
                <a:solidFill>
                  <a:schemeClr val="tx1"/>
                </a:solidFill>
                <a:latin typeface="+mn-lt"/>
                <a:ea typeface="+mn-ea"/>
                <a:cs typeface="Calibri Light" panose="020F0302020204030204" pitchFamily="34" charset="0"/>
              </a:defRPr>
            </a:lvl1pPr>
            <a:lvl2pPr marL="36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500" b="0" i="0" kern="1200">
                <a:solidFill>
                  <a:schemeClr val="tx1"/>
                </a:solidFill>
                <a:latin typeface="+mn-lt"/>
                <a:ea typeface="+mn-ea"/>
                <a:cs typeface="Calibri Light" panose="020F0302020204030204" pitchFamily="34" charset="0"/>
              </a:defRPr>
            </a:lvl2pPr>
            <a:lvl3pPr marL="54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350" b="0" i="0" kern="1200">
                <a:solidFill>
                  <a:schemeClr val="tx1"/>
                </a:solidFill>
                <a:latin typeface="+mn-lt"/>
                <a:ea typeface="+mn-ea"/>
                <a:cs typeface="Calibri Light" panose="020F0302020204030204" pitchFamily="34" charset="0"/>
              </a:defRPr>
            </a:lvl3pPr>
            <a:lvl4pPr marL="72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4pPr>
            <a:lvl5pPr marL="90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indent="-342900">
              <a:buFont typeface="Arial" panose="020B0604020202020204" pitchFamily="34" charset="0"/>
              <a:buAutoNum type="arabicPeriod"/>
            </a:pPr>
            <a:r>
              <a:rPr lang="en-GB" sz="2400">
                <a:latin typeface="Calibri Light"/>
                <a:cs typeface="Calibri Light"/>
              </a:rPr>
              <a:t>Controlled Environment</a:t>
            </a:r>
            <a:endParaRPr lang="en-GB" sz="2400"/>
          </a:p>
        </p:txBody>
      </p:sp>
      <p:sp>
        <p:nvSpPr>
          <p:cNvPr id="8" name="Textplatzhalter 4">
            <a:extLst>
              <a:ext uri="{FF2B5EF4-FFF2-40B4-BE49-F238E27FC236}">
                <a16:creationId xmlns:a16="http://schemas.microsoft.com/office/drawing/2014/main" id="{90F47A60-C51E-17A6-6602-CD846D97266F}"/>
              </a:ext>
            </a:extLst>
          </p:cNvPr>
          <p:cNvSpPr txBox="1">
            <a:spLocks/>
          </p:cNvSpPr>
          <p:nvPr/>
        </p:nvSpPr>
        <p:spPr>
          <a:xfrm>
            <a:off x="3131286" y="2199201"/>
            <a:ext cx="2700000" cy="554156"/>
          </a:xfrm>
          <a:prstGeom prst="rect">
            <a:avLst/>
          </a:prstGeom>
        </p:spPr>
        <p:txBody>
          <a:bodyPr vert="horz" lIns="0" tIns="0" rIns="0" bIns="0" rtlCol="0" anchor="b" anchorCtr="0">
            <a:noAutofit/>
          </a:bodyPr>
          <a:lstStyle>
            <a:lvl1pPr marL="179388" indent="-180000" algn="l" defTabSz="685783" rtl="0" eaLnBrk="1" latinLnBrk="0" hangingPunct="1">
              <a:lnSpc>
                <a:spcPct val="110000"/>
              </a:lnSpc>
              <a:spcBef>
                <a:spcPts val="0"/>
              </a:spcBef>
              <a:spcAft>
                <a:spcPts val="375"/>
              </a:spcAft>
              <a:buSzPct val="80000"/>
              <a:buFont typeface="Arial" panose="020B0604020202020204" pitchFamily="34" charset="0"/>
              <a:buChar char="•"/>
              <a:tabLst/>
              <a:defRPr sz="1800" b="0" i="0" kern="1200">
                <a:solidFill>
                  <a:schemeClr val="tx1"/>
                </a:solidFill>
                <a:latin typeface="+mn-lt"/>
                <a:ea typeface="+mn-ea"/>
                <a:cs typeface="Calibri Light" panose="020F0302020204030204" pitchFamily="34" charset="0"/>
              </a:defRPr>
            </a:lvl1pPr>
            <a:lvl2pPr marL="36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500" b="0" i="0" kern="1200">
                <a:solidFill>
                  <a:schemeClr val="tx1"/>
                </a:solidFill>
                <a:latin typeface="+mn-lt"/>
                <a:ea typeface="+mn-ea"/>
                <a:cs typeface="Calibri Light" panose="020F0302020204030204" pitchFamily="34" charset="0"/>
              </a:defRPr>
            </a:lvl2pPr>
            <a:lvl3pPr marL="54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350" b="0" i="0" kern="1200">
                <a:solidFill>
                  <a:schemeClr val="tx1"/>
                </a:solidFill>
                <a:latin typeface="+mn-lt"/>
                <a:ea typeface="+mn-ea"/>
                <a:cs typeface="Calibri Light" panose="020F0302020204030204" pitchFamily="34" charset="0"/>
              </a:defRPr>
            </a:lvl3pPr>
            <a:lvl4pPr marL="72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4pPr>
            <a:lvl5pPr marL="90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2400">
                <a:latin typeface="Calibri Light"/>
                <a:cs typeface="Calibri Light"/>
              </a:rPr>
              <a:t>2. Verification in the IPv6 Internet</a:t>
            </a:r>
            <a:endParaRPr lang="en-GB" sz="2800"/>
          </a:p>
        </p:txBody>
      </p:sp>
      <p:sp>
        <p:nvSpPr>
          <p:cNvPr id="10" name="Textplatzhalter 5">
            <a:extLst>
              <a:ext uri="{FF2B5EF4-FFF2-40B4-BE49-F238E27FC236}">
                <a16:creationId xmlns:a16="http://schemas.microsoft.com/office/drawing/2014/main" id="{D13BD683-5539-A63B-A668-6C5D9D57071A}"/>
              </a:ext>
            </a:extLst>
          </p:cNvPr>
          <p:cNvSpPr txBox="1">
            <a:spLocks/>
          </p:cNvSpPr>
          <p:nvPr/>
        </p:nvSpPr>
        <p:spPr>
          <a:xfrm>
            <a:off x="6255500" y="2199201"/>
            <a:ext cx="2700000" cy="554156"/>
          </a:xfrm>
          <a:prstGeom prst="rect">
            <a:avLst/>
          </a:prstGeom>
        </p:spPr>
        <p:txBody>
          <a:bodyPr vert="horz" lIns="0" tIns="0" rIns="0" bIns="0" rtlCol="0" anchor="b" anchorCtr="0">
            <a:noAutofit/>
          </a:bodyPr>
          <a:lstStyle>
            <a:lvl1pPr marL="179388" indent="-180000" algn="l" defTabSz="685783" rtl="0" eaLnBrk="1" latinLnBrk="0" hangingPunct="1">
              <a:lnSpc>
                <a:spcPct val="110000"/>
              </a:lnSpc>
              <a:spcBef>
                <a:spcPts val="0"/>
              </a:spcBef>
              <a:spcAft>
                <a:spcPts val="375"/>
              </a:spcAft>
              <a:buSzPct val="80000"/>
              <a:buFont typeface="Arial" panose="020B0604020202020204" pitchFamily="34" charset="0"/>
              <a:buChar char="•"/>
              <a:tabLst/>
              <a:defRPr sz="1800" b="0" i="0" kern="1200">
                <a:solidFill>
                  <a:schemeClr val="tx1"/>
                </a:solidFill>
                <a:latin typeface="+mn-lt"/>
                <a:ea typeface="+mn-ea"/>
                <a:cs typeface="Calibri Light" panose="020F0302020204030204" pitchFamily="34" charset="0"/>
              </a:defRPr>
            </a:lvl1pPr>
            <a:lvl2pPr marL="36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500" b="0" i="0" kern="1200">
                <a:solidFill>
                  <a:schemeClr val="tx1"/>
                </a:solidFill>
                <a:latin typeface="+mn-lt"/>
                <a:ea typeface="+mn-ea"/>
                <a:cs typeface="Calibri Light" panose="020F0302020204030204" pitchFamily="34" charset="0"/>
              </a:defRPr>
            </a:lvl2pPr>
            <a:lvl3pPr marL="54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350" b="0" i="0" kern="1200">
                <a:solidFill>
                  <a:schemeClr val="tx1"/>
                </a:solidFill>
                <a:latin typeface="+mn-lt"/>
                <a:ea typeface="+mn-ea"/>
                <a:cs typeface="Calibri Light" panose="020F0302020204030204" pitchFamily="34" charset="0"/>
              </a:defRPr>
            </a:lvl3pPr>
            <a:lvl4pPr marL="72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4pPr>
            <a:lvl5pPr marL="90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2400">
                <a:latin typeface="Calibri Light"/>
                <a:cs typeface="Calibri Light"/>
              </a:rPr>
              <a:t>3. IPv6-wide Measurements</a:t>
            </a:r>
            <a:endParaRPr lang="en-GB" sz="2400"/>
          </a:p>
        </p:txBody>
      </p:sp>
      <p:sp>
        <p:nvSpPr>
          <p:cNvPr id="3" name="Rectangle 2">
            <a:extLst>
              <a:ext uri="{FF2B5EF4-FFF2-40B4-BE49-F238E27FC236}">
                <a16:creationId xmlns:a16="http://schemas.microsoft.com/office/drawing/2014/main" id="{DD5D8EFF-E8AF-B891-F470-093CC3C20E9E}"/>
              </a:ext>
            </a:extLst>
          </p:cNvPr>
          <p:cNvSpPr/>
          <p:nvPr/>
        </p:nvSpPr>
        <p:spPr>
          <a:xfrm>
            <a:off x="3012620" y="1522638"/>
            <a:ext cx="2716666" cy="164102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el 1">
            <a:extLst>
              <a:ext uri="{FF2B5EF4-FFF2-40B4-BE49-F238E27FC236}">
                <a16:creationId xmlns:a16="http://schemas.microsoft.com/office/drawing/2014/main" id="{F297B94E-F95B-8758-5226-44214BC62546}"/>
              </a:ext>
            </a:extLst>
          </p:cNvPr>
          <p:cNvSpPr>
            <a:spLocks noGrp="1"/>
          </p:cNvSpPr>
          <p:nvPr>
            <p:ph type="title"/>
          </p:nvPr>
        </p:nvSpPr>
        <p:spPr>
          <a:xfrm>
            <a:off x="250825" y="252000"/>
            <a:ext cx="8640000" cy="864000"/>
          </a:xfrm>
        </p:spPr>
        <p:txBody>
          <a:bodyPr/>
          <a:lstStyle/>
          <a:p>
            <a:r>
              <a:rPr lang="en-GB" sz="4400">
                <a:cs typeface="Calibri Light"/>
              </a:rPr>
              <a:t>Methods Overview</a:t>
            </a:r>
            <a:endParaRPr lang="en-US"/>
          </a:p>
        </p:txBody>
      </p:sp>
      <p:sp>
        <p:nvSpPr>
          <p:cNvPr id="7" name="Foliennummernplatzhalter 4">
            <a:extLst>
              <a:ext uri="{FF2B5EF4-FFF2-40B4-BE49-F238E27FC236}">
                <a16:creationId xmlns:a16="http://schemas.microsoft.com/office/drawing/2014/main" id="{56C868EC-EE19-2B77-1469-54B2A96FC3AD}"/>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dirty="0">
                <a:solidFill>
                  <a:srgbClr val="0063A6"/>
                </a:solidFill>
                <a:cs typeface="Calibri Light"/>
              </a:rPr>
              <a:t>14</a:t>
            </a:r>
          </a:p>
        </p:txBody>
      </p:sp>
      <p:sp>
        <p:nvSpPr>
          <p:cNvPr id="2" name="TextBox 1">
            <a:extLst>
              <a:ext uri="{FF2B5EF4-FFF2-40B4-BE49-F238E27FC236}">
                <a16:creationId xmlns:a16="http://schemas.microsoft.com/office/drawing/2014/main" id="{7B15D3C2-EB5E-2938-9697-8C3FA051D987}"/>
              </a:ext>
            </a:extLst>
          </p:cNvPr>
          <p:cNvSpPr txBox="1"/>
          <p:nvPr/>
        </p:nvSpPr>
        <p:spPr>
          <a:xfrm>
            <a:off x="2877910" y="3255508"/>
            <a:ext cx="4957762" cy="17774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Sans-Serif"/>
              <a:buChar char="-"/>
            </a:pPr>
            <a:r>
              <a:rPr lang="en-US" sz="1600" dirty="0">
                <a:cs typeface="Calibri Light"/>
              </a:rPr>
              <a:t>Goal: Collect error messages for IPv6 </a:t>
            </a:r>
            <a:r>
              <a:rPr lang="en-US" sz="1600" b="1" dirty="0">
                <a:cs typeface="Calibri Light"/>
              </a:rPr>
              <a:t>networks </a:t>
            </a:r>
            <a:r>
              <a:rPr lang="en-US" sz="1600" dirty="0">
                <a:cs typeface="Calibri Light"/>
              </a:rPr>
              <a:t>known to be</a:t>
            </a:r>
            <a:r>
              <a:rPr lang="en-US" sz="1600" b="1" dirty="0">
                <a:cs typeface="Calibri Light"/>
              </a:rPr>
              <a:t> active and inactive</a:t>
            </a:r>
            <a:endParaRPr lang="en-US" sz="1600" dirty="0">
              <a:cs typeface="Calibri Light"/>
            </a:endParaRPr>
          </a:p>
          <a:p>
            <a:pPr marL="285750" indent="-285750">
              <a:buFont typeface="Calibri,Sans-Serif"/>
              <a:buChar char="-"/>
            </a:pPr>
            <a:r>
              <a:rPr lang="en-US" sz="1600" dirty="0">
                <a:cs typeface="Calibri Light"/>
              </a:rPr>
              <a:t>Problem: There is </a:t>
            </a:r>
            <a:r>
              <a:rPr lang="en-US" sz="1600" b="1" dirty="0">
                <a:cs typeface="Calibri Light"/>
              </a:rPr>
              <a:t>no </a:t>
            </a:r>
            <a:r>
              <a:rPr lang="en-US" sz="1600" dirty="0">
                <a:cs typeface="Calibri Light"/>
              </a:rPr>
              <a:t>such dataset </a:t>
            </a:r>
          </a:p>
          <a:p>
            <a:pPr marL="628015" lvl="1" indent="-285750">
              <a:buFont typeface="Courier New,monospace"/>
              <a:buChar char="o"/>
            </a:pPr>
            <a:r>
              <a:rPr lang="en-US" sz="1600" dirty="0">
                <a:cs typeface="Calibri Light"/>
              </a:rPr>
              <a:t>Scanning random subnets?</a:t>
            </a:r>
          </a:p>
          <a:p>
            <a:pPr marL="970915" lvl="2" indent="-285750">
              <a:buFont typeface="Wingdings,Sans-Serif"/>
              <a:buChar char="§"/>
            </a:pPr>
            <a:r>
              <a:rPr lang="en-US" sz="1600" dirty="0">
                <a:cs typeface="Calibri Light"/>
              </a:rPr>
              <a:t>Target network might not be suballocated</a:t>
            </a:r>
          </a:p>
          <a:p>
            <a:pPr marL="285750" indent="-285750">
              <a:buFont typeface="Calibri,Sans-Serif"/>
              <a:buChar char="-"/>
            </a:pPr>
            <a:r>
              <a:rPr lang="en-US" sz="1600" b="1" dirty="0" err="1">
                <a:cs typeface="Calibri Light"/>
              </a:rPr>
              <a:t>BValue</a:t>
            </a:r>
            <a:r>
              <a:rPr lang="en-US" sz="1600" b="1" dirty="0">
                <a:cs typeface="Calibri Light"/>
              </a:rPr>
              <a:t> Steps</a:t>
            </a:r>
            <a:r>
              <a:rPr lang="en-US" sz="1600" dirty="0">
                <a:cs typeface="Calibri Light"/>
              </a:rPr>
              <a:t> = Border Values  to the rescue</a:t>
            </a:r>
          </a:p>
          <a:p>
            <a:pPr algn="l"/>
            <a:endParaRPr lang="en-US" dirty="0">
              <a:cs typeface="Calibri Light"/>
            </a:endParaRPr>
          </a:p>
        </p:txBody>
      </p:sp>
    </p:spTree>
    <p:extLst>
      <p:ext uri="{BB962C8B-B14F-4D97-AF65-F5344CB8AC3E}">
        <p14:creationId xmlns:p14="http://schemas.microsoft.com/office/powerpoint/2010/main" val="3388257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Connector: Curved 22">
            <a:extLst>
              <a:ext uri="{FF2B5EF4-FFF2-40B4-BE49-F238E27FC236}">
                <a16:creationId xmlns:a16="http://schemas.microsoft.com/office/drawing/2014/main" id="{2669629D-B805-35D2-425C-73142A9BB7C6}"/>
              </a:ext>
            </a:extLst>
          </p:cNvPr>
          <p:cNvCxnSpPr>
            <a:cxnSpLocks/>
          </p:cNvCxnSpPr>
          <p:nvPr/>
        </p:nvCxnSpPr>
        <p:spPr>
          <a:xfrm>
            <a:off x="922111" y="4039508"/>
            <a:ext cx="1698171" cy="9525"/>
          </a:xfrm>
          <a:prstGeom prst="curved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Connector: Curved 5">
            <a:extLst>
              <a:ext uri="{FF2B5EF4-FFF2-40B4-BE49-F238E27FC236}">
                <a16:creationId xmlns:a16="http://schemas.microsoft.com/office/drawing/2014/main" id="{6C6919DC-B943-F415-6818-477B99FDD632}"/>
              </a:ext>
            </a:extLst>
          </p:cNvPr>
          <p:cNvCxnSpPr>
            <a:cxnSpLocks/>
          </p:cNvCxnSpPr>
          <p:nvPr/>
        </p:nvCxnSpPr>
        <p:spPr>
          <a:xfrm flipV="1">
            <a:off x="931182" y="3488869"/>
            <a:ext cx="1840593" cy="400958"/>
          </a:xfrm>
          <a:prstGeom prst="curved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Curved 20">
            <a:extLst>
              <a:ext uri="{FF2B5EF4-FFF2-40B4-BE49-F238E27FC236}">
                <a16:creationId xmlns:a16="http://schemas.microsoft.com/office/drawing/2014/main" id="{F13434C6-25E1-2109-47FC-74761A179821}"/>
              </a:ext>
            </a:extLst>
          </p:cNvPr>
          <p:cNvCxnSpPr>
            <a:cxnSpLocks/>
          </p:cNvCxnSpPr>
          <p:nvPr/>
        </p:nvCxnSpPr>
        <p:spPr>
          <a:xfrm flipV="1">
            <a:off x="922111" y="3307442"/>
            <a:ext cx="1885950" cy="419100"/>
          </a:xfrm>
          <a:prstGeom prst="curved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3" name="Graphic 12" descr="Cloud outline">
            <a:extLst>
              <a:ext uri="{FF2B5EF4-FFF2-40B4-BE49-F238E27FC236}">
                <a16:creationId xmlns:a16="http://schemas.microsoft.com/office/drawing/2014/main" id="{77532800-41A4-1DBB-03F7-002A9ACC66E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97793" y="2911475"/>
            <a:ext cx="963385" cy="1012371"/>
          </a:xfrm>
          <a:prstGeom prst="rect">
            <a:avLst/>
          </a:prstGeom>
        </p:spPr>
      </p:pic>
      <p:sp>
        <p:nvSpPr>
          <p:cNvPr id="2" name="Titel 1">
            <a:extLst>
              <a:ext uri="{FF2B5EF4-FFF2-40B4-BE49-F238E27FC236}">
                <a16:creationId xmlns:a16="http://schemas.microsoft.com/office/drawing/2014/main" id="{D1FFAB03-D9C8-D5C8-2199-26A7F7D948D3}"/>
              </a:ext>
            </a:extLst>
          </p:cNvPr>
          <p:cNvSpPr>
            <a:spLocks noGrp="1"/>
          </p:cNvSpPr>
          <p:nvPr>
            <p:ph type="title"/>
          </p:nvPr>
        </p:nvSpPr>
        <p:spPr/>
        <p:txBody>
          <a:bodyPr/>
          <a:lstStyle/>
          <a:p>
            <a:r>
              <a:rPr lang="en-GB" sz="4400" err="1">
                <a:cs typeface="Calibri Light"/>
              </a:rPr>
              <a:t>BValue</a:t>
            </a:r>
            <a:r>
              <a:rPr lang="en-GB" sz="4400">
                <a:cs typeface="Calibri Light"/>
              </a:rPr>
              <a:t> Steps</a:t>
            </a:r>
            <a:endParaRPr lang="en-US"/>
          </a:p>
        </p:txBody>
      </p:sp>
      <p:sp>
        <p:nvSpPr>
          <p:cNvPr id="4" name="Inhaltsplatzhalter 2">
            <a:extLst>
              <a:ext uri="{FF2B5EF4-FFF2-40B4-BE49-F238E27FC236}">
                <a16:creationId xmlns:a16="http://schemas.microsoft.com/office/drawing/2014/main" id="{882B402C-1C0F-D303-DD75-C9CC18E80532}"/>
              </a:ext>
            </a:extLst>
          </p:cNvPr>
          <p:cNvSpPr>
            <a:spLocks noGrp="1"/>
          </p:cNvSpPr>
          <p:nvPr>
            <p:ph idx="1"/>
          </p:nvPr>
        </p:nvSpPr>
        <p:spPr>
          <a:xfrm>
            <a:off x="250825" y="1214083"/>
            <a:ext cx="8389938" cy="3293350"/>
          </a:xfrm>
        </p:spPr>
        <p:txBody>
          <a:bodyPr vert="horz" lIns="0" tIns="0" rIns="0" bIns="0" rtlCol="0" anchor="t">
            <a:noAutofit/>
          </a:bodyPr>
          <a:lstStyle/>
          <a:p>
            <a:pPr marL="179070" indent="-179705"/>
            <a:endParaRPr lang="en-GB">
              <a:cs typeface="Calibri Light"/>
            </a:endParaRPr>
          </a:p>
          <a:p>
            <a:pPr marL="0" lvl="1" indent="0">
              <a:buNone/>
            </a:pPr>
            <a:r>
              <a:rPr lang="en-GB" sz="1200">
                <a:cs typeface="Calibri Light"/>
              </a:rPr>
              <a:t> </a:t>
            </a:r>
            <a:endParaRPr lang="en-GB" sz="1600" b="1">
              <a:cs typeface="Calibri Light"/>
            </a:endParaRPr>
          </a:p>
          <a:p>
            <a:pPr marL="0" lvl="1" indent="0">
              <a:buNone/>
            </a:pPr>
            <a:endParaRPr lang="en-GB" sz="1600" b="1">
              <a:cs typeface="Calibri Light"/>
            </a:endParaRPr>
          </a:p>
          <a:p>
            <a:pPr marL="0" lvl="1" indent="0">
              <a:buNone/>
            </a:pPr>
            <a:r>
              <a:rPr lang="en-GB" sz="1600">
                <a:cs typeface="Calibri Light"/>
              </a:rPr>
              <a:t>   </a:t>
            </a:r>
          </a:p>
          <a:p>
            <a:pPr marL="179070" indent="-179705"/>
            <a:endParaRPr lang="en-GB">
              <a:cs typeface="Calibri Light"/>
            </a:endParaRPr>
          </a:p>
          <a:p>
            <a:pPr marL="179070" indent="-179705"/>
            <a:endParaRPr lang="en-GB">
              <a:cs typeface="Calibri Light"/>
            </a:endParaRPr>
          </a:p>
          <a:p>
            <a:pPr marL="179070" indent="-179705"/>
            <a:endParaRPr lang="en-GB">
              <a:cs typeface="Calibri Light"/>
            </a:endParaRPr>
          </a:p>
          <a:p>
            <a:pPr marL="179070" indent="-179705"/>
            <a:endParaRPr lang="en-GB">
              <a:cs typeface="Calibri Light"/>
            </a:endParaRPr>
          </a:p>
          <a:p>
            <a:pPr marL="179070" indent="-179705"/>
            <a:endParaRPr lang="en-GB">
              <a:cs typeface="Calibri Light"/>
            </a:endParaRPr>
          </a:p>
        </p:txBody>
      </p:sp>
      <p:sp>
        <p:nvSpPr>
          <p:cNvPr id="8" name="Rectangle 7">
            <a:extLst>
              <a:ext uri="{FF2B5EF4-FFF2-40B4-BE49-F238E27FC236}">
                <a16:creationId xmlns:a16="http://schemas.microsoft.com/office/drawing/2014/main" id="{9EB4683A-369D-336F-ACB1-431427129554}"/>
              </a:ext>
            </a:extLst>
          </p:cNvPr>
          <p:cNvSpPr/>
          <p:nvPr/>
        </p:nvSpPr>
        <p:spPr>
          <a:xfrm>
            <a:off x="4442182" y="2780410"/>
            <a:ext cx="4197937" cy="18210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Calibri"/>
              <a:buChar char="-"/>
            </a:pPr>
            <a:r>
              <a:rPr lang="en-US" sz="1600" dirty="0">
                <a:cs typeface="Calibri Light"/>
              </a:rPr>
              <a:t>Applied to one hitlist address/subnet per routed BGP prefix</a:t>
            </a:r>
          </a:p>
          <a:p>
            <a:pPr marL="285750" indent="-285750">
              <a:buFont typeface="Calibri"/>
              <a:buChar char="-"/>
            </a:pPr>
            <a:r>
              <a:rPr lang="en-US" sz="1600" dirty="0">
                <a:cs typeface="Calibri Light"/>
              </a:rPr>
              <a:t>47,923 pass ICMPv6 responsiveness check</a:t>
            </a:r>
          </a:p>
          <a:p>
            <a:pPr marL="285750" indent="-285750">
              <a:buFont typeface="Calibri"/>
              <a:buChar char="-"/>
            </a:pPr>
            <a:r>
              <a:rPr lang="en-US" sz="1600" dirty="0">
                <a:cs typeface="Calibri Light"/>
              </a:rPr>
              <a:t>We are able separate active from inactive in 44%  </a:t>
            </a:r>
            <a:r>
              <a:rPr lang="en-US" sz="1400" dirty="0">
                <a:cs typeface="Calibri Light"/>
              </a:rPr>
              <a:t>(17% are not suballocated, 38% unresponsive)</a:t>
            </a:r>
          </a:p>
        </p:txBody>
      </p:sp>
      <p:sp>
        <p:nvSpPr>
          <p:cNvPr id="9" name="TextBox 8">
            <a:extLst>
              <a:ext uri="{FF2B5EF4-FFF2-40B4-BE49-F238E27FC236}">
                <a16:creationId xmlns:a16="http://schemas.microsoft.com/office/drawing/2014/main" id="{B0A2F06D-639F-9E15-FA91-EBAB2508A05F}"/>
              </a:ext>
            </a:extLst>
          </p:cNvPr>
          <p:cNvSpPr txBox="1"/>
          <p:nvPr/>
        </p:nvSpPr>
        <p:spPr>
          <a:xfrm>
            <a:off x="-3402" y="818470"/>
            <a:ext cx="4248829"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628015" lvl="1" indent="-285750">
              <a:buFont typeface="Arial"/>
              <a:buChar char="•"/>
            </a:pPr>
            <a:r>
              <a:rPr lang="en-US" sz="1600" dirty="0">
                <a:cs typeface="Calibri Light"/>
              </a:rPr>
              <a:t>Input: </a:t>
            </a:r>
            <a:r>
              <a:rPr lang="en-US" sz="1600" b="1" dirty="0">
                <a:cs typeface="Calibri Light"/>
              </a:rPr>
              <a:t>Responsive</a:t>
            </a:r>
            <a:r>
              <a:rPr lang="en-US" sz="1600" dirty="0">
                <a:cs typeface="Calibri Light"/>
              </a:rPr>
              <a:t> IPv6 addresses in </a:t>
            </a:r>
            <a:r>
              <a:rPr lang="en-US" sz="1600" b="1" dirty="0">
                <a:cs typeface="Calibri Light"/>
              </a:rPr>
              <a:t>active</a:t>
            </a:r>
            <a:r>
              <a:rPr lang="en-US" sz="1600" dirty="0">
                <a:cs typeface="Calibri Light"/>
              </a:rPr>
              <a:t> network (Hitlist Service; Gasser, 2018)</a:t>
            </a:r>
            <a:endParaRPr lang="en-US">
              <a:cs typeface="Calibri Light"/>
            </a:endParaRPr>
          </a:p>
          <a:p>
            <a:pPr marL="628015" indent="-285750">
              <a:buFont typeface="Arial"/>
              <a:buChar char="•"/>
            </a:pPr>
            <a:r>
              <a:rPr lang="en-US" sz="1600" b="1" dirty="0">
                <a:cs typeface="Calibri Light"/>
              </a:rPr>
              <a:t>Randomize</a:t>
            </a:r>
            <a:r>
              <a:rPr lang="en-US" sz="1600" dirty="0">
                <a:cs typeface="Calibri Light"/>
              </a:rPr>
              <a:t> more and more of the target address (steps of 8 bits) up to the </a:t>
            </a:r>
            <a:r>
              <a:rPr lang="en-US" sz="1600" b="1" dirty="0">
                <a:cs typeface="Calibri Light"/>
              </a:rPr>
              <a:t>routed</a:t>
            </a:r>
            <a:r>
              <a:rPr lang="en-US" sz="1600" dirty="0">
                <a:cs typeface="Calibri Light"/>
              </a:rPr>
              <a:t> network border</a:t>
            </a:r>
          </a:p>
          <a:p>
            <a:pPr marL="628015" indent="-285750">
              <a:buFont typeface="Arial"/>
              <a:buChar char="•"/>
            </a:pPr>
            <a:r>
              <a:rPr lang="en-US" sz="1600" dirty="0">
                <a:cs typeface="Calibri Light"/>
              </a:rPr>
              <a:t>Detect </a:t>
            </a:r>
            <a:r>
              <a:rPr lang="en-US" sz="1600" b="1" dirty="0">
                <a:cs typeface="Calibri Light"/>
              </a:rPr>
              <a:t>changes</a:t>
            </a:r>
            <a:r>
              <a:rPr lang="en-US" sz="1600" dirty="0">
                <a:cs typeface="Calibri Light"/>
              </a:rPr>
              <a:t> in  response behavior</a:t>
            </a:r>
          </a:p>
          <a:p>
            <a:pPr marL="970280" lvl="1" indent="-285750">
              <a:buFont typeface="Arial"/>
              <a:buChar char="•"/>
            </a:pPr>
            <a:r>
              <a:rPr lang="en-US" sz="1600" b="1" dirty="0">
                <a:cs typeface="Calibri Light"/>
              </a:rPr>
              <a:t>Active</a:t>
            </a:r>
            <a:r>
              <a:rPr lang="en-US" sz="1600" dirty="0">
                <a:cs typeface="Calibri Light"/>
              </a:rPr>
              <a:t> = before change</a:t>
            </a:r>
          </a:p>
          <a:p>
            <a:pPr marL="970280" lvl="1" indent="-285750">
              <a:buFont typeface="Arial"/>
              <a:buChar char="•"/>
            </a:pPr>
            <a:r>
              <a:rPr lang="en-US" sz="1600" b="1" dirty="0">
                <a:cs typeface="Calibri Light"/>
              </a:rPr>
              <a:t>Inactive</a:t>
            </a:r>
            <a:r>
              <a:rPr lang="en-US" sz="1600" dirty="0">
                <a:cs typeface="Calibri Light"/>
              </a:rPr>
              <a:t> = after change</a:t>
            </a:r>
          </a:p>
          <a:p>
            <a:pPr marL="628015" lvl="1" indent="-285750">
              <a:buFont typeface="Arial"/>
              <a:buChar char="•"/>
            </a:pPr>
            <a:endParaRPr lang="en-US" sz="1600" dirty="0">
              <a:cs typeface="Calibri Light"/>
            </a:endParaRPr>
          </a:p>
          <a:p>
            <a:pPr marL="628015" lvl="1" indent="-285750">
              <a:buFont typeface="Arial"/>
              <a:buChar char="•"/>
            </a:pPr>
            <a:endParaRPr lang="en-US" sz="1600" dirty="0">
              <a:cs typeface="Calibri Light"/>
            </a:endParaRPr>
          </a:p>
          <a:p>
            <a:pPr marL="1313815" lvl="3" indent="-285750">
              <a:buFont typeface="Calibri"/>
              <a:buChar char="-"/>
            </a:pPr>
            <a:endParaRPr lang="en-US" sz="1600" dirty="0">
              <a:cs typeface="Calibri Light"/>
            </a:endParaRPr>
          </a:p>
        </p:txBody>
      </p:sp>
      <p:sp>
        <p:nvSpPr>
          <p:cNvPr id="12" name="Foliennummernplatzhalter 4">
            <a:extLst>
              <a:ext uri="{FF2B5EF4-FFF2-40B4-BE49-F238E27FC236}">
                <a16:creationId xmlns:a16="http://schemas.microsoft.com/office/drawing/2014/main" id="{9BBC1D2E-95A5-A24F-6F54-E2578144F3B7}"/>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dirty="0">
                <a:solidFill>
                  <a:srgbClr val="0063A6"/>
                </a:solidFill>
                <a:cs typeface="Calibri Light"/>
              </a:rPr>
              <a:t>15</a:t>
            </a:r>
          </a:p>
        </p:txBody>
      </p:sp>
      <p:pic>
        <p:nvPicPr>
          <p:cNvPr id="3" name="Picture 2" descr="A white background with black numbers and red text&#10;&#10;Description automatically generated">
            <a:extLst>
              <a:ext uri="{FF2B5EF4-FFF2-40B4-BE49-F238E27FC236}">
                <a16:creationId xmlns:a16="http://schemas.microsoft.com/office/drawing/2014/main" id="{828279D3-68BC-2828-4A0F-DC9A9EA06470}"/>
              </a:ext>
            </a:extLst>
          </p:cNvPr>
          <p:cNvPicPr>
            <a:picLocks noChangeAspect="1"/>
          </p:cNvPicPr>
          <p:nvPr/>
        </p:nvPicPr>
        <p:blipFill>
          <a:blip r:embed="rId4"/>
          <a:stretch>
            <a:fillRect/>
          </a:stretch>
        </p:blipFill>
        <p:spPr>
          <a:xfrm>
            <a:off x="4440692" y="344942"/>
            <a:ext cx="4410075" cy="2428875"/>
          </a:xfrm>
          <a:prstGeom prst="rect">
            <a:avLst/>
          </a:prstGeom>
        </p:spPr>
      </p:pic>
      <p:pic>
        <p:nvPicPr>
          <p:cNvPr id="15" name="Graphic 14" descr="Cloud outline">
            <a:extLst>
              <a:ext uri="{FF2B5EF4-FFF2-40B4-BE49-F238E27FC236}">
                <a16:creationId xmlns:a16="http://schemas.microsoft.com/office/drawing/2014/main" id="{C7191F50-76DF-DC2D-8E32-4BD201CBF92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261507" y="3546022"/>
            <a:ext cx="1020535" cy="1012371"/>
          </a:xfrm>
          <a:prstGeom prst="rect">
            <a:avLst/>
          </a:prstGeom>
        </p:spPr>
      </p:pic>
      <p:cxnSp>
        <p:nvCxnSpPr>
          <p:cNvPr id="17" name="Straight Arrow Connector 16">
            <a:extLst>
              <a:ext uri="{FF2B5EF4-FFF2-40B4-BE49-F238E27FC236}">
                <a16:creationId xmlns:a16="http://schemas.microsoft.com/office/drawing/2014/main" id="{8BB180C6-2CEE-D8B3-5C85-8D0A43C81E11}"/>
              </a:ext>
            </a:extLst>
          </p:cNvPr>
          <p:cNvCxnSpPr/>
          <p:nvPr/>
        </p:nvCxnSpPr>
        <p:spPr>
          <a:xfrm flipH="1">
            <a:off x="2955018" y="2693761"/>
            <a:ext cx="361950" cy="67627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D4F39818-DC1C-6A8C-88E6-1F86AD817A0B}"/>
              </a:ext>
            </a:extLst>
          </p:cNvPr>
          <p:cNvSpPr/>
          <p:nvPr/>
        </p:nvSpPr>
        <p:spPr>
          <a:xfrm>
            <a:off x="3121581" y="2617674"/>
            <a:ext cx="964406" cy="2976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cs typeface="Calibri Light"/>
              </a:rPr>
              <a:t>Hitlist IP</a:t>
            </a:r>
            <a:endParaRPr lang="en-US" dirty="0"/>
          </a:p>
        </p:txBody>
      </p:sp>
      <p:cxnSp>
        <p:nvCxnSpPr>
          <p:cNvPr id="22" name="Connector: Curved 21">
            <a:extLst>
              <a:ext uri="{FF2B5EF4-FFF2-40B4-BE49-F238E27FC236}">
                <a16:creationId xmlns:a16="http://schemas.microsoft.com/office/drawing/2014/main" id="{A7709D2F-2F3E-52DE-9142-0771E1457BA8}"/>
              </a:ext>
            </a:extLst>
          </p:cNvPr>
          <p:cNvCxnSpPr/>
          <p:nvPr/>
        </p:nvCxnSpPr>
        <p:spPr>
          <a:xfrm>
            <a:off x="922564" y="4202340"/>
            <a:ext cx="1852386" cy="454"/>
          </a:xfrm>
          <a:prstGeom prst="curved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1F1E26BE-17D6-F559-20FE-CA9FDA68271B}"/>
              </a:ext>
            </a:extLst>
          </p:cNvPr>
          <p:cNvSpPr/>
          <p:nvPr/>
        </p:nvSpPr>
        <p:spPr>
          <a:xfrm>
            <a:off x="1249021" y="3491933"/>
            <a:ext cx="869158" cy="8453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9" descr="Wireless router outline">
            <a:extLst>
              <a:ext uri="{FF2B5EF4-FFF2-40B4-BE49-F238E27FC236}">
                <a16:creationId xmlns:a16="http://schemas.microsoft.com/office/drawing/2014/main" id="{A63AD706-AD04-FAA1-A24B-2A8A7825E70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27365" y="3427640"/>
            <a:ext cx="914400" cy="914400"/>
          </a:xfrm>
          <a:prstGeom prst="rect">
            <a:avLst/>
          </a:prstGeom>
        </p:spPr>
      </p:pic>
      <p:sp>
        <p:nvSpPr>
          <p:cNvPr id="16" name="Rectangle 15">
            <a:extLst>
              <a:ext uri="{FF2B5EF4-FFF2-40B4-BE49-F238E27FC236}">
                <a16:creationId xmlns:a16="http://schemas.microsoft.com/office/drawing/2014/main" id="{BCC265E0-D9BF-21DA-9098-E4472B3BF721}"/>
              </a:ext>
            </a:extLst>
          </p:cNvPr>
          <p:cNvSpPr/>
          <p:nvPr/>
        </p:nvSpPr>
        <p:spPr>
          <a:xfrm>
            <a:off x="277812" y="3556000"/>
            <a:ext cx="642937" cy="2381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baseline="0">
                <a:solidFill>
                  <a:srgbClr val="FF0000"/>
                </a:solidFill>
                <a:latin typeface="Consolas"/>
              </a:rPr>
              <a:t>B127</a:t>
            </a:r>
            <a:r>
              <a:rPr lang="en-US" sz="1350">
                <a:latin typeface="Consolas"/>
                <a:ea typeface="Consolas"/>
                <a:cs typeface="Consolas"/>
              </a:rPr>
              <a:t>​</a:t>
            </a:r>
            <a:endParaRPr lang="en-US"/>
          </a:p>
        </p:txBody>
      </p:sp>
      <p:sp>
        <p:nvSpPr>
          <p:cNvPr id="24" name="Rectangle 23">
            <a:extLst>
              <a:ext uri="{FF2B5EF4-FFF2-40B4-BE49-F238E27FC236}">
                <a16:creationId xmlns:a16="http://schemas.microsoft.com/office/drawing/2014/main" id="{F71033D1-6DB7-FC25-7656-925CA19CDDC6}"/>
              </a:ext>
            </a:extLst>
          </p:cNvPr>
          <p:cNvSpPr/>
          <p:nvPr/>
        </p:nvSpPr>
        <p:spPr>
          <a:xfrm>
            <a:off x="277811" y="3873500"/>
            <a:ext cx="652008" cy="4014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FF0000"/>
                </a:solidFill>
                <a:latin typeface="Consolas"/>
              </a:rPr>
              <a:t>B120</a:t>
            </a:r>
            <a:r>
              <a:rPr lang="en-US" sz="1350" dirty="0">
                <a:solidFill>
                  <a:srgbClr val="FF0000"/>
                </a:solidFill>
                <a:latin typeface="Consolas"/>
                <a:ea typeface="Consolas"/>
                <a:cs typeface="Consolas"/>
              </a:rPr>
              <a:t>​</a:t>
            </a:r>
          </a:p>
          <a:p>
            <a:pPr algn="ctr"/>
            <a:r>
              <a:rPr lang="en-US" dirty="0">
                <a:solidFill>
                  <a:srgbClr val="FF0000"/>
                </a:solidFill>
                <a:latin typeface="Consolas"/>
              </a:rPr>
              <a:t>...</a:t>
            </a:r>
          </a:p>
          <a:p>
            <a:pPr algn="ctr"/>
            <a:r>
              <a:rPr lang="en-US" dirty="0">
                <a:solidFill>
                  <a:srgbClr val="FF0000"/>
                </a:solidFill>
                <a:latin typeface="Consolas"/>
              </a:rPr>
              <a:t>.</a:t>
            </a:r>
          </a:p>
        </p:txBody>
      </p:sp>
      <p:sp>
        <p:nvSpPr>
          <p:cNvPr id="25" name="Rectangle 24">
            <a:extLst>
              <a:ext uri="{FF2B5EF4-FFF2-40B4-BE49-F238E27FC236}">
                <a16:creationId xmlns:a16="http://schemas.microsoft.com/office/drawing/2014/main" id="{BA9E473D-7346-B5F7-9CAB-C51A9B2283A4}"/>
              </a:ext>
            </a:extLst>
          </p:cNvPr>
          <p:cNvSpPr/>
          <p:nvPr/>
        </p:nvSpPr>
        <p:spPr>
          <a:xfrm>
            <a:off x="277812" y="4145642"/>
            <a:ext cx="642937" cy="2381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FF0000"/>
                </a:solidFill>
                <a:latin typeface="Consolas"/>
              </a:rPr>
              <a:t>B32</a:t>
            </a:r>
            <a:endParaRPr lang="en-US" dirty="0">
              <a:latin typeface="Consolas"/>
            </a:endParaRPr>
          </a:p>
        </p:txBody>
      </p:sp>
      <p:cxnSp>
        <p:nvCxnSpPr>
          <p:cNvPr id="26" name="Straight Arrow Connector 25">
            <a:extLst>
              <a:ext uri="{FF2B5EF4-FFF2-40B4-BE49-F238E27FC236}">
                <a16:creationId xmlns:a16="http://schemas.microsoft.com/office/drawing/2014/main" id="{E50B9192-3013-F286-FCBA-6A9077E989C5}"/>
              </a:ext>
            </a:extLst>
          </p:cNvPr>
          <p:cNvCxnSpPr/>
          <p:nvPr/>
        </p:nvCxnSpPr>
        <p:spPr>
          <a:xfrm flipH="1" flipV="1">
            <a:off x="2924628" y="3491590"/>
            <a:ext cx="419100" cy="40095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9278F3EA-42D6-28A4-42F9-144A4C895385}"/>
              </a:ext>
            </a:extLst>
          </p:cNvPr>
          <p:cNvSpPr/>
          <p:nvPr/>
        </p:nvSpPr>
        <p:spPr>
          <a:xfrm>
            <a:off x="2949347" y="3787888"/>
            <a:ext cx="1309120" cy="2976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cs typeface="Calibri Light"/>
              </a:rPr>
              <a:t>Unassigned IPs</a:t>
            </a:r>
            <a:endParaRPr lang="en-US" dirty="0"/>
          </a:p>
        </p:txBody>
      </p:sp>
      <p:sp>
        <p:nvSpPr>
          <p:cNvPr id="29" name="TextBox 28">
            <a:extLst>
              <a:ext uri="{FF2B5EF4-FFF2-40B4-BE49-F238E27FC236}">
                <a16:creationId xmlns:a16="http://schemas.microsoft.com/office/drawing/2014/main" id="{FBD1D194-DE77-4B24-80EB-47B665C0F8F5}"/>
              </a:ext>
            </a:extLst>
          </p:cNvPr>
          <p:cNvSpPr txBox="1"/>
          <p:nvPr/>
        </p:nvSpPr>
        <p:spPr>
          <a:xfrm>
            <a:off x="2348932" y="2863168"/>
            <a:ext cx="85158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latin typeface="Consolas"/>
                <a:cs typeface="Calibri Light"/>
              </a:rPr>
              <a:t>Active</a:t>
            </a:r>
            <a:endParaRPr lang="en-US" sz="1400">
              <a:latin typeface="Consolas"/>
            </a:endParaRPr>
          </a:p>
        </p:txBody>
      </p:sp>
      <p:sp>
        <p:nvSpPr>
          <p:cNvPr id="30" name="TextBox 29">
            <a:extLst>
              <a:ext uri="{FF2B5EF4-FFF2-40B4-BE49-F238E27FC236}">
                <a16:creationId xmlns:a16="http://schemas.microsoft.com/office/drawing/2014/main" id="{038ECD79-69F3-A0F5-E621-11500D025AB4}"/>
              </a:ext>
            </a:extLst>
          </p:cNvPr>
          <p:cNvSpPr txBox="1"/>
          <p:nvPr/>
        </p:nvSpPr>
        <p:spPr>
          <a:xfrm>
            <a:off x="2258217" y="4378097"/>
            <a:ext cx="104208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707070"/>
                </a:solidFill>
                <a:latin typeface="Consolas"/>
                <a:cs typeface="Calibri Light"/>
              </a:rPr>
              <a:t>Inactive</a:t>
            </a:r>
            <a:endParaRPr lang="en-US" sz="1400">
              <a:solidFill>
                <a:srgbClr val="707070"/>
              </a:solidFill>
              <a:latin typeface="Consolas"/>
            </a:endParaRPr>
          </a:p>
        </p:txBody>
      </p:sp>
    </p:spTree>
    <p:extLst>
      <p:ext uri="{BB962C8B-B14F-4D97-AF65-F5344CB8AC3E}">
        <p14:creationId xmlns:p14="http://schemas.microsoft.com/office/powerpoint/2010/main" val="620573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FFAB03-D9C8-D5C8-2199-26A7F7D948D3}"/>
              </a:ext>
            </a:extLst>
          </p:cNvPr>
          <p:cNvSpPr>
            <a:spLocks noGrp="1"/>
          </p:cNvSpPr>
          <p:nvPr>
            <p:ph type="title"/>
          </p:nvPr>
        </p:nvSpPr>
        <p:spPr/>
        <p:txBody>
          <a:bodyPr/>
          <a:lstStyle/>
          <a:p>
            <a:r>
              <a:rPr lang="en-GB" sz="4400">
                <a:cs typeface="Calibri Light"/>
              </a:rPr>
              <a:t>Result II: </a:t>
            </a:r>
            <a:r>
              <a:rPr lang="en-GB" sz="4400" err="1">
                <a:cs typeface="Calibri Light"/>
              </a:rPr>
              <a:t>BValue</a:t>
            </a:r>
            <a:r>
              <a:rPr lang="en-GB" sz="4400">
                <a:cs typeface="Calibri Light"/>
              </a:rPr>
              <a:t> Steps</a:t>
            </a:r>
            <a:endParaRPr lang="en-GB" sz="4400"/>
          </a:p>
        </p:txBody>
      </p:sp>
      <p:pic>
        <p:nvPicPr>
          <p:cNvPr id="6" name="Picture 5" descr="A table with numbers and percentages&#10;&#10;Description automatically generated">
            <a:extLst>
              <a:ext uri="{FF2B5EF4-FFF2-40B4-BE49-F238E27FC236}">
                <a16:creationId xmlns:a16="http://schemas.microsoft.com/office/drawing/2014/main" id="{FF86B0F4-F3AF-9C45-283F-558906B98C0F}"/>
              </a:ext>
            </a:extLst>
          </p:cNvPr>
          <p:cNvPicPr>
            <a:picLocks noChangeAspect="1"/>
          </p:cNvPicPr>
          <p:nvPr/>
        </p:nvPicPr>
        <p:blipFill>
          <a:blip r:embed="rId3"/>
          <a:stretch>
            <a:fillRect/>
          </a:stretch>
        </p:blipFill>
        <p:spPr>
          <a:xfrm>
            <a:off x="3417760" y="821747"/>
            <a:ext cx="5308515" cy="2438658"/>
          </a:xfrm>
          <a:prstGeom prst="rect">
            <a:avLst/>
          </a:prstGeom>
        </p:spPr>
      </p:pic>
      <p:pic>
        <p:nvPicPr>
          <p:cNvPr id="7" name="Picture 6">
            <a:extLst>
              <a:ext uri="{FF2B5EF4-FFF2-40B4-BE49-F238E27FC236}">
                <a16:creationId xmlns:a16="http://schemas.microsoft.com/office/drawing/2014/main" id="{52DBB09A-A9F9-BD9A-66C9-143ACC89490D}"/>
              </a:ext>
            </a:extLst>
          </p:cNvPr>
          <p:cNvPicPr>
            <a:picLocks noChangeAspect="1"/>
          </p:cNvPicPr>
          <p:nvPr/>
        </p:nvPicPr>
        <p:blipFill>
          <a:blip r:embed="rId4"/>
          <a:stretch>
            <a:fillRect/>
          </a:stretch>
        </p:blipFill>
        <p:spPr>
          <a:xfrm>
            <a:off x="163505" y="980393"/>
            <a:ext cx="3048987" cy="3120082"/>
          </a:xfrm>
          <a:prstGeom prst="rect">
            <a:avLst/>
          </a:prstGeom>
        </p:spPr>
      </p:pic>
      <p:cxnSp>
        <p:nvCxnSpPr>
          <p:cNvPr id="8" name="Straight Arrow Connector 7">
            <a:extLst>
              <a:ext uri="{FF2B5EF4-FFF2-40B4-BE49-F238E27FC236}">
                <a16:creationId xmlns:a16="http://schemas.microsoft.com/office/drawing/2014/main" id="{78F3953A-FE2A-F68C-0402-C5E35AAF3E6E}"/>
              </a:ext>
            </a:extLst>
          </p:cNvPr>
          <p:cNvCxnSpPr/>
          <p:nvPr/>
        </p:nvCxnSpPr>
        <p:spPr>
          <a:xfrm>
            <a:off x="6319212" y="804517"/>
            <a:ext cx="1" cy="587829"/>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4B2F364-9724-03F1-3451-D72A6E6E8093}"/>
              </a:ext>
            </a:extLst>
          </p:cNvPr>
          <p:cNvSpPr txBox="1"/>
          <p:nvPr/>
        </p:nvSpPr>
        <p:spPr>
          <a:xfrm>
            <a:off x="5941279" y="293945"/>
            <a:ext cx="867455"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6"/>
                </a:solidFill>
                <a:cs typeface="Calibri Light"/>
              </a:rPr>
              <a:t>True Positives</a:t>
            </a:r>
          </a:p>
        </p:txBody>
      </p:sp>
      <p:sp>
        <p:nvSpPr>
          <p:cNvPr id="12" name="TextBox 11">
            <a:extLst>
              <a:ext uri="{FF2B5EF4-FFF2-40B4-BE49-F238E27FC236}">
                <a16:creationId xmlns:a16="http://schemas.microsoft.com/office/drawing/2014/main" id="{8E556796-7BF4-B50B-D5FA-E3F27623103A}"/>
              </a:ext>
            </a:extLst>
          </p:cNvPr>
          <p:cNvSpPr txBox="1"/>
          <p:nvPr/>
        </p:nvSpPr>
        <p:spPr>
          <a:xfrm>
            <a:off x="7950638" y="3465708"/>
            <a:ext cx="867455" cy="50783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F18D6A"/>
                </a:solidFill>
                <a:cs typeface="Calibri Light"/>
              </a:rPr>
              <a:t>True Negatives</a:t>
            </a:r>
          </a:p>
        </p:txBody>
      </p:sp>
      <p:cxnSp>
        <p:nvCxnSpPr>
          <p:cNvPr id="13" name="Straight Arrow Connector 12">
            <a:extLst>
              <a:ext uri="{FF2B5EF4-FFF2-40B4-BE49-F238E27FC236}">
                <a16:creationId xmlns:a16="http://schemas.microsoft.com/office/drawing/2014/main" id="{DB4AAFCB-E503-9627-65DC-1D2CEED7BA38}"/>
              </a:ext>
            </a:extLst>
          </p:cNvPr>
          <p:cNvCxnSpPr>
            <a:cxnSpLocks/>
          </p:cNvCxnSpPr>
          <p:nvPr/>
        </p:nvCxnSpPr>
        <p:spPr>
          <a:xfrm flipV="1">
            <a:off x="8229319" y="3049696"/>
            <a:ext cx="2" cy="424542"/>
          </a:xfrm>
          <a:prstGeom prst="straightConnector1">
            <a:avLst/>
          </a:prstGeom>
          <a:ln w="28575">
            <a:solidFill>
              <a:schemeClr val="accent3">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Foliennummernplatzhalter 4">
            <a:extLst>
              <a:ext uri="{FF2B5EF4-FFF2-40B4-BE49-F238E27FC236}">
                <a16:creationId xmlns:a16="http://schemas.microsoft.com/office/drawing/2014/main" id="{771A106D-0773-72A3-EB1E-43106FBFA677}"/>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dirty="0">
                <a:solidFill>
                  <a:srgbClr val="0063A6"/>
                </a:solidFill>
                <a:cs typeface="Calibri Light"/>
              </a:rPr>
              <a:t>16</a:t>
            </a:r>
          </a:p>
        </p:txBody>
      </p:sp>
      <p:sp>
        <p:nvSpPr>
          <p:cNvPr id="3" name="TextBox 2">
            <a:extLst>
              <a:ext uri="{FF2B5EF4-FFF2-40B4-BE49-F238E27FC236}">
                <a16:creationId xmlns:a16="http://schemas.microsoft.com/office/drawing/2014/main" id="{CFC62D3B-4721-0EBE-8046-06CC1A249FF3}"/>
              </a:ext>
            </a:extLst>
          </p:cNvPr>
          <p:cNvSpPr txBox="1"/>
          <p:nvPr/>
        </p:nvSpPr>
        <p:spPr>
          <a:xfrm>
            <a:off x="1048132" y="4105264"/>
            <a:ext cx="2039030"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Consolas"/>
                <a:cs typeface="Calibri Light"/>
              </a:rPr>
              <a:t>Of error messages for active networks</a:t>
            </a:r>
            <a:endParaRPr lang="en-US">
              <a:latin typeface="Consolas"/>
            </a:endParaRPr>
          </a:p>
        </p:txBody>
      </p:sp>
      <p:sp>
        <p:nvSpPr>
          <p:cNvPr id="15" name="Rectangle 14">
            <a:extLst>
              <a:ext uri="{FF2B5EF4-FFF2-40B4-BE49-F238E27FC236}">
                <a16:creationId xmlns:a16="http://schemas.microsoft.com/office/drawing/2014/main" id="{135A9DD7-BB2D-0C25-4492-F55DC3CF79DF}"/>
              </a:ext>
            </a:extLst>
          </p:cNvPr>
          <p:cNvSpPr/>
          <p:nvPr/>
        </p:nvSpPr>
        <p:spPr>
          <a:xfrm>
            <a:off x="3905806" y="1562249"/>
            <a:ext cx="2601836" cy="343201"/>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F0A8121-73C5-8E47-65F5-2291A885B5E9}"/>
              </a:ext>
            </a:extLst>
          </p:cNvPr>
          <p:cNvSpPr/>
          <p:nvPr/>
        </p:nvSpPr>
        <p:spPr>
          <a:xfrm>
            <a:off x="3905806" y="2117420"/>
            <a:ext cx="2601836" cy="343201"/>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85180DA-13F8-5291-B872-CFE938A85CA3}"/>
              </a:ext>
            </a:extLst>
          </p:cNvPr>
          <p:cNvSpPr/>
          <p:nvPr/>
        </p:nvSpPr>
        <p:spPr>
          <a:xfrm>
            <a:off x="3905806" y="2705248"/>
            <a:ext cx="2601836" cy="343201"/>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9D3991D-715A-1C16-FC4E-FAB669CC7E82}"/>
              </a:ext>
            </a:extLst>
          </p:cNvPr>
          <p:cNvSpPr/>
          <p:nvPr/>
        </p:nvSpPr>
        <p:spPr>
          <a:xfrm>
            <a:off x="6795963" y="2705248"/>
            <a:ext cx="1736422" cy="343201"/>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6F380A7-CB55-FBCB-3E82-394302648E6B}"/>
              </a:ext>
            </a:extLst>
          </p:cNvPr>
          <p:cNvSpPr/>
          <p:nvPr/>
        </p:nvSpPr>
        <p:spPr>
          <a:xfrm>
            <a:off x="6795963" y="2117419"/>
            <a:ext cx="1736422" cy="343201"/>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CF87B58-74D5-FAC3-44E1-8F8B7E6803B6}"/>
              </a:ext>
            </a:extLst>
          </p:cNvPr>
          <p:cNvSpPr/>
          <p:nvPr/>
        </p:nvSpPr>
        <p:spPr>
          <a:xfrm>
            <a:off x="6804127" y="1562247"/>
            <a:ext cx="1736422" cy="343201"/>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ontent Placeholder 21">
            <a:extLst>
              <a:ext uri="{FF2B5EF4-FFF2-40B4-BE49-F238E27FC236}">
                <a16:creationId xmlns:a16="http://schemas.microsoft.com/office/drawing/2014/main" id="{AD34FABF-F7DC-91E8-49C3-47BD9913C199}"/>
              </a:ext>
            </a:extLst>
          </p:cNvPr>
          <p:cNvSpPr>
            <a:spLocks noGrp="1"/>
          </p:cNvSpPr>
          <p:nvPr>
            <p:ph idx="1"/>
          </p:nvPr>
        </p:nvSpPr>
        <p:spPr>
          <a:xfrm>
            <a:off x="3427097" y="3467730"/>
            <a:ext cx="4848103" cy="1465175"/>
          </a:xfrm>
        </p:spPr>
        <p:txBody>
          <a:bodyPr vert="horz" lIns="0" tIns="0" rIns="0" bIns="0" rtlCol="0" anchor="t">
            <a:noAutofit/>
          </a:bodyPr>
          <a:lstStyle/>
          <a:p>
            <a:pPr marL="179070" indent="-179705"/>
            <a:r>
              <a:rPr lang="en-US" dirty="0">
                <a:cs typeface="Calibri Light"/>
              </a:rPr>
              <a:t>Five days, Three protocols</a:t>
            </a:r>
            <a:endParaRPr lang="en-US" sz="1600" dirty="0"/>
          </a:p>
          <a:p>
            <a:pPr marL="0" indent="0">
              <a:buNone/>
            </a:pPr>
            <a:r>
              <a:rPr lang="en-US" sz="1600" dirty="0">
                <a:cs typeface="Calibri Light"/>
              </a:rPr>
              <a:t>95% labeled active networks returned AU</a:t>
            </a:r>
            <a:r>
              <a:rPr lang="en-US" sz="1600" baseline="-25000" dirty="0">
                <a:cs typeface="Calibri Light"/>
              </a:rPr>
              <a:t>RTT≥1sec</a:t>
            </a:r>
            <a:r>
              <a:rPr lang="en-US" sz="1600" dirty="0">
                <a:cs typeface="Calibri Light"/>
              </a:rPr>
              <a:t> </a:t>
            </a:r>
            <a:endParaRPr lang="en-US" sz="1600" dirty="0"/>
          </a:p>
          <a:p>
            <a:pPr marL="0" indent="0">
              <a:buNone/>
            </a:pPr>
            <a:r>
              <a:rPr lang="en-US" sz="1600" dirty="0">
                <a:cs typeface="Calibri Light"/>
              </a:rPr>
              <a:t>80% labeled inactive networks returned AU</a:t>
            </a:r>
            <a:r>
              <a:rPr lang="en-US" sz="1600" baseline="-25000" dirty="0">
                <a:cs typeface="Calibri Light"/>
              </a:rPr>
              <a:t>RTT&lt;1sec</a:t>
            </a:r>
            <a:r>
              <a:rPr lang="en-US" sz="1600" dirty="0">
                <a:cs typeface="Calibri Light"/>
              </a:rPr>
              <a:t>, Reject Route, Time Exceeded; 16% Ambiguous (Higher share of No Route)</a:t>
            </a:r>
            <a:endParaRPr lang="en-US" sz="1600" dirty="0"/>
          </a:p>
          <a:p>
            <a:pPr marL="179070" indent="-179705"/>
            <a:endParaRPr lang="en-US"/>
          </a:p>
          <a:p>
            <a:pPr marL="179070" indent="-179705"/>
            <a:endParaRPr lang="en-US"/>
          </a:p>
          <a:p>
            <a:pPr marL="179070" indent="-179705"/>
            <a:endParaRPr lang="en-US"/>
          </a:p>
        </p:txBody>
      </p:sp>
      <p:sp>
        <p:nvSpPr>
          <p:cNvPr id="4" name="TextBox 3">
            <a:extLst>
              <a:ext uri="{FF2B5EF4-FFF2-40B4-BE49-F238E27FC236}">
                <a16:creationId xmlns:a16="http://schemas.microsoft.com/office/drawing/2014/main" id="{40594F55-B2FB-9508-E5E9-4C4DA3644DA2}"/>
              </a:ext>
            </a:extLst>
          </p:cNvPr>
          <p:cNvSpPr txBox="1"/>
          <p:nvPr/>
        </p:nvSpPr>
        <p:spPr>
          <a:xfrm rot="16200000">
            <a:off x="2546770" y="1894610"/>
            <a:ext cx="1539941" cy="3000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Light"/>
              </a:rPr>
              <a:t>Error Messages</a:t>
            </a:r>
            <a:endParaRPr lang="en-US"/>
          </a:p>
        </p:txBody>
      </p:sp>
      <p:sp>
        <p:nvSpPr>
          <p:cNvPr id="5" name="TextBox 4">
            <a:extLst>
              <a:ext uri="{FF2B5EF4-FFF2-40B4-BE49-F238E27FC236}">
                <a16:creationId xmlns:a16="http://schemas.microsoft.com/office/drawing/2014/main" id="{9E58BB07-8D9E-8B79-02C0-EE7C190251B1}"/>
              </a:ext>
            </a:extLst>
          </p:cNvPr>
          <p:cNvSpPr txBox="1"/>
          <p:nvPr/>
        </p:nvSpPr>
        <p:spPr>
          <a:xfrm>
            <a:off x="6316963" y="683371"/>
            <a:ext cx="1539941" cy="3000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cs typeface="Calibri Light"/>
              </a:rPr>
              <a:t>BValues</a:t>
            </a:r>
          </a:p>
        </p:txBody>
      </p:sp>
      <p:sp>
        <p:nvSpPr>
          <p:cNvPr id="10" name="TextBox 9">
            <a:extLst>
              <a:ext uri="{FF2B5EF4-FFF2-40B4-BE49-F238E27FC236}">
                <a16:creationId xmlns:a16="http://schemas.microsoft.com/office/drawing/2014/main" id="{B6974F65-C36F-B2B8-67B3-5155E1CBFF51}"/>
              </a:ext>
            </a:extLst>
          </p:cNvPr>
          <p:cNvSpPr txBox="1"/>
          <p:nvPr/>
        </p:nvSpPr>
        <p:spPr>
          <a:xfrm>
            <a:off x="4211004" y="3160157"/>
            <a:ext cx="2156071" cy="3000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Light"/>
                <a:cs typeface="Calibri Light"/>
              </a:rPr>
              <a:t>18,250/21,070 Responsive</a:t>
            </a:r>
            <a:endParaRPr lang="en-US"/>
          </a:p>
        </p:txBody>
      </p:sp>
      <p:sp>
        <p:nvSpPr>
          <p:cNvPr id="11" name="TextBox 10">
            <a:extLst>
              <a:ext uri="{FF2B5EF4-FFF2-40B4-BE49-F238E27FC236}">
                <a16:creationId xmlns:a16="http://schemas.microsoft.com/office/drawing/2014/main" id="{CA45A9B5-35C2-128B-9DA2-150AC715A033}"/>
              </a:ext>
            </a:extLst>
          </p:cNvPr>
          <p:cNvSpPr txBox="1"/>
          <p:nvPr/>
        </p:nvSpPr>
        <p:spPr>
          <a:xfrm>
            <a:off x="6667601" y="3160157"/>
            <a:ext cx="2156071" cy="3000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Light"/>
                <a:cs typeface="Calibri Light"/>
              </a:rPr>
              <a:t>10,346/21,070 Responsive</a:t>
            </a:r>
            <a:endParaRPr lang="en-US"/>
          </a:p>
        </p:txBody>
      </p:sp>
    </p:spTree>
    <p:extLst>
      <p:ext uri="{BB962C8B-B14F-4D97-AF65-F5344CB8AC3E}">
        <p14:creationId xmlns:p14="http://schemas.microsoft.com/office/powerpoint/2010/main" val="602737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2">
            <a:extLst>
              <a:ext uri="{FF2B5EF4-FFF2-40B4-BE49-F238E27FC236}">
                <a16:creationId xmlns:a16="http://schemas.microsoft.com/office/drawing/2014/main" id="{882B402C-1C0F-D303-DD75-C9CC18E80532}"/>
              </a:ext>
            </a:extLst>
          </p:cNvPr>
          <p:cNvSpPr>
            <a:spLocks noGrp="1"/>
          </p:cNvSpPr>
          <p:nvPr>
            <p:ph idx="1"/>
          </p:nvPr>
        </p:nvSpPr>
        <p:spPr>
          <a:xfrm>
            <a:off x="250825" y="1214083"/>
            <a:ext cx="8389938" cy="3293350"/>
          </a:xfrm>
        </p:spPr>
        <p:txBody>
          <a:bodyPr vert="horz" lIns="0" tIns="0" rIns="0" bIns="0" rtlCol="0" anchor="t">
            <a:noAutofit/>
          </a:bodyPr>
          <a:lstStyle/>
          <a:p>
            <a:pPr marL="0" lvl="1" indent="0">
              <a:buNone/>
            </a:pPr>
            <a:endParaRPr lang="en-GB" sz="1600" b="1">
              <a:cs typeface="Calibri Light"/>
            </a:endParaRPr>
          </a:p>
          <a:p>
            <a:pPr marL="179070" indent="-179705"/>
            <a:endParaRPr lang="en-GB">
              <a:cs typeface="Calibri Light"/>
            </a:endParaRPr>
          </a:p>
          <a:p>
            <a:pPr marL="179070" indent="-179705"/>
            <a:endParaRPr lang="en-GB">
              <a:cs typeface="Calibri Light"/>
            </a:endParaRPr>
          </a:p>
          <a:p>
            <a:pPr marL="179070" indent="-179705"/>
            <a:endParaRPr lang="en-GB">
              <a:cs typeface="Calibri Light"/>
            </a:endParaRPr>
          </a:p>
          <a:p>
            <a:pPr marL="179070" indent="-179705"/>
            <a:endParaRPr lang="en-GB">
              <a:cs typeface="Calibri Light"/>
            </a:endParaRPr>
          </a:p>
        </p:txBody>
      </p:sp>
      <p:sp>
        <p:nvSpPr>
          <p:cNvPr id="6" name="Textplatzhalter 2">
            <a:extLst>
              <a:ext uri="{FF2B5EF4-FFF2-40B4-BE49-F238E27FC236}">
                <a16:creationId xmlns:a16="http://schemas.microsoft.com/office/drawing/2014/main" id="{CC79AB2A-9EDE-A2DD-0E54-5A635E8705E8}"/>
              </a:ext>
            </a:extLst>
          </p:cNvPr>
          <p:cNvSpPr txBox="1">
            <a:spLocks/>
          </p:cNvSpPr>
          <p:nvPr/>
        </p:nvSpPr>
        <p:spPr>
          <a:xfrm>
            <a:off x="315500" y="2199201"/>
            <a:ext cx="2700000" cy="554156"/>
          </a:xfrm>
          <a:prstGeom prst="rect">
            <a:avLst/>
          </a:prstGeom>
        </p:spPr>
        <p:txBody>
          <a:bodyPr vert="horz" lIns="0" tIns="0" rIns="0" bIns="0" rtlCol="0" anchor="b" anchorCtr="0">
            <a:noAutofit/>
          </a:bodyPr>
          <a:lstStyle>
            <a:lvl1pPr marL="179388" indent="-180000" algn="l" defTabSz="685783" rtl="0" eaLnBrk="1" latinLnBrk="0" hangingPunct="1">
              <a:lnSpc>
                <a:spcPct val="110000"/>
              </a:lnSpc>
              <a:spcBef>
                <a:spcPts val="0"/>
              </a:spcBef>
              <a:spcAft>
                <a:spcPts val="375"/>
              </a:spcAft>
              <a:buSzPct val="80000"/>
              <a:buFont typeface="Arial" panose="020B0604020202020204" pitchFamily="34" charset="0"/>
              <a:buChar char="•"/>
              <a:tabLst/>
              <a:defRPr sz="1800" b="0" i="0" kern="1200">
                <a:solidFill>
                  <a:schemeClr val="tx1"/>
                </a:solidFill>
                <a:latin typeface="+mn-lt"/>
                <a:ea typeface="+mn-ea"/>
                <a:cs typeface="Calibri Light" panose="020F0302020204030204" pitchFamily="34" charset="0"/>
              </a:defRPr>
            </a:lvl1pPr>
            <a:lvl2pPr marL="36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500" b="0" i="0" kern="1200">
                <a:solidFill>
                  <a:schemeClr val="tx1"/>
                </a:solidFill>
                <a:latin typeface="+mn-lt"/>
                <a:ea typeface="+mn-ea"/>
                <a:cs typeface="Calibri Light" panose="020F0302020204030204" pitchFamily="34" charset="0"/>
              </a:defRPr>
            </a:lvl2pPr>
            <a:lvl3pPr marL="54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350" b="0" i="0" kern="1200">
                <a:solidFill>
                  <a:schemeClr val="tx1"/>
                </a:solidFill>
                <a:latin typeface="+mn-lt"/>
                <a:ea typeface="+mn-ea"/>
                <a:cs typeface="Calibri Light" panose="020F0302020204030204" pitchFamily="34" charset="0"/>
              </a:defRPr>
            </a:lvl3pPr>
            <a:lvl4pPr marL="72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4pPr>
            <a:lvl5pPr marL="90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indent="-342900">
              <a:buFont typeface="Arial" panose="020B0604020202020204" pitchFamily="34" charset="0"/>
              <a:buAutoNum type="arabicPeriod"/>
            </a:pPr>
            <a:r>
              <a:rPr lang="en-GB" sz="2400">
                <a:latin typeface="Calibri Light"/>
                <a:cs typeface="Calibri Light"/>
              </a:rPr>
              <a:t>Controlled Environment</a:t>
            </a:r>
            <a:endParaRPr lang="en-GB" sz="2400"/>
          </a:p>
        </p:txBody>
      </p:sp>
      <p:sp>
        <p:nvSpPr>
          <p:cNvPr id="8" name="Textplatzhalter 4">
            <a:extLst>
              <a:ext uri="{FF2B5EF4-FFF2-40B4-BE49-F238E27FC236}">
                <a16:creationId xmlns:a16="http://schemas.microsoft.com/office/drawing/2014/main" id="{90F47A60-C51E-17A6-6602-CD846D97266F}"/>
              </a:ext>
            </a:extLst>
          </p:cNvPr>
          <p:cNvSpPr txBox="1">
            <a:spLocks/>
          </p:cNvSpPr>
          <p:nvPr/>
        </p:nvSpPr>
        <p:spPr>
          <a:xfrm>
            <a:off x="3131286" y="2199201"/>
            <a:ext cx="2700000" cy="554156"/>
          </a:xfrm>
          <a:prstGeom prst="rect">
            <a:avLst/>
          </a:prstGeom>
        </p:spPr>
        <p:txBody>
          <a:bodyPr vert="horz" lIns="0" tIns="0" rIns="0" bIns="0" rtlCol="0" anchor="b" anchorCtr="0">
            <a:noAutofit/>
          </a:bodyPr>
          <a:lstStyle>
            <a:lvl1pPr marL="179388" indent="-180000" algn="l" defTabSz="685783" rtl="0" eaLnBrk="1" latinLnBrk="0" hangingPunct="1">
              <a:lnSpc>
                <a:spcPct val="110000"/>
              </a:lnSpc>
              <a:spcBef>
                <a:spcPts val="0"/>
              </a:spcBef>
              <a:spcAft>
                <a:spcPts val="375"/>
              </a:spcAft>
              <a:buSzPct val="80000"/>
              <a:buFont typeface="Arial" panose="020B0604020202020204" pitchFamily="34" charset="0"/>
              <a:buChar char="•"/>
              <a:tabLst/>
              <a:defRPr sz="1800" b="0" i="0" kern="1200">
                <a:solidFill>
                  <a:schemeClr val="tx1"/>
                </a:solidFill>
                <a:latin typeface="+mn-lt"/>
                <a:ea typeface="+mn-ea"/>
                <a:cs typeface="Calibri Light" panose="020F0302020204030204" pitchFamily="34" charset="0"/>
              </a:defRPr>
            </a:lvl1pPr>
            <a:lvl2pPr marL="36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500" b="0" i="0" kern="1200">
                <a:solidFill>
                  <a:schemeClr val="tx1"/>
                </a:solidFill>
                <a:latin typeface="+mn-lt"/>
                <a:ea typeface="+mn-ea"/>
                <a:cs typeface="Calibri Light" panose="020F0302020204030204" pitchFamily="34" charset="0"/>
              </a:defRPr>
            </a:lvl2pPr>
            <a:lvl3pPr marL="54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350" b="0" i="0" kern="1200">
                <a:solidFill>
                  <a:schemeClr val="tx1"/>
                </a:solidFill>
                <a:latin typeface="+mn-lt"/>
                <a:ea typeface="+mn-ea"/>
                <a:cs typeface="Calibri Light" panose="020F0302020204030204" pitchFamily="34" charset="0"/>
              </a:defRPr>
            </a:lvl3pPr>
            <a:lvl4pPr marL="72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4pPr>
            <a:lvl5pPr marL="90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2400">
                <a:latin typeface="Calibri Light"/>
                <a:cs typeface="Calibri Light"/>
              </a:rPr>
              <a:t>2. Verification in the IPv6 Internet</a:t>
            </a:r>
            <a:endParaRPr lang="en-GB" sz="2800"/>
          </a:p>
        </p:txBody>
      </p:sp>
      <p:sp>
        <p:nvSpPr>
          <p:cNvPr id="10" name="Textplatzhalter 5">
            <a:extLst>
              <a:ext uri="{FF2B5EF4-FFF2-40B4-BE49-F238E27FC236}">
                <a16:creationId xmlns:a16="http://schemas.microsoft.com/office/drawing/2014/main" id="{D13BD683-5539-A63B-A668-6C5D9D57071A}"/>
              </a:ext>
            </a:extLst>
          </p:cNvPr>
          <p:cNvSpPr txBox="1">
            <a:spLocks/>
          </p:cNvSpPr>
          <p:nvPr/>
        </p:nvSpPr>
        <p:spPr>
          <a:xfrm>
            <a:off x="6255500" y="2199201"/>
            <a:ext cx="2700000" cy="554156"/>
          </a:xfrm>
          <a:prstGeom prst="rect">
            <a:avLst/>
          </a:prstGeom>
        </p:spPr>
        <p:txBody>
          <a:bodyPr vert="horz" lIns="0" tIns="0" rIns="0" bIns="0" rtlCol="0" anchor="b" anchorCtr="0">
            <a:noAutofit/>
          </a:bodyPr>
          <a:lstStyle>
            <a:lvl1pPr marL="179388" indent="-180000" algn="l" defTabSz="685783" rtl="0" eaLnBrk="1" latinLnBrk="0" hangingPunct="1">
              <a:lnSpc>
                <a:spcPct val="110000"/>
              </a:lnSpc>
              <a:spcBef>
                <a:spcPts val="0"/>
              </a:spcBef>
              <a:spcAft>
                <a:spcPts val="375"/>
              </a:spcAft>
              <a:buSzPct val="80000"/>
              <a:buFont typeface="Arial" panose="020B0604020202020204" pitchFamily="34" charset="0"/>
              <a:buChar char="•"/>
              <a:tabLst/>
              <a:defRPr sz="1800" b="0" i="0" kern="1200">
                <a:solidFill>
                  <a:schemeClr val="tx1"/>
                </a:solidFill>
                <a:latin typeface="+mn-lt"/>
                <a:ea typeface="+mn-ea"/>
                <a:cs typeface="Calibri Light" panose="020F0302020204030204" pitchFamily="34" charset="0"/>
              </a:defRPr>
            </a:lvl1pPr>
            <a:lvl2pPr marL="36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500" b="0" i="0" kern="1200">
                <a:solidFill>
                  <a:schemeClr val="tx1"/>
                </a:solidFill>
                <a:latin typeface="+mn-lt"/>
                <a:ea typeface="+mn-ea"/>
                <a:cs typeface="Calibri Light" panose="020F0302020204030204" pitchFamily="34" charset="0"/>
              </a:defRPr>
            </a:lvl2pPr>
            <a:lvl3pPr marL="54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350" b="0" i="0" kern="1200">
                <a:solidFill>
                  <a:schemeClr val="tx1"/>
                </a:solidFill>
                <a:latin typeface="+mn-lt"/>
                <a:ea typeface="+mn-ea"/>
                <a:cs typeface="Calibri Light" panose="020F0302020204030204" pitchFamily="34" charset="0"/>
              </a:defRPr>
            </a:lvl3pPr>
            <a:lvl4pPr marL="72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4pPr>
            <a:lvl5pPr marL="900000" indent="-180000" algn="l" defTabSz="685783" rtl="0" eaLnBrk="1" latinLnBrk="0" hangingPunct="1">
              <a:lnSpc>
                <a:spcPct val="110000"/>
              </a:lnSpc>
              <a:spcBef>
                <a:spcPts val="25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2400">
                <a:latin typeface="Calibri Light"/>
                <a:cs typeface="Calibri Light"/>
              </a:rPr>
              <a:t>3. IPv6-wide Measurements</a:t>
            </a:r>
            <a:endParaRPr lang="en-GB" sz="2400"/>
          </a:p>
        </p:txBody>
      </p:sp>
      <p:sp>
        <p:nvSpPr>
          <p:cNvPr id="3" name="Rectangle 2">
            <a:extLst>
              <a:ext uri="{FF2B5EF4-FFF2-40B4-BE49-F238E27FC236}">
                <a16:creationId xmlns:a16="http://schemas.microsoft.com/office/drawing/2014/main" id="{DD5D8EFF-E8AF-B891-F470-093CC3C20E9E}"/>
              </a:ext>
            </a:extLst>
          </p:cNvPr>
          <p:cNvSpPr/>
          <p:nvPr/>
        </p:nvSpPr>
        <p:spPr>
          <a:xfrm>
            <a:off x="6041570" y="1547131"/>
            <a:ext cx="2479902" cy="164102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el 1">
            <a:extLst>
              <a:ext uri="{FF2B5EF4-FFF2-40B4-BE49-F238E27FC236}">
                <a16:creationId xmlns:a16="http://schemas.microsoft.com/office/drawing/2014/main" id="{F933D779-1DE0-2EE0-C15C-62EE4BB4C300}"/>
              </a:ext>
            </a:extLst>
          </p:cNvPr>
          <p:cNvSpPr>
            <a:spLocks noGrp="1"/>
          </p:cNvSpPr>
          <p:nvPr>
            <p:ph type="title"/>
          </p:nvPr>
        </p:nvSpPr>
        <p:spPr>
          <a:xfrm>
            <a:off x="250825" y="252000"/>
            <a:ext cx="8640000" cy="864000"/>
          </a:xfrm>
        </p:spPr>
        <p:txBody>
          <a:bodyPr/>
          <a:lstStyle/>
          <a:p>
            <a:r>
              <a:rPr lang="en-GB" sz="4400">
                <a:cs typeface="Calibri Light"/>
              </a:rPr>
              <a:t>Methods Overview</a:t>
            </a:r>
            <a:endParaRPr lang="en-US"/>
          </a:p>
        </p:txBody>
      </p:sp>
      <p:sp>
        <p:nvSpPr>
          <p:cNvPr id="7" name="Foliennummernplatzhalter 4">
            <a:extLst>
              <a:ext uri="{FF2B5EF4-FFF2-40B4-BE49-F238E27FC236}">
                <a16:creationId xmlns:a16="http://schemas.microsoft.com/office/drawing/2014/main" id="{CB15FE38-C8F9-10E9-A315-54F04D8097C4}"/>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dirty="0">
                <a:solidFill>
                  <a:srgbClr val="0063A6"/>
                </a:solidFill>
                <a:cs typeface="Calibri Light"/>
              </a:rPr>
              <a:t>17</a:t>
            </a:r>
          </a:p>
        </p:txBody>
      </p:sp>
    </p:spTree>
    <p:extLst>
      <p:ext uri="{BB962C8B-B14F-4D97-AF65-F5344CB8AC3E}">
        <p14:creationId xmlns:p14="http://schemas.microsoft.com/office/powerpoint/2010/main" val="4448612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5" name="Straight Arrow Connector 164">
            <a:extLst>
              <a:ext uri="{FF2B5EF4-FFF2-40B4-BE49-F238E27FC236}">
                <a16:creationId xmlns:a16="http://schemas.microsoft.com/office/drawing/2014/main" id="{252B1D2E-CE26-5ECA-CDA7-828D891F1989}"/>
              </a:ext>
            </a:extLst>
          </p:cNvPr>
          <p:cNvCxnSpPr>
            <a:cxnSpLocks/>
          </p:cNvCxnSpPr>
          <p:nvPr/>
        </p:nvCxnSpPr>
        <p:spPr>
          <a:xfrm>
            <a:off x="4699671" y="4329082"/>
            <a:ext cx="537946" cy="359964"/>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D1FFAB03-D9C8-D5C8-2199-26A7F7D948D3}"/>
              </a:ext>
            </a:extLst>
          </p:cNvPr>
          <p:cNvSpPr>
            <a:spLocks noGrp="1"/>
          </p:cNvSpPr>
          <p:nvPr>
            <p:ph type="title"/>
          </p:nvPr>
        </p:nvSpPr>
        <p:spPr>
          <a:xfrm>
            <a:off x="314325" y="224786"/>
            <a:ext cx="8640000" cy="864000"/>
          </a:xfrm>
        </p:spPr>
        <p:txBody>
          <a:bodyPr/>
          <a:lstStyle/>
          <a:p>
            <a:r>
              <a:rPr lang="en-GB" sz="4400">
                <a:cs typeface="Calibri Light"/>
              </a:rPr>
              <a:t>IPv6-wide measurements</a:t>
            </a:r>
            <a:endParaRPr lang="en-GB" sz="4400"/>
          </a:p>
        </p:txBody>
      </p:sp>
      <p:sp>
        <p:nvSpPr>
          <p:cNvPr id="4" name="Inhaltsplatzhalter 2">
            <a:extLst>
              <a:ext uri="{FF2B5EF4-FFF2-40B4-BE49-F238E27FC236}">
                <a16:creationId xmlns:a16="http://schemas.microsoft.com/office/drawing/2014/main" id="{882B402C-1C0F-D303-DD75-C9CC18E80532}"/>
              </a:ext>
            </a:extLst>
          </p:cNvPr>
          <p:cNvSpPr>
            <a:spLocks noGrp="1"/>
          </p:cNvSpPr>
          <p:nvPr>
            <p:ph idx="1"/>
          </p:nvPr>
        </p:nvSpPr>
        <p:spPr>
          <a:xfrm>
            <a:off x="260350" y="838526"/>
            <a:ext cx="8389938" cy="3668907"/>
          </a:xfrm>
        </p:spPr>
        <p:txBody>
          <a:bodyPr vert="horz" lIns="0" tIns="0" rIns="0" bIns="0" rtlCol="0" anchor="t">
            <a:noAutofit/>
          </a:bodyPr>
          <a:lstStyle/>
          <a:p>
            <a:pPr marL="0" lvl="1" indent="0">
              <a:buNone/>
            </a:pPr>
            <a:r>
              <a:rPr lang="en-GB" sz="1600" b="1">
                <a:cs typeface="Calibri Light"/>
              </a:rPr>
              <a:t>YARRP (Beverly, 2016): Traceroutes to 5 Billion /48s:</a:t>
            </a:r>
            <a:endParaRPr lang="en-US"/>
          </a:p>
          <a:p>
            <a:pPr marL="285750" lvl="1" indent="-285750">
              <a:buFont typeface="Calibri" panose="020B0604020202020204" pitchFamily="34" charset="0"/>
              <a:buChar char="-"/>
            </a:pPr>
            <a:endParaRPr lang="en-GB" sz="1600" b="1">
              <a:cs typeface="Calibri Light"/>
            </a:endParaRPr>
          </a:p>
          <a:p>
            <a:pPr marL="285750" lvl="1" indent="-285750">
              <a:buFont typeface="Calibri" panose="020B0604020202020204" pitchFamily="34" charset="0"/>
              <a:buChar char="-"/>
            </a:pPr>
            <a:endParaRPr lang="en-GB" sz="1600" b="1">
              <a:cs typeface="Calibri Light"/>
            </a:endParaRPr>
          </a:p>
          <a:p>
            <a:pPr marL="285750" lvl="1" indent="-285750">
              <a:buFont typeface="Calibri" panose="020B0604020202020204" pitchFamily="34" charset="0"/>
              <a:buChar char="-"/>
            </a:pPr>
            <a:endParaRPr lang="en-GB" sz="1600" b="1">
              <a:cs typeface="Calibri Light"/>
            </a:endParaRPr>
          </a:p>
          <a:p>
            <a:pPr marL="285750" lvl="1" indent="-285750">
              <a:buFont typeface="Calibri" panose="020B0604020202020204" pitchFamily="34" charset="0"/>
              <a:buChar char="-"/>
            </a:pPr>
            <a:endParaRPr lang="en-GB" sz="1600" b="1">
              <a:cs typeface="Calibri Light"/>
            </a:endParaRPr>
          </a:p>
          <a:p>
            <a:pPr marL="0" lvl="1" indent="0">
              <a:buNone/>
            </a:pPr>
            <a:r>
              <a:rPr lang="en-GB" sz="1600" b="1" err="1">
                <a:cs typeface="Calibri Light"/>
              </a:rPr>
              <a:t>ZMap</a:t>
            </a:r>
            <a:r>
              <a:rPr lang="en-GB" sz="1600" b="1">
                <a:cs typeface="Calibri Light"/>
              </a:rPr>
              <a:t> </a:t>
            </a:r>
            <a:r>
              <a:rPr lang="en-GB" sz="1600" b="1">
                <a:ea typeface="+mn-lt"/>
                <a:cs typeface="+mn-lt"/>
              </a:rPr>
              <a:t>(Gasser, 2016)</a:t>
            </a:r>
            <a:r>
              <a:rPr lang="en-GB" sz="1600">
                <a:ea typeface="+mn-lt"/>
                <a:cs typeface="+mn-lt"/>
              </a:rPr>
              <a:t> </a:t>
            </a:r>
            <a:r>
              <a:rPr lang="en-GB" sz="1600" b="1">
                <a:cs typeface="Calibri Light"/>
              </a:rPr>
              <a:t>Scans </a:t>
            </a:r>
            <a:br>
              <a:rPr lang="en-GB" sz="1600" b="1">
                <a:cs typeface="Calibri Light"/>
              </a:rPr>
            </a:br>
            <a:r>
              <a:rPr lang="en-GB" sz="1600" b="1">
                <a:cs typeface="Calibri Light"/>
              </a:rPr>
              <a:t>to 6 Billion /64s:</a:t>
            </a:r>
            <a:endParaRPr lang="en-GB" sz="1600">
              <a:cs typeface="Calibri Light"/>
            </a:endParaRPr>
          </a:p>
          <a:p>
            <a:pPr marL="179070" indent="-179705"/>
            <a:endParaRPr lang="en-GB">
              <a:cs typeface="Calibri Light"/>
            </a:endParaRPr>
          </a:p>
          <a:p>
            <a:pPr marL="179070" indent="-179705"/>
            <a:endParaRPr lang="en-GB">
              <a:cs typeface="Calibri Light"/>
            </a:endParaRPr>
          </a:p>
          <a:p>
            <a:pPr marL="179070" indent="-179705"/>
            <a:endParaRPr lang="en-GB">
              <a:cs typeface="Calibri Light"/>
            </a:endParaRPr>
          </a:p>
          <a:p>
            <a:pPr marL="179070" indent="-179705"/>
            <a:endParaRPr lang="en-GB">
              <a:cs typeface="Calibri Light"/>
            </a:endParaRPr>
          </a:p>
          <a:p>
            <a:pPr marL="179070" indent="-179705"/>
            <a:endParaRPr lang="en-GB">
              <a:cs typeface="Calibri Light"/>
            </a:endParaRPr>
          </a:p>
        </p:txBody>
      </p:sp>
      <p:pic>
        <p:nvPicPr>
          <p:cNvPr id="6" name="Graphic 5" descr="Wireless router outline">
            <a:extLst>
              <a:ext uri="{FF2B5EF4-FFF2-40B4-BE49-F238E27FC236}">
                <a16:creationId xmlns:a16="http://schemas.microsoft.com/office/drawing/2014/main" id="{D73878B3-EE35-B7D9-B1D4-76099D62B0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065122" y="1050463"/>
            <a:ext cx="914400" cy="914400"/>
          </a:xfrm>
          <a:prstGeom prst="rect">
            <a:avLst/>
          </a:prstGeom>
        </p:spPr>
      </p:pic>
      <p:pic>
        <p:nvPicPr>
          <p:cNvPr id="7" name="Graphic 6" descr="Server outline">
            <a:extLst>
              <a:ext uri="{FF2B5EF4-FFF2-40B4-BE49-F238E27FC236}">
                <a16:creationId xmlns:a16="http://schemas.microsoft.com/office/drawing/2014/main" id="{77F78820-F9AB-B5D4-EA7C-9633379AAE4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38686" y="1128640"/>
            <a:ext cx="914400" cy="914400"/>
          </a:xfrm>
          <a:prstGeom prst="rect">
            <a:avLst/>
          </a:prstGeom>
        </p:spPr>
      </p:pic>
      <p:pic>
        <p:nvPicPr>
          <p:cNvPr id="8" name="Graphic 7" descr="Server outline">
            <a:extLst>
              <a:ext uri="{FF2B5EF4-FFF2-40B4-BE49-F238E27FC236}">
                <a16:creationId xmlns:a16="http://schemas.microsoft.com/office/drawing/2014/main" id="{B1B99E8B-854D-D432-E668-F60FB81550C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46383" y="2012847"/>
            <a:ext cx="914400" cy="914400"/>
          </a:xfrm>
          <a:prstGeom prst="rect">
            <a:avLst/>
          </a:prstGeom>
        </p:spPr>
      </p:pic>
      <p:cxnSp>
        <p:nvCxnSpPr>
          <p:cNvPr id="9" name="Straight Arrow Connector 8">
            <a:extLst>
              <a:ext uri="{FF2B5EF4-FFF2-40B4-BE49-F238E27FC236}">
                <a16:creationId xmlns:a16="http://schemas.microsoft.com/office/drawing/2014/main" id="{A94EFF15-DF01-8AC8-F5F0-94BD123075A3}"/>
              </a:ext>
            </a:extLst>
          </p:cNvPr>
          <p:cNvCxnSpPr/>
          <p:nvPr/>
        </p:nvCxnSpPr>
        <p:spPr>
          <a:xfrm>
            <a:off x="2318273" y="1967019"/>
            <a:ext cx="720306" cy="407599"/>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1D92853-A978-B797-8681-AD03873EE9BB}"/>
              </a:ext>
            </a:extLst>
          </p:cNvPr>
          <p:cNvCxnSpPr>
            <a:cxnSpLocks/>
          </p:cNvCxnSpPr>
          <p:nvPr/>
        </p:nvCxnSpPr>
        <p:spPr>
          <a:xfrm flipH="1">
            <a:off x="3761042" y="1935811"/>
            <a:ext cx="606259" cy="399735"/>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11" name="Graphic 10" descr="Programmer female outline">
            <a:extLst>
              <a:ext uri="{FF2B5EF4-FFF2-40B4-BE49-F238E27FC236}">
                <a16:creationId xmlns:a16="http://schemas.microsoft.com/office/drawing/2014/main" id="{FE849FFD-FD24-6683-EBE5-D4A068860B2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15328" y="1096290"/>
            <a:ext cx="914400" cy="914400"/>
          </a:xfrm>
          <a:prstGeom prst="rect">
            <a:avLst/>
          </a:prstGeom>
        </p:spPr>
      </p:pic>
      <p:cxnSp>
        <p:nvCxnSpPr>
          <p:cNvPr id="12" name="Straight Arrow Connector 11">
            <a:extLst>
              <a:ext uri="{FF2B5EF4-FFF2-40B4-BE49-F238E27FC236}">
                <a16:creationId xmlns:a16="http://schemas.microsoft.com/office/drawing/2014/main" id="{917BF7D7-7B34-D5B4-6B98-DB2196CF0A85}"/>
              </a:ext>
            </a:extLst>
          </p:cNvPr>
          <p:cNvCxnSpPr>
            <a:cxnSpLocks/>
          </p:cNvCxnSpPr>
          <p:nvPr/>
        </p:nvCxnSpPr>
        <p:spPr>
          <a:xfrm>
            <a:off x="1121358" y="1578830"/>
            <a:ext cx="626620" cy="5267"/>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13" name="Graphic 12" descr="Flag outline">
            <a:extLst>
              <a:ext uri="{FF2B5EF4-FFF2-40B4-BE49-F238E27FC236}">
                <a16:creationId xmlns:a16="http://schemas.microsoft.com/office/drawing/2014/main" id="{77E77035-E480-FC6F-C828-13225294CC0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51254" y="2015606"/>
            <a:ext cx="601693" cy="612476"/>
          </a:xfrm>
          <a:prstGeom prst="rect">
            <a:avLst/>
          </a:prstGeom>
        </p:spPr>
      </p:pic>
      <p:cxnSp>
        <p:nvCxnSpPr>
          <p:cNvPr id="14" name="Straight Arrow Connector 13">
            <a:extLst>
              <a:ext uri="{FF2B5EF4-FFF2-40B4-BE49-F238E27FC236}">
                <a16:creationId xmlns:a16="http://schemas.microsoft.com/office/drawing/2014/main" id="{C3C2805A-2CEF-3808-36C6-EC48291F6F76}"/>
              </a:ext>
            </a:extLst>
          </p:cNvPr>
          <p:cNvCxnSpPr>
            <a:cxnSpLocks/>
          </p:cNvCxnSpPr>
          <p:nvPr/>
        </p:nvCxnSpPr>
        <p:spPr>
          <a:xfrm>
            <a:off x="4699671" y="1939173"/>
            <a:ext cx="537946" cy="359964"/>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6A2D08B-B0A8-7C83-03B7-871940E8930A}"/>
              </a:ext>
            </a:extLst>
          </p:cNvPr>
          <p:cNvSpPr/>
          <p:nvPr/>
        </p:nvSpPr>
        <p:spPr>
          <a:xfrm>
            <a:off x="2232816" y="2259111"/>
            <a:ext cx="542084" cy="180694"/>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Light"/>
              </a:rPr>
              <a:t>HL: 2</a:t>
            </a:r>
          </a:p>
        </p:txBody>
      </p:sp>
      <p:sp>
        <p:nvSpPr>
          <p:cNvPr id="16" name="Rectangle 15">
            <a:extLst>
              <a:ext uri="{FF2B5EF4-FFF2-40B4-BE49-F238E27FC236}">
                <a16:creationId xmlns:a16="http://schemas.microsoft.com/office/drawing/2014/main" id="{C2DAC53C-C8B8-A076-5928-21059E6ECD7B}"/>
              </a:ext>
            </a:extLst>
          </p:cNvPr>
          <p:cNvSpPr/>
          <p:nvPr/>
        </p:nvSpPr>
        <p:spPr>
          <a:xfrm>
            <a:off x="4008652" y="2221686"/>
            <a:ext cx="542084" cy="180694"/>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Light"/>
              </a:rPr>
              <a:t>HL: 3</a:t>
            </a:r>
          </a:p>
        </p:txBody>
      </p:sp>
      <p:sp>
        <p:nvSpPr>
          <p:cNvPr id="17" name="Rectangle 16">
            <a:extLst>
              <a:ext uri="{FF2B5EF4-FFF2-40B4-BE49-F238E27FC236}">
                <a16:creationId xmlns:a16="http://schemas.microsoft.com/office/drawing/2014/main" id="{2854BB3A-B71C-8D56-DE4D-86E46FCB0786}"/>
              </a:ext>
            </a:extLst>
          </p:cNvPr>
          <p:cNvSpPr/>
          <p:nvPr/>
        </p:nvSpPr>
        <p:spPr>
          <a:xfrm>
            <a:off x="1611714" y="1952746"/>
            <a:ext cx="1140477" cy="18405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Calibri Light"/>
              </a:rPr>
              <a:t>Time Exceeded</a:t>
            </a:r>
            <a:endParaRPr lang="en-US" sz="1200"/>
          </a:p>
        </p:txBody>
      </p:sp>
      <p:sp>
        <p:nvSpPr>
          <p:cNvPr id="18" name="Rectangle 17">
            <a:extLst>
              <a:ext uri="{FF2B5EF4-FFF2-40B4-BE49-F238E27FC236}">
                <a16:creationId xmlns:a16="http://schemas.microsoft.com/office/drawing/2014/main" id="{34278128-5C79-4B12-1B21-C0A44D63FA70}"/>
              </a:ext>
            </a:extLst>
          </p:cNvPr>
          <p:cNvSpPr/>
          <p:nvPr/>
        </p:nvSpPr>
        <p:spPr>
          <a:xfrm>
            <a:off x="2869013" y="2840251"/>
            <a:ext cx="1140477" cy="18405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Calibri Light"/>
              </a:rPr>
              <a:t>Time Exceeded</a:t>
            </a:r>
            <a:endParaRPr lang="en-US" sz="1200"/>
          </a:p>
        </p:txBody>
      </p:sp>
      <p:sp>
        <p:nvSpPr>
          <p:cNvPr id="19" name="Rectangle 18">
            <a:extLst>
              <a:ext uri="{FF2B5EF4-FFF2-40B4-BE49-F238E27FC236}">
                <a16:creationId xmlns:a16="http://schemas.microsoft.com/office/drawing/2014/main" id="{BD6AA982-5EB4-E96C-E60D-71E102241A5A}"/>
              </a:ext>
            </a:extLst>
          </p:cNvPr>
          <p:cNvSpPr/>
          <p:nvPr/>
        </p:nvSpPr>
        <p:spPr>
          <a:xfrm>
            <a:off x="3951500" y="1858615"/>
            <a:ext cx="1140477" cy="18405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a:cs typeface="Calibri Light"/>
              </a:rPr>
              <a:t>Time Exceeded</a:t>
            </a:r>
            <a:endParaRPr lang="en-US" sz="1200"/>
          </a:p>
        </p:txBody>
      </p:sp>
      <p:sp>
        <p:nvSpPr>
          <p:cNvPr id="20" name="Rectangle 19">
            <a:extLst>
              <a:ext uri="{FF2B5EF4-FFF2-40B4-BE49-F238E27FC236}">
                <a16:creationId xmlns:a16="http://schemas.microsoft.com/office/drawing/2014/main" id="{0F20465B-D5B8-178A-9995-D767258E3045}"/>
              </a:ext>
            </a:extLst>
          </p:cNvPr>
          <p:cNvSpPr/>
          <p:nvPr/>
        </p:nvSpPr>
        <p:spPr>
          <a:xfrm>
            <a:off x="5282760" y="1828359"/>
            <a:ext cx="542084" cy="180694"/>
          </a:xfrm>
          <a:prstGeom prst="rect">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Light"/>
              </a:rPr>
              <a:t>HL: 4</a:t>
            </a:r>
          </a:p>
        </p:txBody>
      </p:sp>
      <p:sp>
        <p:nvSpPr>
          <p:cNvPr id="22" name="Rectangle 21">
            <a:extLst>
              <a:ext uri="{FF2B5EF4-FFF2-40B4-BE49-F238E27FC236}">
                <a16:creationId xmlns:a16="http://schemas.microsoft.com/office/drawing/2014/main" id="{6545E240-58F2-4C1D-2686-219094D2325F}"/>
              </a:ext>
            </a:extLst>
          </p:cNvPr>
          <p:cNvSpPr/>
          <p:nvPr/>
        </p:nvSpPr>
        <p:spPr>
          <a:xfrm>
            <a:off x="4890502" y="2581162"/>
            <a:ext cx="1320833" cy="43059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solidFill>
                  <a:schemeClr val="bg1"/>
                </a:solidFill>
                <a:cs typeface="Calibri Light"/>
              </a:rPr>
              <a:t>Dest. </a:t>
            </a:r>
            <a:r>
              <a:rPr lang="en-US" sz="1400" err="1">
                <a:solidFill>
                  <a:schemeClr val="bg1"/>
                </a:solidFill>
                <a:cs typeface="Calibri Light"/>
              </a:rPr>
              <a:t>Unreach</a:t>
            </a:r>
            <a:r>
              <a:rPr lang="en-US" sz="1400">
                <a:solidFill>
                  <a:schemeClr val="bg1"/>
                </a:solidFill>
                <a:cs typeface="Calibri Light"/>
              </a:rPr>
              <a:t>.</a:t>
            </a:r>
            <a:br>
              <a:rPr lang="en-US" sz="1400">
                <a:solidFill>
                  <a:schemeClr val="bg1"/>
                </a:solidFill>
                <a:cs typeface="Calibri Light"/>
              </a:rPr>
            </a:br>
            <a:r>
              <a:rPr lang="en-US" sz="1400">
                <a:solidFill>
                  <a:schemeClr val="bg1"/>
                </a:solidFill>
                <a:cs typeface="Calibri Light"/>
              </a:rPr>
              <a:t>Time Exceeded</a:t>
            </a:r>
          </a:p>
        </p:txBody>
      </p:sp>
      <p:sp>
        <p:nvSpPr>
          <p:cNvPr id="23" name="Rectangle 22">
            <a:extLst>
              <a:ext uri="{FF2B5EF4-FFF2-40B4-BE49-F238E27FC236}">
                <a16:creationId xmlns:a16="http://schemas.microsoft.com/office/drawing/2014/main" id="{C759139B-D33D-064E-4495-B6F2759FB3FA}"/>
              </a:ext>
            </a:extLst>
          </p:cNvPr>
          <p:cNvSpPr/>
          <p:nvPr/>
        </p:nvSpPr>
        <p:spPr>
          <a:xfrm>
            <a:off x="1170626" y="1367799"/>
            <a:ext cx="542084" cy="1806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Light"/>
              </a:rPr>
              <a:t>HL: 1</a:t>
            </a:r>
            <a:endParaRPr lang="en-US"/>
          </a:p>
        </p:txBody>
      </p:sp>
      <p:grpSp>
        <p:nvGrpSpPr>
          <p:cNvPr id="91" name="Group 90">
            <a:extLst>
              <a:ext uri="{FF2B5EF4-FFF2-40B4-BE49-F238E27FC236}">
                <a16:creationId xmlns:a16="http://schemas.microsoft.com/office/drawing/2014/main" id="{83DCF5B2-1B1E-7A4A-C3A9-5DF295F130D2}"/>
              </a:ext>
            </a:extLst>
          </p:cNvPr>
          <p:cNvGrpSpPr/>
          <p:nvPr/>
        </p:nvGrpSpPr>
        <p:grpSpPr>
          <a:xfrm>
            <a:off x="313895" y="3027335"/>
            <a:ext cx="5587696" cy="1876784"/>
            <a:chOff x="1649345" y="3330033"/>
            <a:chExt cx="5587696" cy="1876784"/>
          </a:xfrm>
        </p:grpSpPr>
        <p:pic>
          <p:nvPicPr>
            <p:cNvPr id="68" name="Graphic 67" descr="Wireless router outline">
              <a:extLst>
                <a:ext uri="{FF2B5EF4-FFF2-40B4-BE49-F238E27FC236}">
                  <a16:creationId xmlns:a16="http://schemas.microsoft.com/office/drawing/2014/main" id="{15526883-8ED4-F0A1-B67B-B935B510309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90975" y="3330033"/>
              <a:ext cx="914400" cy="914400"/>
            </a:xfrm>
            <a:prstGeom prst="rect">
              <a:avLst/>
            </a:prstGeom>
          </p:spPr>
        </p:pic>
        <p:pic>
          <p:nvPicPr>
            <p:cNvPr id="70" name="Graphic 69" descr="Server outline">
              <a:extLst>
                <a:ext uri="{FF2B5EF4-FFF2-40B4-BE49-F238E27FC236}">
                  <a16:creationId xmlns:a16="http://schemas.microsoft.com/office/drawing/2014/main" id="{858545C5-3CC9-E468-580B-AC7FC0B5D01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072703" y="3408210"/>
              <a:ext cx="914400" cy="914400"/>
            </a:xfrm>
            <a:prstGeom prst="rect">
              <a:avLst/>
            </a:prstGeom>
          </p:spPr>
        </p:pic>
        <p:pic>
          <p:nvPicPr>
            <p:cNvPr id="72" name="Graphic 71" descr="Server outline">
              <a:extLst>
                <a:ext uri="{FF2B5EF4-FFF2-40B4-BE49-F238E27FC236}">
                  <a16:creationId xmlns:a16="http://schemas.microsoft.com/office/drawing/2014/main" id="{C77B26B0-F0E9-E504-8C5D-C63BE3BD163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280400" y="4292417"/>
              <a:ext cx="914400" cy="914400"/>
            </a:xfrm>
            <a:prstGeom prst="rect">
              <a:avLst/>
            </a:prstGeom>
          </p:spPr>
        </p:pic>
        <p:cxnSp>
          <p:nvCxnSpPr>
            <p:cNvPr id="74" name="Straight Arrow Connector 73">
              <a:extLst>
                <a:ext uri="{FF2B5EF4-FFF2-40B4-BE49-F238E27FC236}">
                  <a16:creationId xmlns:a16="http://schemas.microsoft.com/office/drawing/2014/main" id="{E6DA56B5-04AF-7DB0-A6CA-E7C45C64E32F}"/>
                </a:ext>
              </a:extLst>
            </p:cNvPr>
            <p:cNvCxnSpPr/>
            <p:nvPr/>
          </p:nvCxnSpPr>
          <p:spPr>
            <a:xfrm>
              <a:off x="3652290" y="4246588"/>
              <a:ext cx="720306" cy="407599"/>
            </a:xfrm>
            <a:prstGeom prst="straightConnector1">
              <a:avLst/>
            </a:prstGeom>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8E545575-7026-7F9A-C938-66A9D4C31039}"/>
                </a:ext>
              </a:extLst>
            </p:cNvPr>
            <p:cNvCxnSpPr>
              <a:cxnSpLocks/>
            </p:cNvCxnSpPr>
            <p:nvPr/>
          </p:nvCxnSpPr>
          <p:spPr>
            <a:xfrm flipH="1">
              <a:off x="5095059" y="4215380"/>
              <a:ext cx="606259" cy="399735"/>
            </a:xfrm>
            <a:prstGeom prst="straightConnector1">
              <a:avLst/>
            </a:prstGeom>
          </p:spPr>
          <p:style>
            <a:lnRef idx="1">
              <a:schemeClr val="accent1"/>
            </a:lnRef>
            <a:fillRef idx="0">
              <a:schemeClr val="accent1"/>
            </a:fillRef>
            <a:effectRef idx="0">
              <a:schemeClr val="accent1"/>
            </a:effectRef>
            <a:fontRef idx="minor">
              <a:schemeClr val="tx1"/>
            </a:fontRef>
          </p:style>
        </p:cxnSp>
        <p:pic>
          <p:nvPicPr>
            <p:cNvPr id="78" name="Graphic 77" descr="Programmer female outline">
              <a:extLst>
                <a:ext uri="{FF2B5EF4-FFF2-40B4-BE49-F238E27FC236}">
                  <a16:creationId xmlns:a16="http://schemas.microsoft.com/office/drawing/2014/main" id="{10A90CF9-0E6C-4771-E246-27C9043667C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49345" y="3375859"/>
              <a:ext cx="914400" cy="914400"/>
            </a:xfrm>
            <a:prstGeom prst="rect">
              <a:avLst/>
            </a:prstGeom>
          </p:spPr>
        </p:pic>
        <p:cxnSp>
          <p:nvCxnSpPr>
            <p:cNvPr id="80" name="Straight Arrow Connector 79">
              <a:extLst>
                <a:ext uri="{FF2B5EF4-FFF2-40B4-BE49-F238E27FC236}">
                  <a16:creationId xmlns:a16="http://schemas.microsoft.com/office/drawing/2014/main" id="{9AC03917-04DF-1253-02A1-06213CD857FF}"/>
                </a:ext>
              </a:extLst>
            </p:cNvPr>
            <p:cNvCxnSpPr>
              <a:cxnSpLocks/>
            </p:cNvCxnSpPr>
            <p:nvPr/>
          </p:nvCxnSpPr>
          <p:spPr>
            <a:xfrm>
              <a:off x="2455375" y="3858399"/>
              <a:ext cx="626620" cy="5267"/>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5B045F2D-990F-594B-BC61-D478056F088F}"/>
                </a:ext>
              </a:extLst>
            </p:cNvPr>
            <p:cNvSpPr/>
            <p:nvPr/>
          </p:nvSpPr>
          <p:spPr>
            <a:xfrm>
              <a:off x="2386030" y="3582672"/>
              <a:ext cx="757744" cy="2130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Calibri Light"/>
                </a:rPr>
                <a:t>HL: 255</a:t>
              </a:r>
              <a:endParaRPr lang="en-US"/>
            </a:p>
          </p:txBody>
        </p:sp>
        <p:pic>
          <p:nvPicPr>
            <p:cNvPr id="84" name="Graphic 83" descr="Flag outline">
              <a:extLst>
                <a:ext uri="{FF2B5EF4-FFF2-40B4-BE49-F238E27FC236}">
                  <a16:creationId xmlns:a16="http://schemas.microsoft.com/office/drawing/2014/main" id="{099BE26F-B7E0-C131-4B18-00AC13AC9FE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569414" y="4293717"/>
              <a:ext cx="601693" cy="612476"/>
            </a:xfrm>
            <a:prstGeom prst="rect">
              <a:avLst/>
            </a:prstGeom>
          </p:spPr>
        </p:pic>
        <p:cxnSp>
          <p:nvCxnSpPr>
            <p:cNvPr id="86" name="Straight Arrow Connector 85">
              <a:extLst>
                <a:ext uri="{FF2B5EF4-FFF2-40B4-BE49-F238E27FC236}">
                  <a16:creationId xmlns:a16="http://schemas.microsoft.com/office/drawing/2014/main" id="{8AE96697-010C-032D-DA60-D37BBA9A28DD}"/>
                </a:ext>
              </a:extLst>
            </p:cNvPr>
            <p:cNvCxnSpPr>
              <a:cxnSpLocks/>
            </p:cNvCxnSpPr>
            <p:nvPr/>
          </p:nvCxnSpPr>
          <p:spPr>
            <a:xfrm>
              <a:off x="6017831" y="4217284"/>
              <a:ext cx="537946" cy="359964"/>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88" name="Rectangle 87">
              <a:extLst>
                <a:ext uri="{FF2B5EF4-FFF2-40B4-BE49-F238E27FC236}">
                  <a16:creationId xmlns:a16="http://schemas.microsoft.com/office/drawing/2014/main" id="{F47E2065-CA1B-B95A-9494-88718D93B3C6}"/>
                </a:ext>
              </a:extLst>
            </p:cNvPr>
            <p:cNvSpPr/>
            <p:nvPr/>
          </p:nvSpPr>
          <p:spPr>
            <a:xfrm>
              <a:off x="6231208" y="4895757"/>
              <a:ext cx="1005833" cy="16222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solidFill>
                    <a:srgbClr val="11897A"/>
                  </a:solidFill>
                  <a:cs typeface="Calibri Light"/>
                </a:rPr>
                <a:t>Random IID</a:t>
              </a:r>
              <a:endParaRPr lang="en-US">
                <a:solidFill>
                  <a:srgbClr val="11897A"/>
                </a:solidFill>
              </a:endParaRPr>
            </a:p>
          </p:txBody>
        </p:sp>
        <p:sp>
          <p:nvSpPr>
            <p:cNvPr id="90" name="Rectangle 89">
              <a:extLst>
                <a:ext uri="{FF2B5EF4-FFF2-40B4-BE49-F238E27FC236}">
                  <a16:creationId xmlns:a16="http://schemas.microsoft.com/office/drawing/2014/main" id="{8ECDA6CA-C92A-0F52-A3F7-66D542E4911B}"/>
                </a:ext>
              </a:extLst>
            </p:cNvPr>
            <p:cNvSpPr/>
            <p:nvPr/>
          </p:nvSpPr>
          <p:spPr>
            <a:xfrm>
              <a:off x="5183397" y="4169075"/>
              <a:ext cx="1356137" cy="39170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cs typeface="Calibri Light"/>
                </a:rPr>
                <a:t>Dest. </a:t>
              </a:r>
              <a:r>
                <a:rPr lang="en-US" sz="1400" err="1">
                  <a:cs typeface="Calibri Light"/>
                </a:rPr>
                <a:t>Unreach</a:t>
              </a:r>
              <a:r>
                <a:rPr lang="en-US" sz="1400">
                  <a:cs typeface="Calibri Light"/>
                </a:rPr>
                <a:t>.</a:t>
              </a:r>
            </a:p>
            <a:p>
              <a:pPr algn="ctr"/>
              <a:r>
                <a:rPr lang="en-US" sz="1400">
                  <a:cs typeface="Calibri Light"/>
                </a:rPr>
                <a:t>Time Exceeded</a:t>
              </a:r>
              <a:endParaRPr lang="en-US" sz="1400"/>
            </a:p>
          </p:txBody>
        </p:sp>
      </p:grpSp>
      <p:sp>
        <p:nvSpPr>
          <p:cNvPr id="166" name="Rectangle 165">
            <a:extLst>
              <a:ext uri="{FF2B5EF4-FFF2-40B4-BE49-F238E27FC236}">
                <a16:creationId xmlns:a16="http://schemas.microsoft.com/office/drawing/2014/main" id="{E503B639-1ECC-EA91-F9EE-FEE7FC0F7EAF}"/>
              </a:ext>
            </a:extLst>
          </p:cNvPr>
          <p:cNvSpPr/>
          <p:nvPr/>
        </p:nvSpPr>
        <p:spPr>
          <a:xfrm>
            <a:off x="6585904" y="1406304"/>
            <a:ext cx="2369045" cy="127510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800">
                <a:cs typeface="Calibri Light"/>
              </a:rPr>
              <a:t>Router </a:t>
            </a:r>
            <a:r>
              <a:rPr lang="en-US" sz="1800" err="1">
                <a:cs typeface="Calibri Light"/>
              </a:rPr>
              <a:t>Addr</a:t>
            </a:r>
            <a:r>
              <a:rPr lang="en-US" sz="1800">
                <a:cs typeface="Calibri Light"/>
              </a:rPr>
              <a:t>, Hop Count &amp; Destination IP = Input  for Contribution 2</a:t>
            </a:r>
            <a:endParaRPr lang="en-US"/>
          </a:p>
        </p:txBody>
      </p:sp>
      <p:sp>
        <p:nvSpPr>
          <p:cNvPr id="21" name="Foliennummernplatzhalter 4">
            <a:extLst>
              <a:ext uri="{FF2B5EF4-FFF2-40B4-BE49-F238E27FC236}">
                <a16:creationId xmlns:a16="http://schemas.microsoft.com/office/drawing/2014/main" id="{95369922-EB92-C1A0-E90A-099DF707BDAA}"/>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dirty="0">
                <a:solidFill>
                  <a:srgbClr val="0063A6"/>
                </a:solidFill>
                <a:cs typeface="Calibri Light"/>
              </a:rPr>
              <a:t>18</a:t>
            </a:r>
          </a:p>
        </p:txBody>
      </p:sp>
    </p:spTree>
    <p:extLst>
      <p:ext uri="{BB962C8B-B14F-4D97-AF65-F5344CB8AC3E}">
        <p14:creationId xmlns:p14="http://schemas.microsoft.com/office/powerpoint/2010/main" val="2886626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FFAB03-D9C8-D5C8-2199-26A7F7D948D3}"/>
              </a:ext>
            </a:extLst>
          </p:cNvPr>
          <p:cNvSpPr>
            <a:spLocks noGrp="1"/>
          </p:cNvSpPr>
          <p:nvPr>
            <p:ph type="title"/>
          </p:nvPr>
        </p:nvSpPr>
        <p:spPr/>
        <p:txBody>
          <a:bodyPr/>
          <a:lstStyle/>
          <a:p>
            <a:r>
              <a:rPr lang="en-GB" sz="4400" dirty="0">
                <a:cs typeface="Calibri Light"/>
              </a:rPr>
              <a:t>Result III: /64s Measurement</a:t>
            </a:r>
            <a:endParaRPr lang="en-GB" sz="4400" dirty="0"/>
          </a:p>
        </p:txBody>
      </p:sp>
      <p:graphicFrame>
        <p:nvGraphicFramePr>
          <p:cNvPr id="6" name="Table 5">
            <a:extLst>
              <a:ext uri="{FF2B5EF4-FFF2-40B4-BE49-F238E27FC236}">
                <a16:creationId xmlns:a16="http://schemas.microsoft.com/office/drawing/2014/main" id="{E21ABE94-1679-BD10-E914-04B935F93E2E}"/>
              </a:ext>
            </a:extLst>
          </p:cNvPr>
          <p:cNvGraphicFramePr>
            <a:graphicFrameLocks noGrp="1"/>
          </p:cNvGraphicFramePr>
          <p:nvPr>
            <p:extLst>
              <p:ext uri="{D42A27DB-BD31-4B8C-83A1-F6EECF244321}">
                <p14:modId xmlns:p14="http://schemas.microsoft.com/office/powerpoint/2010/main" val="2811586100"/>
              </p:ext>
            </p:extLst>
          </p:nvPr>
        </p:nvGraphicFramePr>
        <p:xfrm>
          <a:off x="4959524" y="1347759"/>
          <a:ext cx="3457683" cy="891540"/>
        </p:xfrm>
        <a:graphic>
          <a:graphicData uri="http://schemas.openxmlformats.org/drawingml/2006/table">
            <a:tbl>
              <a:tblPr bandRow="1">
                <a:tableStyleId>{5940675A-B579-460E-94D1-54222C63F5DA}</a:tableStyleId>
              </a:tblPr>
              <a:tblGrid>
                <a:gridCol w="1564821">
                  <a:extLst>
                    <a:ext uri="{9D8B030D-6E8A-4147-A177-3AD203B41FA5}">
                      <a16:colId xmlns:a16="http://schemas.microsoft.com/office/drawing/2014/main" val="2173667644"/>
                    </a:ext>
                  </a:extLst>
                </a:gridCol>
                <a:gridCol w="1892862">
                  <a:extLst>
                    <a:ext uri="{9D8B030D-6E8A-4147-A177-3AD203B41FA5}">
                      <a16:colId xmlns:a16="http://schemas.microsoft.com/office/drawing/2014/main" val="3804441613"/>
                    </a:ext>
                  </a:extLst>
                </a:gridCol>
              </a:tblGrid>
              <a:tr h="287666">
                <a:tc>
                  <a:txBody>
                    <a:bodyPr/>
                    <a:lstStyle/>
                    <a:p>
                      <a:r>
                        <a:rPr lang="en-US" b="1"/>
                        <a:t>Measured /64s</a:t>
                      </a:r>
                    </a:p>
                  </a:txBody>
                  <a:tcPr anchor="ctr"/>
                </a:tc>
                <a:tc>
                  <a:txBody>
                    <a:bodyPr/>
                    <a:lstStyle/>
                    <a:p>
                      <a:pPr lvl="0" algn="l">
                        <a:lnSpc>
                          <a:spcPct val="100000"/>
                        </a:lnSpc>
                        <a:spcBef>
                          <a:spcPts val="0"/>
                        </a:spcBef>
                        <a:spcAft>
                          <a:spcPts val="0"/>
                        </a:spcAft>
                        <a:buNone/>
                      </a:pPr>
                      <a:r>
                        <a:rPr lang="en-US" sz="1350" b="1" i="0" u="none" strike="noStrike" noProof="0">
                          <a:latin typeface="Calibri Light"/>
                        </a:rPr>
                        <a:t>6,085,410,816 (100%)</a:t>
                      </a:r>
                      <a:endParaRPr lang="en-US" b="1"/>
                    </a:p>
                  </a:txBody>
                  <a:tcPr anchor="ctr"/>
                </a:tc>
                <a:extLst>
                  <a:ext uri="{0D108BD9-81ED-4DB2-BD59-A6C34878D82A}">
                    <a16:rowId xmlns:a16="http://schemas.microsoft.com/office/drawing/2014/main" val="1584880904"/>
                  </a:ext>
                </a:extLst>
              </a:tr>
              <a:tr h="287666">
                <a:tc>
                  <a:txBody>
                    <a:bodyPr/>
                    <a:lstStyle/>
                    <a:p>
                      <a:r>
                        <a:rPr lang="en-US"/>
                        <a:t>Responsive</a:t>
                      </a:r>
                    </a:p>
                  </a:txBody>
                  <a:tcPr anchor="ctr"/>
                </a:tc>
                <a:tc>
                  <a:txBody>
                    <a:bodyPr/>
                    <a:lstStyle/>
                    <a:p>
                      <a:pPr lvl="0" algn="l">
                        <a:lnSpc>
                          <a:spcPct val="100000"/>
                        </a:lnSpc>
                        <a:spcBef>
                          <a:spcPts val="0"/>
                        </a:spcBef>
                        <a:spcAft>
                          <a:spcPts val="0"/>
                        </a:spcAft>
                        <a:buNone/>
                      </a:pPr>
                      <a:r>
                        <a:rPr lang="en-US" sz="1350" b="0" i="0" u="none" strike="noStrike" noProof="0">
                          <a:latin typeface="Calibri Light"/>
                        </a:rPr>
                        <a:t>1,368,371,825 (22.5%)</a:t>
                      </a:r>
                      <a:endParaRPr lang="en-US"/>
                    </a:p>
                  </a:txBody>
                  <a:tcPr anchor="ctr"/>
                </a:tc>
                <a:extLst>
                  <a:ext uri="{0D108BD9-81ED-4DB2-BD59-A6C34878D82A}">
                    <a16:rowId xmlns:a16="http://schemas.microsoft.com/office/drawing/2014/main" val="1723255905"/>
                  </a:ext>
                </a:extLst>
              </a:tr>
              <a:tr h="287666">
                <a:tc>
                  <a:txBody>
                    <a:bodyPr/>
                    <a:lstStyle/>
                    <a:p>
                      <a:r>
                        <a:rPr lang="en-US"/>
                        <a:t>Unresponsive</a:t>
                      </a:r>
                    </a:p>
                  </a:txBody>
                  <a:tcPr anchor="ctr"/>
                </a:tc>
                <a:tc>
                  <a:txBody>
                    <a:bodyPr/>
                    <a:lstStyle/>
                    <a:p>
                      <a:pPr lvl="0" algn="l">
                        <a:lnSpc>
                          <a:spcPct val="100000"/>
                        </a:lnSpc>
                        <a:spcBef>
                          <a:spcPts val="0"/>
                        </a:spcBef>
                        <a:spcAft>
                          <a:spcPts val="0"/>
                        </a:spcAft>
                        <a:buNone/>
                      </a:pPr>
                      <a:r>
                        <a:rPr lang="en-US" sz="1350" b="0" i="0" u="none" strike="noStrike" noProof="0">
                          <a:latin typeface="Calibri Light"/>
                        </a:rPr>
                        <a:t>4,717,038,991 (77.5%)</a:t>
                      </a:r>
                      <a:endParaRPr lang="en-US"/>
                    </a:p>
                  </a:txBody>
                  <a:tcPr anchor="ctr"/>
                </a:tc>
                <a:extLst>
                  <a:ext uri="{0D108BD9-81ED-4DB2-BD59-A6C34878D82A}">
                    <a16:rowId xmlns:a16="http://schemas.microsoft.com/office/drawing/2014/main" val="3754206819"/>
                  </a:ext>
                </a:extLst>
              </a:tr>
            </a:tbl>
          </a:graphicData>
        </a:graphic>
      </p:graphicFrame>
      <p:graphicFrame>
        <p:nvGraphicFramePr>
          <p:cNvPr id="10" name="Table 9">
            <a:extLst>
              <a:ext uri="{FF2B5EF4-FFF2-40B4-BE49-F238E27FC236}">
                <a16:creationId xmlns:a16="http://schemas.microsoft.com/office/drawing/2014/main" id="{5EC2318E-9C63-AF38-BC42-BCB2D3A19C78}"/>
              </a:ext>
            </a:extLst>
          </p:cNvPr>
          <p:cNvGraphicFramePr>
            <a:graphicFrameLocks noGrp="1"/>
          </p:cNvGraphicFramePr>
          <p:nvPr>
            <p:extLst>
              <p:ext uri="{D42A27DB-BD31-4B8C-83A1-F6EECF244321}">
                <p14:modId xmlns:p14="http://schemas.microsoft.com/office/powerpoint/2010/main" val="239014730"/>
              </p:ext>
            </p:extLst>
          </p:nvPr>
        </p:nvGraphicFramePr>
        <p:xfrm>
          <a:off x="4959524" y="2317268"/>
          <a:ext cx="2773212" cy="1292702"/>
        </p:xfrm>
        <a:graphic>
          <a:graphicData uri="http://schemas.openxmlformats.org/drawingml/2006/table">
            <a:tbl>
              <a:tblPr bandRow="1">
                <a:tableStyleId>{5940675A-B579-460E-94D1-54222C63F5DA}</a:tableStyleId>
              </a:tblPr>
              <a:tblGrid>
                <a:gridCol w="1007686">
                  <a:extLst>
                    <a:ext uri="{9D8B030D-6E8A-4147-A177-3AD203B41FA5}">
                      <a16:colId xmlns:a16="http://schemas.microsoft.com/office/drawing/2014/main" val="276398143"/>
                    </a:ext>
                  </a:extLst>
                </a:gridCol>
                <a:gridCol w="1765526">
                  <a:extLst>
                    <a:ext uri="{9D8B030D-6E8A-4147-A177-3AD203B41FA5}">
                      <a16:colId xmlns:a16="http://schemas.microsoft.com/office/drawing/2014/main" val="314638409"/>
                    </a:ext>
                  </a:extLst>
                </a:gridCol>
              </a:tblGrid>
              <a:tr h="299633">
                <a:tc>
                  <a:txBody>
                    <a:bodyPr/>
                    <a:lstStyle/>
                    <a:p>
                      <a:r>
                        <a:rPr lang="en-US" b="1" dirty="0"/>
                        <a:t>Responsive</a:t>
                      </a:r>
                    </a:p>
                  </a:txBody>
                  <a:tcPr anchor="ctr"/>
                </a:tc>
                <a:tc>
                  <a:txBody>
                    <a:bodyPr/>
                    <a:lstStyle/>
                    <a:p>
                      <a:pPr algn="ctr"/>
                      <a:r>
                        <a:rPr lang="en-US" b="1" dirty="0"/>
                        <a:t>/64s</a:t>
                      </a:r>
                    </a:p>
                  </a:txBody>
                  <a:tcPr anchor="ctr"/>
                </a:tc>
                <a:extLst>
                  <a:ext uri="{0D108BD9-81ED-4DB2-BD59-A6C34878D82A}">
                    <a16:rowId xmlns:a16="http://schemas.microsoft.com/office/drawing/2014/main" val="1524066369"/>
                  </a:ext>
                </a:extLst>
              </a:tr>
              <a:tr h="346718">
                <a:tc>
                  <a:txBody>
                    <a:bodyPr/>
                    <a:lstStyle/>
                    <a:p>
                      <a:r>
                        <a:rPr lang="en-US" dirty="0"/>
                        <a:t>Active</a:t>
                      </a:r>
                    </a:p>
                  </a:txBody>
                  <a:tcPr anchor="ctr"/>
                </a:tc>
                <a:tc>
                  <a:txBody>
                    <a:bodyPr/>
                    <a:lstStyle/>
                    <a:p>
                      <a:pPr lvl="0" algn="l">
                        <a:lnSpc>
                          <a:spcPct val="100000"/>
                        </a:lnSpc>
                        <a:spcBef>
                          <a:spcPts val="0"/>
                        </a:spcBef>
                        <a:spcAft>
                          <a:spcPts val="0"/>
                        </a:spcAft>
                        <a:buNone/>
                      </a:pPr>
                      <a:r>
                        <a:rPr lang="en-US" sz="1350" b="0" i="0" u="none" strike="noStrike" noProof="0" dirty="0">
                          <a:latin typeface="Calibri Light"/>
                        </a:rPr>
                        <a:t>355,616,627  = </a:t>
                      </a:r>
                      <a:r>
                        <a:rPr lang="en-US" sz="1350" b="1" i="0" u="none" strike="noStrike" noProof="0" dirty="0">
                          <a:latin typeface="Calibri Light"/>
                        </a:rPr>
                        <a:t>26%</a:t>
                      </a:r>
                    </a:p>
                  </a:txBody>
                  <a:tcPr anchor="ctr"/>
                </a:tc>
                <a:extLst>
                  <a:ext uri="{0D108BD9-81ED-4DB2-BD59-A6C34878D82A}">
                    <a16:rowId xmlns:a16="http://schemas.microsoft.com/office/drawing/2014/main" val="3419446386"/>
                  </a:ext>
                </a:extLst>
              </a:tr>
              <a:tr h="299633">
                <a:tc>
                  <a:txBody>
                    <a:bodyPr/>
                    <a:lstStyle/>
                    <a:p>
                      <a:r>
                        <a:rPr lang="en-US" dirty="0"/>
                        <a:t>Ambiguous</a:t>
                      </a:r>
                    </a:p>
                  </a:txBody>
                  <a:tcPr anchor="ctr"/>
                </a:tc>
                <a:tc>
                  <a:txBody>
                    <a:bodyPr/>
                    <a:lstStyle/>
                    <a:p>
                      <a:pPr lvl="0">
                        <a:buNone/>
                      </a:pPr>
                      <a:r>
                        <a:rPr lang="en-US" sz="1350" b="0" i="0" u="none" strike="noStrike" noProof="0" dirty="0">
                          <a:latin typeface="Calibri Light"/>
                        </a:rPr>
                        <a:t>209,970,342 = 15%</a:t>
                      </a:r>
                    </a:p>
                  </a:txBody>
                  <a:tcPr anchor="ctr"/>
                </a:tc>
                <a:extLst>
                  <a:ext uri="{0D108BD9-81ED-4DB2-BD59-A6C34878D82A}">
                    <a16:rowId xmlns:a16="http://schemas.microsoft.com/office/drawing/2014/main" val="1349563587"/>
                  </a:ext>
                </a:extLst>
              </a:tr>
              <a:tr h="346718">
                <a:tc>
                  <a:txBody>
                    <a:bodyPr/>
                    <a:lstStyle/>
                    <a:p>
                      <a:r>
                        <a:rPr lang="en-US" dirty="0"/>
                        <a:t>Inactive</a:t>
                      </a:r>
                    </a:p>
                  </a:txBody>
                  <a:tcPr anchor="ctr"/>
                </a:tc>
                <a:tc>
                  <a:txBody>
                    <a:bodyPr/>
                    <a:lstStyle/>
                    <a:p>
                      <a:pPr lvl="0" algn="l">
                        <a:lnSpc>
                          <a:spcPct val="100000"/>
                        </a:lnSpc>
                        <a:spcBef>
                          <a:spcPts val="0"/>
                        </a:spcBef>
                        <a:spcAft>
                          <a:spcPts val="0"/>
                        </a:spcAft>
                        <a:buNone/>
                      </a:pPr>
                      <a:r>
                        <a:rPr lang="en-US" sz="1350" b="0" i="0" u="none" strike="noStrike" noProof="0" dirty="0">
                          <a:latin typeface="Calibri Light"/>
                        </a:rPr>
                        <a:t>802,784,856 = </a:t>
                      </a:r>
                      <a:r>
                        <a:rPr lang="en-US" sz="1350" b="1" i="0" u="none" strike="noStrike" noProof="0" dirty="0">
                          <a:latin typeface="Calibri Light"/>
                        </a:rPr>
                        <a:t>59%</a:t>
                      </a:r>
                    </a:p>
                  </a:txBody>
                  <a:tcPr anchor="ctr"/>
                </a:tc>
                <a:extLst>
                  <a:ext uri="{0D108BD9-81ED-4DB2-BD59-A6C34878D82A}">
                    <a16:rowId xmlns:a16="http://schemas.microsoft.com/office/drawing/2014/main" val="1936666167"/>
                  </a:ext>
                </a:extLst>
              </a:tr>
            </a:tbl>
          </a:graphicData>
        </a:graphic>
      </p:graphicFrame>
      <p:pic>
        <p:nvPicPr>
          <p:cNvPr id="11" name="Picture 10">
            <a:extLst>
              <a:ext uri="{FF2B5EF4-FFF2-40B4-BE49-F238E27FC236}">
                <a16:creationId xmlns:a16="http://schemas.microsoft.com/office/drawing/2014/main" id="{02E2B1C7-36C1-6FA1-FDFA-BE2E3942C184}"/>
              </a:ext>
            </a:extLst>
          </p:cNvPr>
          <p:cNvPicPr>
            <a:picLocks noChangeAspect="1"/>
          </p:cNvPicPr>
          <p:nvPr/>
        </p:nvPicPr>
        <p:blipFill>
          <a:blip r:embed="rId2"/>
          <a:stretch>
            <a:fillRect/>
          </a:stretch>
        </p:blipFill>
        <p:spPr>
          <a:xfrm>
            <a:off x="159924" y="1117315"/>
            <a:ext cx="4488911" cy="3211402"/>
          </a:xfrm>
          <a:prstGeom prst="rect">
            <a:avLst/>
          </a:prstGeom>
        </p:spPr>
      </p:pic>
      <p:cxnSp>
        <p:nvCxnSpPr>
          <p:cNvPr id="8" name="Straight Arrow Connector 7">
            <a:extLst>
              <a:ext uri="{FF2B5EF4-FFF2-40B4-BE49-F238E27FC236}">
                <a16:creationId xmlns:a16="http://schemas.microsoft.com/office/drawing/2014/main" id="{D81AB4B0-1165-B901-C962-9039172114F4}"/>
              </a:ext>
            </a:extLst>
          </p:cNvPr>
          <p:cNvCxnSpPr/>
          <p:nvPr/>
        </p:nvCxnSpPr>
        <p:spPr>
          <a:xfrm>
            <a:off x="6073268" y="1221397"/>
            <a:ext cx="587829" cy="79193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CEFE022-8F6E-BF82-78FD-438C5804F556}"/>
              </a:ext>
            </a:extLst>
          </p:cNvPr>
          <p:cNvSpPr txBox="1"/>
          <p:nvPr/>
        </p:nvSpPr>
        <p:spPr>
          <a:xfrm>
            <a:off x="4960246" y="782246"/>
            <a:ext cx="2133245"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063A6"/>
                </a:solidFill>
                <a:cs typeface="Calibri Light"/>
              </a:rPr>
              <a:t>38% of </a:t>
            </a:r>
            <a:r>
              <a:rPr lang="en-US" b="1">
                <a:solidFill>
                  <a:schemeClr val="accent1"/>
                </a:solidFill>
                <a:cs typeface="Calibri Light"/>
              </a:rPr>
              <a:t>measured</a:t>
            </a:r>
            <a:r>
              <a:rPr lang="en-US" b="1">
                <a:solidFill>
                  <a:srgbClr val="0063A6"/>
                </a:solidFill>
                <a:cs typeface="Calibri Light"/>
              </a:rPr>
              <a:t> networks remain silent</a:t>
            </a:r>
            <a:endParaRPr lang="en-US" b="1">
              <a:solidFill>
                <a:srgbClr val="0063A6"/>
              </a:solidFill>
            </a:endParaRPr>
          </a:p>
        </p:txBody>
      </p:sp>
      <p:cxnSp>
        <p:nvCxnSpPr>
          <p:cNvPr id="12" name="Straight Arrow Connector 11">
            <a:extLst>
              <a:ext uri="{FF2B5EF4-FFF2-40B4-BE49-F238E27FC236}">
                <a16:creationId xmlns:a16="http://schemas.microsoft.com/office/drawing/2014/main" id="{13C74369-F675-6136-5D98-8947D6E1CA3E}"/>
              </a:ext>
            </a:extLst>
          </p:cNvPr>
          <p:cNvCxnSpPr>
            <a:cxnSpLocks/>
          </p:cNvCxnSpPr>
          <p:nvPr/>
        </p:nvCxnSpPr>
        <p:spPr>
          <a:xfrm flipV="1">
            <a:off x="5754860" y="2865741"/>
            <a:ext cx="265409" cy="1042259"/>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E7D02A8-CD09-0C8A-9960-01BF3BE53A1C}"/>
              </a:ext>
            </a:extLst>
          </p:cNvPr>
          <p:cNvSpPr txBox="1"/>
          <p:nvPr/>
        </p:nvSpPr>
        <p:spPr>
          <a:xfrm>
            <a:off x="5006310" y="3928727"/>
            <a:ext cx="1767472" cy="7155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6"/>
                </a:solidFill>
                <a:cs typeface="Calibri Light"/>
              </a:rPr>
              <a:t>At least 1 active /64 in 61% of responsive networks</a:t>
            </a:r>
            <a:endParaRPr lang="en-US" b="1">
              <a:solidFill>
                <a:schemeClr val="accent6"/>
              </a:solidFill>
            </a:endParaRPr>
          </a:p>
        </p:txBody>
      </p:sp>
      <p:sp>
        <p:nvSpPr>
          <p:cNvPr id="15" name="Foliennummernplatzhalter 4">
            <a:extLst>
              <a:ext uri="{FF2B5EF4-FFF2-40B4-BE49-F238E27FC236}">
                <a16:creationId xmlns:a16="http://schemas.microsoft.com/office/drawing/2014/main" id="{47C07AE8-E1CD-C51A-5E97-D123098B11B2}"/>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dirty="0">
                <a:solidFill>
                  <a:srgbClr val="0063A6"/>
                </a:solidFill>
                <a:cs typeface="Calibri Light"/>
              </a:rPr>
              <a:t>19</a:t>
            </a:r>
          </a:p>
        </p:txBody>
      </p:sp>
      <p:cxnSp>
        <p:nvCxnSpPr>
          <p:cNvPr id="3" name="Straight Arrow Connector 2">
            <a:extLst>
              <a:ext uri="{FF2B5EF4-FFF2-40B4-BE49-F238E27FC236}">
                <a16:creationId xmlns:a16="http://schemas.microsoft.com/office/drawing/2014/main" id="{6584AB10-0B9E-7628-0520-66FB21FBA9FC}"/>
              </a:ext>
            </a:extLst>
          </p:cNvPr>
          <p:cNvCxnSpPr>
            <a:cxnSpLocks/>
          </p:cNvCxnSpPr>
          <p:nvPr/>
        </p:nvCxnSpPr>
        <p:spPr>
          <a:xfrm flipH="1" flipV="1">
            <a:off x="7595977" y="3118835"/>
            <a:ext cx="355076" cy="789166"/>
          </a:xfrm>
          <a:prstGeom prst="straightConnector1">
            <a:avLst/>
          </a:prstGeom>
          <a:ln w="28575">
            <a:solidFill>
              <a:srgbClr val="0063A6"/>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359841F-9CB6-9A84-E67B-7BAC9B93190E}"/>
              </a:ext>
            </a:extLst>
          </p:cNvPr>
          <p:cNvSpPr txBox="1"/>
          <p:nvPr/>
        </p:nvSpPr>
        <p:spPr>
          <a:xfrm>
            <a:off x="7098846" y="3931104"/>
            <a:ext cx="1616528" cy="7155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cs typeface="Calibri Light"/>
              </a:rPr>
              <a:t>Only 15%</a:t>
            </a:r>
            <a:r>
              <a:rPr lang="en-US" dirty="0">
                <a:cs typeface="Calibri Light"/>
              </a:rPr>
              <a:t> of responsive /64s remain ambiguous</a:t>
            </a:r>
            <a:endParaRPr lang="en-US" dirty="0"/>
          </a:p>
        </p:txBody>
      </p:sp>
    </p:spTree>
    <p:extLst>
      <p:ext uri="{BB962C8B-B14F-4D97-AF65-F5344CB8AC3E}">
        <p14:creationId xmlns:p14="http://schemas.microsoft.com/office/powerpoint/2010/main" val="751816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809D105-6EC0-049F-A77D-FBCA56CE9D58}"/>
              </a:ext>
            </a:extLst>
          </p:cNvPr>
          <p:cNvSpPr>
            <a:spLocks noGrp="1"/>
          </p:cNvSpPr>
          <p:nvPr>
            <p:ph type="ctrTitle"/>
          </p:nvPr>
        </p:nvSpPr>
        <p:spPr>
          <a:xfrm>
            <a:off x="792000" y="555626"/>
            <a:ext cx="7850285" cy="2169431"/>
          </a:xfrm>
        </p:spPr>
        <p:txBody>
          <a:bodyPr/>
          <a:lstStyle/>
          <a:p>
            <a:r>
              <a:rPr lang="en-US">
                <a:ea typeface="Calibri Light"/>
                <a:cs typeface="Calibri Light"/>
              </a:rPr>
              <a:t>What Do ICMPv6 </a:t>
            </a:r>
            <a:r>
              <a:rPr lang="en-US" b="1">
                <a:ea typeface="Calibri Light"/>
                <a:cs typeface="Calibri Light"/>
              </a:rPr>
              <a:t>Error Messages</a:t>
            </a:r>
            <a:r>
              <a:rPr lang="en-US">
                <a:ea typeface="Calibri Light"/>
                <a:cs typeface="Calibri Light"/>
              </a:rPr>
              <a:t> Reveal About Their </a:t>
            </a:r>
            <a:r>
              <a:rPr lang="en-US" b="1">
                <a:ea typeface="Calibri Light"/>
                <a:cs typeface="Calibri Light"/>
              </a:rPr>
              <a:t>Sources</a:t>
            </a:r>
            <a:r>
              <a:rPr lang="en-US">
                <a:ea typeface="Calibri Light"/>
                <a:cs typeface="Calibri Light"/>
              </a:rPr>
              <a:t>?</a:t>
            </a:r>
            <a:endParaRPr lang="en-US"/>
          </a:p>
        </p:txBody>
      </p:sp>
      <p:sp>
        <p:nvSpPr>
          <p:cNvPr id="11" name="Rectangle 10">
            <a:extLst>
              <a:ext uri="{FF2B5EF4-FFF2-40B4-BE49-F238E27FC236}">
                <a16:creationId xmlns:a16="http://schemas.microsoft.com/office/drawing/2014/main" id="{BE61EDD7-B546-B4D1-DD3C-22F35BCF7B90}"/>
              </a:ext>
            </a:extLst>
          </p:cNvPr>
          <p:cNvSpPr/>
          <p:nvPr/>
        </p:nvSpPr>
        <p:spPr>
          <a:xfrm>
            <a:off x="1600656" y="2936097"/>
            <a:ext cx="2142557" cy="918238"/>
          </a:xfrm>
          <a:prstGeom prst="rect">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lgn="ctr">
              <a:buAutoNum type="arabicPeriod"/>
            </a:pPr>
            <a:r>
              <a:rPr lang="en-US" sz="3200" dirty="0">
                <a:solidFill>
                  <a:schemeClr val="bg1"/>
                </a:solidFill>
                <a:ea typeface="Calibri Light"/>
                <a:cs typeface="Calibri Light"/>
              </a:rPr>
              <a:t>Networks</a:t>
            </a:r>
          </a:p>
        </p:txBody>
      </p:sp>
      <p:sp>
        <p:nvSpPr>
          <p:cNvPr id="12" name="Rectangle 11">
            <a:extLst>
              <a:ext uri="{FF2B5EF4-FFF2-40B4-BE49-F238E27FC236}">
                <a16:creationId xmlns:a16="http://schemas.microsoft.com/office/drawing/2014/main" id="{473562EC-E23C-49AC-F8A9-D9D22ABD9BE2}"/>
              </a:ext>
            </a:extLst>
          </p:cNvPr>
          <p:cNvSpPr/>
          <p:nvPr/>
        </p:nvSpPr>
        <p:spPr>
          <a:xfrm>
            <a:off x="4576084" y="2936096"/>
            <a:ext cx="2142557" cy="9182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a:solidFill>
                  <a:srgbClr val="0063A6"/>
                </a:solidFill>
                <a:ea typeface="Calibri Light"/>
                <a:cs typeface="Calibri Light"/>
              </a:rPr>
              <a:t>2. Routers</a:t>
            </a:r>
          </a:p>
        </p:txBody>
      </p:sp>
      <p:sp>
        <p:nvSpPr>
          <p:cNvPr id="3" name="Foliennummernplatzhalter 4">
            <a:extLst>
              <a:ext uri="{FF2B5EF4-FFF2-40B4-BE49-F238E27FC236}">
                <a16:creationId xmlns:a16="http://schemas.microsoft.com/office/drawing/2014/main" id="{3EFBD80A-736F-47F7-2227-831BC934E6A5}"/>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dirty="0">
                <a:solidFill>
                  <a:schemeClr val="bg1"/>
                </a:solidFill>
                <a:cs typeface="Calibri Light"/>
              </a:rPr>
              <a:t>20</a:t>
            </a:r>
          </a:p>
        </p:txBody>
      </p:sp>
    </p:spTree>
    <p:extLst>
      <p:ext uri="{BB962C8B-B14F-4D97-AF65-F5344CB8AC3E}">
        <p14:creationId xmlns:p14="http://schemas.microsoft.com/office/powerpoint/2010/main" val="2023709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platzhalter 2">
            <a:extLst>
              <a:ext uri="{FF2B5EF4-FFF2-40B4-BE49-F238E27FC236}">
                <a16:creationId xmlns:a16="http://schemas.microsoft.com/office/drawing/2014/main" id="{CC79AB2A-9EDE-A2DD-0E54-5A635E8705E8}"/>
              </a:ext>
            </a:extLst>
          </p:cNvPr>
          <p:cNvSpPr txBox="1">
            <a:spLocks/>
          </p:cNvSpPr>
          <p:nvPr/>
        </p:nvSpPr>
        <p:spPr>
          <a:xfrm>
            <a:off x="315500" y="2199201"/>
            <a:ext cx="2700000" cy="554156"/>
          </a:xfrm>
          <a:prstGeom prst="rect">
            <a:avLst/>
          </a:prstGeom>
        </p:spPr>
        <p:txBody>
          <a:bodyPr vert="horz" lIns="0" tIns="0" rIns="0" bIns="0" rtlCol="0" anchor="b" anchorCtr="0">
            <a:noAutofit/>
          </a:bodyPr>
          <a:lstStyle>
            <a:lvl1pPr marL="179388" indent="-180000" algn="l" defTabSz="685783" rtl="0" eaLnBrk="1" latinLnBrk="0" hangingPunct="1">
              <a:lnSpc>
                <a:spcPct val="110000"/>
              </a:lnSpc>
              <a:spcBef>
                <a:spcPts val="0"/>
              </a:spcBef>
              <a:spcAft>
                <a:spcPts val="375"/>
              </a:spcAft>
              <a:buSzPct val="80000"/>
              <a:buFont typeface="Arial" panose="020B0604020202020204" pitchFamily="34" charset="0"/>
              <a:buChar char="•"/>
              <a:tabLst/>
              <a:defRPr sz="1800" b="0" i="0" kern="1200">
                <a:solidFill>
                  <a:schemeClr val="tx1"/>
                </a:solidFill>
                <a:latin typeface="+mn-lt"/>
                <a:ea typeface="+mn-ea"/>
                <a:cs typeface="Calibri Light" panose="020F0302020204030204" pitchFamily="34" charset="0"/>
              </a:defRPr>
            </a:lvl1pPr>
            <a:lvl2pPr marL="36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500" b="0" i="0" kern="1200">
                <a:solidFill>
                  <a:schemeClr val="tx1"/>
                </a:solidFill>
                <a:latin typeface="+mn-lt"/>
                <a:ea typeface="+mn-ea"/>
                <a:cs typeface="Calibri Light" panose="020F0302020204030204" pitchFamily="34" charset="0"/>
              </a:defRPr>
            </a:lvl2pPr>
            <a:lvl3pPr marL="54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350" b="0" i="0" kern="1200">
                <a:solidFill>
                  <a:schemeClr val="tx1"/>
                </a:solidFill>
                <a:latin typeface="+mn-lt"/>
                <a:ea typeface="+mn-ea"/>
                <a:cs typeface="Calibri Light" panose="020F0302020204030204" pitchFamily="34" charset="0"/>
              </a:defRPr>
            </a:lvl3pPr>
            <a:lvl4pPr marL="72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4pPr>
            <a:lvl5pPr marL="90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indent="-342900">
              <a:buFont typeface="Arial" panose="020B0604020202020204" pitchFamily="34" charset="0"/>
              <a:buAutoNum type="arabicPeriod"/>
            </a:pPr>
            <a:r>
              <a:rPr lang="en-GB" sz="2400">
                <a:latin typeface="Calibri Light"/>
                <a:cs typeface="Calibri Light"/>
              </a:rPr>
              <a:t>Controlled Environment</a:t>
            </a:r>
            <a:endParaRPr lang="en-GB" sz="2400"/>
          </a:p>
        </p:txBody>
      </p:sp>
      <p:sp>
        <p:nvSpPr>
          <p:cNvPr id="3" name="Rectangle 2">
            <a:extLst>
              <a:ext uri="{FF2B5EF4-FFF2-40B4-BE49-F238E27FC236}">
                <a16:creationId xmlns:a16="http://schemas.microsoft.com/office/drawing/2014/main" id="{DD5D8EFF-E8AF-B891-F470-093CC3C20E9E}"/>
              </a:ext>
            </a:extLst>
          </p:cNvPr>
          <p:cNvSpPr/>
          <p:nvPr/>
        </p:nvSpPr>
        <p:spPr>
          <a:xfrm>
            <a:off x="122463" y="1555295"/>
            <a:ext cx="2447245" cy="164102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el 1">
            <a:extLst>
              <a:ext uri="{FF2B5EF4-FFF2-40B4-BE49-F238E27FC236}">
                <a16:creationId xmlns:a16="http://schemas.microsoft.com/office/drawing/2014/main" id="{BEAB10C9-2557-B632-0208-D5627E80860E}"/>
              </a:ext>
            </a:extLst>
          </p:cNvPr>
          <p:cNvSpPr>
            <a:spLocks noGrp="1"/>
          </p:cNvSpPr>
          <p:nvPr>
            <p:ph type="title"/>
          </p:nvPr>
        </p:nvSpPr>
        <p:spPr>
          <a:xfrm>
            <a:off x="250825" y="252000"/>
            <a:ext cx="8640000" cy="864000"/>
          </a:xfrm>
        </p:spPr>
        <p:txBody>
          <a:bodyPr/>
          <a:lstStyle/>
          <a:p>
            <a:r>
              <a:rPr lang="en-GB" sz="4400">
                <a:cs typeface="Calibri Light"/>
              </a:rPr>
              <a:t>Methods Overview</a:t>
            </a:r>
            <a:endParaRPr lang="en-US"/>
          </a:p>
        </p:txBody>
      </p:sp>
      <p:sp>
        <p:nvSpPr>
          <p:cNvPr id="28" name="Content Placeholder 27">
            <a:extLst>
              <a:ext uri="{FF2B5EF4-FFF2-40B4-BE49-F238E27FC236}">
                <a16:creationId xmlns:a16="http://schemas.microsoft.com/office/drawing/2014/main" id="{13EC64ED-5974-ECA7-D5D2-46E878096480}"/>
              </a:ext>
            </a:extLst>
          </p:cNvPr>
          <p:cNvSpPr>
            <a:spLocks noGrp="1"/>
          </p:cNvSpPr>
          <p:nvPr>
            <p:ph idx="1"/>
          </p:nvPr>
        </p:nvSpPr>
        <p:spPr>
          <a:xfrm>
            <a:off x="2863396" y="983796"/>
            <a:ext cx="6028645" cy="738287"/>
          </a:xfrm>
        </p:spPr>
        <p:txBody>
          <a:bodyPr vert="horz" lIns="0" tIns="0" rIns="0" bIns="0" rtlCol="0" anchor="t">
            <a:noAutofit/>
          </a:bodyPr>
          <a:lstStyle/>
          <a:p>
            <a:pPr marL="179070" indent="-179705"/>
            <a:r>
              <a:rPr lang="en-US" dirty="0">
                <a:ea typeface="Calibri Light"/>
                <a:cs typeface="Calibri Light"/>
              </a:rPr>
              <a:t>Origination of ICMPv6 error messages </a:t>
            </a:r>
            <a:r>
              <a:rPr lang="en-US" b="1" dirty="0">
                <a:ea typeface="Calibri Light"/>
                <a:cs typeface="Calibri Light"/>
              </a:rPr>
              <a:t>must be </a:t>
            </a:r>
            <a:r>
              <a:rPr lang="en-US" dirty="0">
                <a:ea typeface="Calibri Light"/>
                <a:cs typeface="Calibri Light"/>
              </a:rPr>
              <a:t>rate limited</a:t>
            </a:r>
            <a:endParaRPr lang="en-US">
              <a:ea typeface="Calibri Light"/>
            </a:endParaRPr>
          </a:p>
          <a:p>
            <a:pPr marL="179070" indent="-179705"/>
            <a:r>
              <a:rPr lang="en-US" dirty="0">
                <a:ea typeface="Calibri Light"/>
                <a:cs typeface="Calibri Light"/>
              </a:rPr>
              <a:t>Measure &amp; detect </a:t>
            </a:r>
            <a:r>
              <a:rPr lang="en-US" b="1" dirty="0">
                <a:ea typeface="Calibri Light"/>
                <a:cs typeface="Calibri Light"/>
              </a:rPr>
              <a:t>rate limits</a:t>
            </a:r>
            <a:r>
              <a:rPr lang="en-US" dirty="0">
                <a:ea typeface="Calibri Light"/>
                <a:cs typeface="Calibri Light"/>
              </a:rPr>
              <a:t> that are </a:t>
            </a:r>
            <a:r>
              <a:rPr lang="en-US" b="1" dirty="0">
                <a:ea typeface="Calibri Light"/>
                <a:cs typeface="Calibri Light"/>
              </a:rPr>
              <a:t>unique to vendors</a:t>
            </a:r>
            <a:endParaRPr lang="en-US" dirty="0">
              <a:ea typeface="Calibri Light"/>
            </a:endParaRPr>
          </a:p>
        </p:txBody>
      </p:sp>
      <p:sp>
        <p:nvSpPr>
          <p:cNvPr id="4" name="Foliennummernplatzhalter 4">
            <a:extLst>
              <a:ext uri="{FF2B5EF4-FFF2-40B4-BE49-F238E27FC236}">
                <a16:creationId xmlns:a16="http://schemas.microsoft.com/office/drawing/2014/main" id="{BC1F01FD-DC27-0ADF-15AF-A7676E3E20EB}"/>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a:solidFill>
                  <a:srgbClr val="0063A6"/>
                </a:solidFill>
                <a:cs typeface="Calibri Light"/>
              </a:rPr>
              <a:t>21</a:t>
            </a:r>
          </a:p>
        </p:txBody>
      </p:sp>
      <p:sp>
        <p:nvSpPr>
          <p:cNvPr id="13" name="Trapezoid 12">
            <a:extLst>
              <a:ext uri="{FF2B5EF4-FFF2-40B4-BE49-F238E27FC236}">
                <a16:creationId xmlns:a16="http://schemas.microsoft.com/office/drawing/2014/main" id="{BDA70E82-1A94-0A26-130F-9D5257EBA9FF}"/>
              </a:ext>
            </a:extLst>
          </p:cNvPr>
          <p:cNvSpPr/>
          <p:nvPr/>
        </p:nvSpPr>
        <p:spPr>
          <a:xfrm rot="10800000">
            <a:off x="5281838" y="2281465"/>
            <a:ext cx="1030741" cy="1079499"/>
          </a:xfrm>
          <a:prstGeom prst="trapezoid">
            <a:avLst/>
          </a:prstGeom>
          <a:noFill/>
          <a:ln w="28575">
            <a:solidFill>
              <a:srgbClr val="0063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F4933C1E-8BAE-185F-1D8D-ACEFD449CAD2}"/>
              </a:ext>
            </a:extLst>
          </p:cNvPr>
          <p:cNvSpPr/>
          <p:nvPr/>
        </p:nvSpPr>
        <p:spPr>
          <a:xfrm>
            <a:off x="4658178" y="1810883"/>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C99A321-4C83-3567-8284-A87370AE245B}"/>
              </a:ext>
            </a:extLst>
          </p:cNvPr>
          <p:cNvSpPr/>
          <p:nvPr/>
        </p:nvSpPr>
        <p:spPr>
          <a:xfrm>
            <a:off x="5129891" y="1801810"/>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5F29913-8ACA-9522-0F5B-1286F057A056}"/>
              </a:ext>
            </a:extLst>
          </p:cNvPr>
          <p:cNvSpPr/>
          <p:nvPr/>
        </p:nvSpPr>
        <p:spPr>
          <a:xfrm>
            <a:off x="4204603" y="1801808"/>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E302687-0651-5ED6-0731-1744D362ACAA}"/>
              </a:ext>
            </a:extLst>
          </p:cNvPr>
          <p:cNvSpPr/>
          <p:nvPr/>
        </p:nvSpPr>
        <p:spPr>
          <a:xfrm>
            <a:off x="5438316" y="2400523"/>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3B69B24-F958-B9FF-E37F-F1076D2E2970}"/>
              </a:ext>
            </a:extLst>
          </p:cNvPr>
          <p:cNvSpPr/>
          <p:nvPr/>
        </p:nvSpPr>
        <p:spPr>
          <a:xfrm>
            <a:off x="5692316" y="2518450"/>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48B9DE4-1029-B969-920B-6237CF710789}"/>
              </a:ext>
            </a:extLst>
          </p:cNvPr>
          <p:cNvSpPr/>
          <p:nvPr/>
        </p:nvSpPr>
        <p:spPr>
          <a:xfrm>
            <a:off x="5529029" y="2754307"/>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5A3892F-F965-F0C4-6E01-B1887C27905B}"/>
              </a:ext>
            </a:extLst>
          </p:cNvPr>
          <p:cNvSpPr/>
          <p:nvPr/>
        </p:nvSpPr>
        <p:spPr>
          <a:xfrm>
            <a:off x="5855600" y="2745235"/>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679D19-F298-79F0-16B1-F095BF563B8E}"/>
              </a:ext>
            </a:extLst>
          </p:cNvPr>
          <p:cNvSpPr/>
          <p:nvPr/>
        </p:nvSpPr>
        <p:spPr>
          <a:xfrm>
            <a:off x="5964456" y="2400519"/>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39BDEA4A-7DEA-38AA-B892-DB04D53B1FB3}"/>
              </a:ext>
            </a:extLst>
          </p:cNvPr>
          <p:cNvSpPr/>
          <p:nvPr/>
        </p:nvSpPr>
        <p:spPr>
          <a:xfrm>
            <a:off x="5683242" y="3062734"/>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37393DE-59DF-3B88-9355-0C1AE78E1D5E}"/>
              </a:ext>
            </a:extLst>
          </p:cNvPr>
          <p:cNvSpPr/>
          <p:nvPr/>
        </p:nvSpPr>
        <p:spPr>
          <a:xfrm>
            <a:off x="6672027" y="3062734"/>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Bent 29">
            <a:extLst>
              <a:ext uri="{FF2B5EF4-FFF2-40B4-BE49-F238E27FC236}">
                <a16:creationId xmlns:a16="http://schemas.microsoft.com/office/drawing/2014/main" id="{AF4A8C9E-40EB-D3F3-7C12-71560DC76834}"/>
              </a:ext>
            </a:extLst>
          </p:cNvPr>
          <p:cNvSpPr/>
          <p:nvPr/>
        </p:nvSpPr>
        <p:spPr>
          <a:xfrm rot="5400000">
            <a:off x="6416901" y="2471963"/>
            <a:ext cx="427490" cy="554491"/>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Arrow: Bent 30">
            <a:extLst>
              <a:ext uri="{FF2B5EF4-FFF2-40B4-BE49-F238E27FC236}">
                <a16:creationId xmlns:a16="http://schemas.microsoft.com/office/drawing/2014/main" id="{86C6E325-F2F0-0385-DB0A-6231928BF7AF}"/>
              </a:ext>
            </a:extLst>
          </p:cNvPr>
          <p:cNvSpPr/>
          <p:nvPr/>
        </p:nvSpPr>
        <p:spPr>
          <a:xfrm rot="5400000">
            <a:off x="5523363" y="1823355"/>
            <a:ext cx="336776" cy="400277"/>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TextBox 31">
            <a:extLst>
              <a:ext uri="{FF2B5EF4-FFF2-40B4-BE49-F238E27FC236}">
                <a16:creationId xmlns:a16="http://schemas.microsoft.com/office/drawing/2014/main" id="{16BB91FE-E7BA-1EC6-91FF-86C57614D663}"/>
              </a:ext>
            </a:extLst>
          </p:cNvPr>
          <p:cNvSpPr txBox="1"/>
          <p:nvPr/>
        </p:nvSpPr>
        <p:spPr>
          <a:xfrm>
            <a:off x="4327069" y="2013857"/>
            <a:ext cx="10250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rgbClr val="0063A6"/>
                </a:solidFill>
                <a:cs typeface="Calibri Light"/>
              </a:rPr>
              <a:t>Refill Size</a:t>
            </a:r>
          </a:p>
        </p:txBody>
      </p:sp>
      <p:sp>
        <p:nvSpPr>
          <p:cNvPr id="33" name="TextBox 32">
            <a:extLst>
              <a:ext uri="{FF2B5EF4-FFF2-40B4-BE49-F238E27FC236}">
                <a16:creationId xmlns:a16="http://schemas.microsoft.com/office/drawing/2014/main" id="{C2634F5C-D22E-009E-4A13-381E5D32538E}"/>
              </a:ext>
            </a:extLst>
          </p:cNvPr>
          <p:cNvSpPr txBox="1"/>
          <p:nvPr/>
        </p:nvSpPr>
        <p:spPr>
          <a:xfrm>
            <a:off x="6268355" y="1759855"/>
            <a:ext cx="204107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rgbClr val="0063A6"/>
                </a:solidFill>
                <a:cs typeface="Calibri Light"/>
              </a:rPr>
              <a:t>Refill Interval (</a:t>
            </a:r>
            <a:r>
              <a:rPr lang="en-US" sz="1400" b="1" err="1">
                <a:solidFill>
                  <a:srgbClr val="0063A6"/>
                </a:solidFill>
                <a:cs typeface="Calibri Light"/>
              </a:rPr>
              <a:t>ms</a:t>
            </a:r>
            <a:r>
              <a:rPr lang="en-US" sz="1400" b="1" dirty="0">
                <a:solidFill>
                  <a:srgbClr val="0063A6"/>
                </a:solidFill>
                <a:cs typeface="Calibri Light"/>
              </a:rPr>
              <a:t>)</a:t>
            </a:r>
          </a:p>
        </p:txBody>
      </p:sp>
      <p:sp>
        <p:nvSpPr>
          <p:cNvPr id="34" name="TextBox 33">
            <a:extLst>
              <a:ext uri="{FF2B5EF4-FFF2-40B4-BE49-F238E27FC236}">
                <a16:creationId xmlns:a16="http://schemas.microsoft.com/office/drawing/2014/main" id="{88288202-46D8-8C40-B224-B35F136AEB9D}"/>
              </a:ext>
            </a:extLst>
          </p:cNvPr>
          <p:cNvSpPr txBox="1"/>
          <p:nvPr/>
        </p:nvSpPr>
        <p:spPr>
          <a:xfrm>
            <a:off x="5343068" y="3365498"/>
            <a:ext cx="17144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rgbClr val="0063A6"/>
                </a:solidFill>
                <a:cs typeface="Calibri Light"/>
              </a:rPr>
              <a:t>Bucket Size</a:t>
            </a:r>
          </a:p>
        </p:txBody>
      </p:sp>
      <p:sp>
        <p:nvSpPr>
          <p:cNvPr id="35" name="TextBox 34">
            <a:extLst>
              <a:ext uri="{FF2B5EF4-FFF2-40B4-BE49-F238E27FC236}">
                <a16:creationId xmlns:a16="http://schemas.microsoft.com/office/drawing/2014/main" id="{B186BF8B-1A8E-8FE4-850C-B4DAF39F0C8D}"/>
              </a:ext>
            </a:extLst>
          </p:cNvPr>
          <p:cNvSpPr txBox="1"/>
          <p:nvPr/>
        </p:nvSpPr>
        <p:spPr>
          <a:xfrm>
            <a:off x="5888491" y="2264455"/>
            <a:ext cx="24492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dirty="0">
                <a:latin typeface="Consolas"/>
                <a:cs typeface="Calibri Light"/>
              </a:rPr>
              <a:t>X</a:t>
            </a:r>
            <a:endParaRPr lang="en-US" sz="2800">
              <a:latin typeface="Consolas"/>
            </a:endParaRPr>
          </a:p>
        </p:txBody>
      </p:sp>
      <p:sp>
        <p:nvSpPr>
          <p:cNvPr id="36" name="Oval 35">
            <a:extLst>
              <a:ext uri="{FF2B5EF4-FFF2-40B4-BE49-F238E27FC236}">
                <a16:creationId xmlns:a16="http://schemas.microsoft.com/office/drawing/2014/main" id="{722D43F2-85EA-0C6B-5F48-7E7B3DE59542}"/>
              </a:ext>
            </a:extLst>
          </p:cNvPr>
          <p:cNvSpPr/>
          <p:nvPr/>
        </p:nvSpPr>
        <p:spPr>
          <a:xfrm>
            <a:off x="7343312" y="2355162"/>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A6B1D824-F439-0052-5504-DB97D37D03C0}"/>
              </a:ext>
            </a:extLst>
          </p:cNvPr>
          <p:cNvSpPr txBox="1"/>
          <p:nvPr/>
        </p:nvSpPr>
        <p:spPr>
          <a:xfrm>
            <a:off x="7508874" y="2309812"/>
            <a:ext cx="124505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cs typeface="Calibri Light"/>
              </a:rPr>
              <a:t>… Token</a:t>
            </a:r>
          </a:p>
        </p:txBody>
      </p:sp>
      <p:pic>
        <p:nvPicPr>
          <p:cNvPr id="51" name="Graphic 50" descr="Hourglass Finished with solid fill">
            <a:extLst>
              <a:ext uri="{FF2B5EF4-FFF2-40B4-BE49-F238E27FC236}">
                <a16:creationId xmlns:a16="http://schemas.microsoft.com/office/drawing/2014/main" id="{9451BDC2-1BA1-D829-D10E-CF2164B6F9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47440" y="1697263"/>
            <a:ext cx="497117" cy="424545"/>
          </a:xfrm>
          <a:prstGeom prst="rect">
            <a:avLst/>
          </a:prstGeom>
        </p:spPr>
      </p:pic>
      <p:sp>
        <p:nvSpPr>
          <p:cNvPr id="53" name="TextBox 52">
            <a:extLst>
              <a:ext uri="{FF2B5EF4-FFF2-40B4-BE49-F238E27FC236}">
                <a16:creationId xmlns:a16="http://schemas.microsoft.com/office/drawing/2014/main" id="{EE467E63-9A73-0348-AC7B-3E08C2258EC5}"/>
              </a:ext>
            </a:extLst>
          </p:cNvPr>
          <p:cNvSpPr txBox="1"/>
          <p:nvPr/>
        </p:nvSpPr>
        <p:spPr>
          <a:xfrm>
            <a:off x="6905623" y="2704421"/>
            <a:ext cx="153987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cs typeface="Calibri Light"/>
              </a:rPr>
              <a:t>1 Token removed per error message</a:t>
            </a:r>
            <a:endParaRPr lang="en-US" sz="1400">
              <a:cs typeface="Calibri Light"/>
            </a:endParaRPr>
          </a:p>
        </p:txBody>
      </p:sp>
    </p:spTree>
    <p:extLst>
      <p:ext uri="{BB962C8B-B14F-4D97-AF65-F5344CB8AC3E}">
        <p14:creationId xmlns:p14="http://schemas.microsoft.com/office/powerpoint/2010/main" val="15536108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Graphic 43" descr="Box outline">
            <a:extLst>
              <a:ext uri="{FF2B5EF4-FFF2-40B4-BE49-F238E27FC236}">
                <a16:creationId xmlns:a16="http://schemas.microsoft.com/office/drawing/2014/main" id="{167586E4-A97A-38D5-BCA3-19F2EE59C7E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96867" y="3402693"/>
            <a:ext cx="542474" cy="524330"/>
          </a:xfrm>
          <a:prstGeom prst="rect">
            <a:avLst/>
          </a:prstGeom>
        </p:spPr>
      </p:pic>
      <p:sp>
        <p:nvSpPr>
          <p:cNvPr id="6" name="Textplatzhalter 2">
            <a:extLst>
              <a:ext uri="{FF2B5EF4-FFF2-40B4-BE49-F238E27FC236}">
                <a16:creationId xmlns:a16="http://schemas.microsoft.com/office/drawing/2014/main" id="{CC79AB2A-9EDE-A2DD-0E54-5A635E8705E8}"/>
              </a:ext>
            </a:extLst>
          </p:cNvPr>
          <p:cNvSpPr txBox="1">
            <a:spLocks/>
          </p:cNvSpPr>
          <p:nvPr/>
        </p:nvSpPr>
        <p:spPr>
          <a:xfrm>
            <a:off x="315500" y="2199201"/>
            <a:ext cx="2700000" cy="554156"/>
          </a:xfrm>
          <a:prstGeom prst="rect">
            <a:avLst/>
          </a:prstGeom>
        </p:spPr>
        <p:txBody>
          <a:bodyPr vert="horz" lIns="0" tIns="0" rIns="0" bIns="0" rtlCol="0" anchor="b" anchorCtr="0">
            <a:noAutofit/>
          </a:bodyPr>
          <a:lstStyle>
            <a:lvl1pPr marL="179388" indent="-180000" algn="l" defTabSz="685783" rtl="0" eaLnBrk="1" latinLnBrk="0" hangingPunct="1">
              <a:lnSpc>
                <a:spcPct val="110000"/>
              </a:lnSpc>
              <a:spcBef>
                <a:spcPts val="0"/>
              </a:spcBef>
              <a:spcAft>
                <a:spcPts val="375"/>
              </a:spcAft>
              <a:buSzPct val="80000"/>
              <a:buFont typeface="Arial" panose="020B0604020202020204" pitchFamily="34" charset="0"/>
              <a:buChar char="•"/>
              <a:tabLst/>
              <a:defRPr sz="1800" b="0" i="0" kern="1200">
                <a:solidFill>
                  <a:schemeClr val="tx1"/>
                </a:solidFill>
                <a:latin typeface="+mn-lt"/>
                <a:ea typeface="+mn-ea"/>
                <a:cs typeface="Calibri Light" panose="020F0302020204030204" pitchFamily="34" charset="0"/>
              </a:defRPr>
            </a:lvl1pPr>
            <a:lvl2pPr marL="36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500" b="0" i="0" kern="1200">
                <a:solidFill>
                  <a:schemeClr val="tx1"/>
                </a:solidFill>
                <a:latin typeface="+mn-lt"/>
                <a:ea typeface="+mn-ea"/>
                <a:cs typeface="Calibri Light" panose="020F0302020204030204" pitchFamily="34" charset="0"/>
              </a:defRPr>
            </a:lvl2pPr>
            <a:lvl3pPr marL="54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350" b="0" i="0" kern="1200">
                <a:solidFill>
                  <a:schemeClr val="tx1"/>
                </a:solidFill>
                <a:latin typeface="+mn-lt"/>
                <a:ea typeface="+mn-ea"/>
                <a:cs typeface="Calibri Light" panose="020F0302020204030204" pitchFamily="34" charset="0"/>
              </a:defRPr>
            </a:lvl3pPr>
            <a:lvl4pPr marL="72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4pPr>
            <a:lvl5pPr marL="90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indent="-342900">
              <a:buFont typeface="Arial" panose="020B0604020202020204" pitchFamily="34" charset="0"/>
              <a:buAutoNum type="arabicPeriod"/>
            </a:pPr>
            <a:r>
              <a:rPr lang="en-GB" sz="2400">
                <a:latin typeface="Calibri Light"/>
                <a:cs typeface="Calibri Light"/>
              </a:rPr>
              <a:t>Controlled Environment</a:t>
            </a:r>
            <a:endParaRPr lang="en-GB" sz="2400"/>
          </a:p>
        </p:txBody>
      </p:sp>
      <p:sp>
        <p:nvSpPr>
          <p:cNvPr id="3" name="Rectangle 2">
            <a:extLst>
              <a:ext uri="{FF2B5EF4-FFF2-40B4-BE49-F238E27FC236}">
                <a16:creationId xmlns:a16="http://schemas.microsoft.com/office/drawing/2014/main" id="{DD5D8EFF-E8AF-B891-F470-093CC3C20E9E}"/>
              </a:ext>
            </a:extLst>
          </p:cNvPr>
          <p:cNvSpPr/>
          <p:nvPr/>
        </p:nvSpPr>
        <p:spPr>
          <a:xfrm>
            <a:off x="122463" y="1555295"/>
            <a:ext cx="2447245" cy="164102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el 1">
            <a:extLst>
              <a:ext uri="{FF2B5EF4-FFF2-40B4-BE49-F238E27FC236}">
                <a16:creationId xmlns:a16="http://schemas.microsoft.com/office/drawing/2014/main" id="{BEAB10C9-2557-B632-0208-D5627E80860E}"/>
              </a:ext>
            </a:extLst>
          </p:cNvPr>
          <p:cNvSpPr>
            <a:spLocks noGrp="1"/>
          </p:cNvSpPr>
          <p:nvPr>
            <p:ph type="title"/>
          </p:nvPr>
        </p:nvSpPr>
        <p:spPr>
          <a:xfrm>
            <a:off x="250825" y="252000"/>
            <a:ext cx="8640000" cy="864000"/>
          </a:xfrm>
        </p:spPr>
        <p:txBody>
          <a:bodyPr/>
          <a:lstStyle/>
          <a:p>
            <a:r>
              <a:rPr lang="en-GB" sz="4400">
                <a:cs typeface="Calibri Light"/>
              </a:rPr>
              <a:t>Methods Overview</a:t>
            </a:r>
            <a:endParaRPr lang="en-US"/>
          </a:p>
        </p:txBody>
      </p:sp>
      <p:sp>
        <p:nvSpPr>
          <p:cNvPr id="28" name="Content Placeholder 27">
            <a:extLst>
              <a:ext uri="{FF2B5EF4-FFF2-40B4-BE49-F238E27FC236}">
                <a16:creationId xmlns:a16="http://schemas.microsoft.com/office/drawing/2014/main" id="{13EC64ED-5974-ECA7-D5D2-46E878096480}"/>
              </a:ext>
            </a:extLst>
          </p:cNvPr>
          <p:cNvSpPr>
            <a:spLocks noGrp="1"/>
          </p:cNvSpPr>
          <p:nvPr>
            <p:ph idx="1"/>
          </p:nvPr>
        </p:nvSpPr>
        <p:spPr>
          <a:xfrm>
            <a:off x="2863396" y="983796"/>
            <a:ext cx="6028645" cy="738287"/>
          </a:xfrm>
        </p:spPr>
        <p:txBody>
          <a:bodyPr vert="horz" lIns="0" tIns="0" rIns="0" bIns="0" rtlCol="0" anchor="t">
            <a:noAutofit/>
          </a:bodyPr>
          <a:lstStyle/>
          <a:p>
            <a:pPr marL="179070" indent="-179705"/>
            <a:r>
              <a:rPr lang="en-US" dirty="0">
                <a:ea typeface="Calibri Light"/>
                <a:cs typeface="Calibri Light"/>
              </a:rPr>
              <a:t>Origination of ICMPv6 error messages </a:t>
            </a:r>
            <a:r>
              <a:rPr lang="en-US" b="1" dirty="0">
                <a:ea typeface="Calibri Light"/>
                <a:cs typeface="Calibri Light"/>
              </a:rPr>
              <a:t>must be </a:t>
            </a:r>
            <a:r>
              <a:rPr lang="en-US" dirty="0">
                <a:ea typeface="Calibri Light"/>
                <a:cs typeface="Calibri Light"/>
              </a:rPr>
              <a:t>rate limited</a:t>
            </a:r>
            <a:endParaRPr lang="en-US">
              <a:ea typeface="Calibri Light"/>
            </a:endParaRPr>
          </a:p>
          <a:p>
            <a:pPr marL="179070" indent="-179705"/>
            <a:r>
              <a:rPr lang="en-US" dirty="0">
                <a:ea typeface="Calibri Light"/>
                <a:cs typeface="Calibri Light"/>
              </a:rPr>
              <a:t>Measure &amp; detect </a:t>
            </a:r>
            <a:r>
              <a:rPr lang="en-US" b="1" dirty="0">
                <a:ea typeface="Calibri Light"/>
                <a:cs typeface="Calibri Light"/>
              </a:rPr>
              <a:t>rate limits</a:t>
            </a:r>
            <a:r>
              <a:rPr lang="en-US" dirty="0">
                <a:ea typeface="Calibri Light"/>
                <a:cs typeface="Calibri Light"/>
              </a:rPr>
              <a:t> that are </a:t>
            </a:r>
            <a:r>
              <a:rPr lang="en-US" b="1" dirty="0">
                <a:ea typeface="Calibri Light"/>
                <a:cs typeface="Calibri Light"/>
              </a:rPr>
              <a:t>unique to vendors</a:t>
            </a:r>
            <a:endParaRPr lang="en-US" dirty="0">
              <a:ea typeface="Calibri Light"/>
            </a:endParaRPr>
          </a:p>
        </p:txBody>
      </p:sp>
      <p:sp>
        <p:nvSpPr>
          <p:cNvPr id="4" name="Foliennummernplatzhalter 4">
            <a:extLst>
              <a:ext uri="{FF2B5EF4-FFF2-40B4-BE49-F238E27FC236}">
                <a16:creationId xmlns:a16="http://schemas.microsoft.com/office/drawing/2014/main" id="{BC1F01FD-DC27-0ADF-15AF-A7676E3E20EB}"/>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a:solidFill>
                  <a:srgbClr val="0063A6"/>
                </a:solidFill>
                <a:cs typeface="Calibri Light"/>
              </a:rPr>
              <a:t>21</a:t>
            </a:r>
          </a:p>
        </p:txBody>
      </p:sp>
      <p:sp>
        <p:nvSpPr>
          <p:cNvPr id="13" name="Trapezoid 12">
            <a:extLst>
              <a:ext uri="{FF2B5EF4-FFF2-40B4-BE49-F238E27FC236}">
                <a16:creationId xmlns:a16="http://schemas.microsoft.com/office/drawing/2014/main" id="{BDA70E82-1A94-0A26-130F-9D5257EBA9FF}"/>
              </a:ext>
            </a:extLst>
          </p:cNvPr>
          <p:cNvSpPr/>
          <p:nvPr/>
        </p:nvSpPr>
        <p:spPr>
          <a:xfrm rot="10800000">
            <a:off x="5281838" y="2281465"/>
            <a:ext cx="1030741" cy="1079499"/>
          </a:xfrm>
          <a:prstGeom prst="trapezoid">
            <a:avLst/>
          </a:prstGeom>
          <a:noFill/>
          <a:ln w="28575">
            <a:solidFill>
              <a:srgbClr val="0063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F4933C1E-8BAE-185F-1D8D-ACEFD449CAD2}"/>
              </a:ext>
            </a:extLst>
          </p:cNvPr>
          <p:cNvSpPr/>
          <p:nvPr/>
        </p:nvSpPr>
        <p:spPr>
          <a:xfrm>
            <a:off x="4658178" y="1810883"/>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C99A321-4C83-3567-8284-A87370AE245B}"/>
              </a:ext>
            </a:extLst>
          </p:cNvPr>
          <p:cNvSpPr/>
          <p:nvPr/>
        </p:nvSpPr>
        <p:spPr>
          <a:xfrm>
            <a:off x="5129891" y="1801810"/>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5F29913-8ACA-9522-0F5B-1286F057A056}"/>
              </a:ext>
            </a:extLst>
          </p:cNvPr>
          <p:cNvSpPr/>
          <p:nvPr/>
        </p:nvSpPr>
        <p:spPr>
          <a:xfrm>
            <a:off x="4204603" y="1801808"/>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E302687-0651-5ED6-0731-1744D362ACAA}"/>
              </a:ext>
            </a:extLst>
          </p:cNvPr>
          <p:cNvSpPr/>
          <p:nvPr/>
        </p:nvSpPr>
        <p:spPr>
          <a:xfrm>
            <a:off x="5438316" y="2400523"/>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3B69B24-F958-B9FF-E37F-F1076D2E2970}"/>
              </a:ext>
            </a:extLst>
          </p:cNvPr>
          <p:cNvSpPr/>
          <p:nvPr/>
        </p:nvSpPr>
        <p:spPr>
          <a:xfrm>
            <a:off x="5692316" y="2518450"/>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48B9DE4-1029-B969-920B-6237CF710789}"/>
              </a:ext>
            </a:extLst>
          </p:cNvPr>
          <p:cNvSpPr/>
          <p:nvPr/>
        </p:nvSpPr>
        <p:spPr>
          <a:xfrm>
            <a:off x="5529029" y="2754307"/>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5A3892F-F965-F0C4-6E01-B1887C27905B}"/>
              </a:ext>
            </a:extLst>
          </p:cNvPr>
          <p:cNvSpPr/>
          <p:nvPr/>
        </p:nvSpPr>
        <p:spPr>
          <a:xfrm>
            <a:off x="5855600" y="2745235"/>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679D19-F298-79F0-16B1-F095BF563B8E}"/>
              </a:ext>
            </a:extLst>
          </p:cNvPr>
          <p:cNvSpPr/>
          <p:nvPr/>
        </p:nvSpPr>
        <p:spPr>
          <a:xfrm>
            <a:off x="5964456" y="2400519"/>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39BDEA4A-7DEA-38AA-B892-DB04D53B1FB3}"/>
              </a:ext>
            </a:extLst>
          </p:cNvPr>
          <p:cNvSpPr/>
          <p:nvPr/>
        </p:nvSpPr>
        <p:spPr>
          <a:xfrm>
            <a:off x="5683242" y="3062734"/>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37393DE-59DF-3B88-9355-0C1AE78E1D5E}"/>
              </a:ext>
            </a:extLst>
          </p:cNvPr>
          <p:cNvSpPr/>
          <p:nvPr/>
        </p:nvSpPr>
        <p:spPr>
          <a:xfrm>
            <a:off x="6672027" y="3062734"/>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E3F8126A-0AED-2DD2-0BA2-CC6A166256C8}"/>
              </a:ext>
            </a:extLst>
          </p:cNvPr>
          <p:cNvSpPr txBox="1"/>
          <p:nvPr/>
        </p:nvSpPr>
        <p:spPr>
          <a:xfrm>
            <a:off x="4240892" y="3845153"/>
            <a:ext cx="92188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cs typeface="Calibri Light"/>
              </a:rPr>
              <a:t>Requests</a:t>
            </a:r>
          </a:p>
        </p:txBody>
      </p:sp>
      <p:sp>
        <p:nvSpPr>
          <p:cNvPr id="30" name="Arrow: Bent 29">
            <a:extLst>
              <a:ext uri="{FF2B5EF4-FFF2-40B4-BE49-F238E27FC236}">
                <a16:creationId xmlns:a16="http://schemas.microsoft.com/office/drawing/2014/main" id="{AF4A8C9E-40EB-D3F3-7C12-71560DC76834}"/>
              </a:ext>
            </a:extLst>
          </p:cNvPr>
          <p:cNvSpPr/>
          <p:nvPr/>
        </p:nvSpPr>
        <p:spPr>
          <a:xfrm rot="5400000">
            <a:off x="6416901" y="2471963"/>
            <a:ext cx="427490" cy="554491"/>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Arrow: Bent 30">
            <a:extLst>
              <a:ext uri="{FF2B5EF4-FFF2-40B4-BE49-F238E27FC236}">
                <a16:creationId xmlns:a16="http://schemas.microsoft.com/office/drawing/2014/main" id="{86C6E325-F2F0-0385-DB0A-6231928BF7AF}"/>
              </a:ext>
            </a:extLst>
          </p:cNvPr>
          <p:cNvSpPr/>
          <p:nvPr/>
        </p:nvSpPr>
        <p:spPr>
          <a:xfrm rot="5400000">
            <a:off x="5523363" y="1823355"/>
            <a:ext cx="336776" cy="400277"/>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TextBox 31">
            <a:extLst>
              <a:ext uri="{FF2B5EF4-FFF2-40B4-BE49-F238E27FC236}">
                <a16:creationId xmlns:a16="http://schemas.microsoft.com/office/drawing/2014/main" id="{16BB91FE-E7BA-1EC6-91FF-86C57614D663}"/>
              </a:ext>
            </a:extLst>
          </p:cNvPr>
          <p:cNvSpPr txBox="1"/>
          <p:nvPr/>
        </p:nvSpPr>
        <p:spPr>
          <a:xfrm>
            <a:off x="4327069" y="2013857"/>
            <a:ext cx="10250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rgbClr val="0063A6"/>
                </a:solidFill>
                <a:cs typeface="Calibri Light"/>
              </a:rPr>
              <a:t>Refill Size</a:t>
            </a:r>
          </a:p>
        </p:txBody>
      </p:sp>
      <p:sp>
        <p:nvSpPr>
          <p:cNvPr id="33" name="TextBox 32">
            <a:extLst>
              <a:ext uri="{FF2B5EF4-FFF2-40B4-BE49-F238E27FC236}">
                <a16:creationId xmlns:a16="http://schemas.microsoft.com/office/drawing/2014/main" id="{C2634F5C-D22E-009E-4A13-381E5D32538E}"/>
              </a:ext>
            </a:extLst>
          </p:cNvPr>
          <p:cNvSpPr txBox="1"/>
          <p:nvPr/>
        </p:nvSpPr>
        <p:spPr>
          <a:xfrm>
            <a:off x="6268355" y="1759855"/>
            <a:ext cx="204107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rgbClr val="0063A6"/>
                </a:solidFill>
                <a:cs typeface="Calibri Light"/>
              </a:rPr>
              <a:t>Refill Interval (</a:t>
            </a:r>
            <a:r>
              <a:rPr lang="en-US" sz="1400" b="1" err="1">
                <a:solidFill>
                  <a:srgbClr val="0063A6"/>
                </a:solidFill>
                <a:cs typeface="Calibri Light"/>
              </a:rPr>
              <a:t>ms</a:t>
            </a:r>
            <a:r>
              <a:rPr lang="en-US" sz="1400" b="1" dirty="0">
                <a:solidFill>
                  <a:srgbClr val="0063A6"/>
                </a:solidFill>
                <a:cs typeface="Calibri Light"/>
              </a:rPr>
              <a:t>)</a:t>
            </a:r>
          </a:p>
        </p:txBody>
      </p:sp>
      <p:sp>
        <p:nvSpPr>
          <p:cNvPr id="34" name="TextBox 33">
            <a:extLst>
              <a:ext uri="{FF2B5EF4-FFF2-40B4-BE49-F238E27FC236}">
                <a16:creationId xmlns:a16="http://schemas.microsoft.com/office/drawing/2014/main" id="{88288202-46D8-8C40-B224-B35F136AEB9D}"/>
              </a:ext>
            </a:extLst>
          </p:cNvPr>
          <p:cNvSpPr txBox="1"/>
          <p:nvPr/>
        </p:nvSpPr>
        <p:spPr>
          <a:xfrm>
            <a:off x="5343068" y="3365498"/>
            <a:ext cx="17144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rgbClr val="0063A6"/>
                </a:solidFill>
                <a:cs typeface="Calibri Light"/>
              </a:rPr>
              <a:t>Bucket Size</a:t>
            </a:r>
          </a:p>
        </p:txBody>
      </p:sp>
      <p:sp>
        <p:nvSpPr>
          <p:cNvPr id="35" name="TextBox 34">
            <a:extLst>
              <a:ext uri="{FF2B5EF4-FFF2-40B4-BE49-F238E27FC236}">
                <a16:creationId xmlns:a16="http://schemas.microsoft.com/office/drawing/2014/main" id="{B186BF8B-1A8E-8FE4-850C-B4DAF39F0C8D}"/>
              </a:ext>
            </a:extLst>
          </p:cNvPr>
          <p:cNvSpPr txBox="1"/>
          <p:nvPr/>
        </p:nvSpPr>
        <p:spPr>
          <a:xfrm>
            <a:off x="5888491" y="2264455"/>
            <a:ext cx="24492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dirty="0">
                <a:latin typeface="Consolas"/>
                <a:cs typeface="Calibri Light"/>
              </a:rPr>
              <a:t>X</a:t>
            </a:r>
            <a:endParaRPr lang="en-US" sz="2800">
              <a:latin typeface="Consolas"/>
            </a:endParaRPr>
          </a:p>
        </p:txBody>
      </p:sp>
      <p:sp>
        <p:nvSpPr>
          <p:cNvPr id="36" name="Oval 35">
            <a:extLst>
              <a:ext uri="{FF2B5EF4-FFF2-40B4-BE49-F238E27FC236}">
                <a16:creationId xmlns:a16="http://schemas.microsoft.com/office/drawing/2014/main" id="{722D43F2-85EA-0C6B-5F48-7E7B3DE59542}"/>
              </a:ext>
            </a:extLst>
          </p:cNvPr>
          <p:cNvSpPr/>
          <p:nvPr/>
        </p:nvSpPr>
        <p:spPr>
          <a:xfrm>
            <a:off x="7343312" y="2355162"/>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A6B1D824-F439-0052-5504-DB97D37D03C0}"/>
              </a:ext>
            </a:extLst>
          </p:cNvPr>
          <p:cNvSpPr txBox="1"/>
          <p:nvPr/>
        </p:nvSpPr>
        <p:spPr>
          <a:xfrm>
            <a:off x="7508874" y="2309812"/>
            <a:ext cx="124505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cs typeface="Calibri Light"/>
              </a:rPr>
              <a:t>… Token</a:t>
            </a:r>
          </a:p>
        </p:txBody>
      </p:sp>
      <p:pic>
        <p:nvPicPr>
          <p:cNvPr id="41" name="Graphic 40" descr="Programmer female outline">
            <a:extLst>
              <a:ext uri="{FF2B5EF4-FFF2-40B4-BE49-F238E27FC236}">
                <a16:creationId xmlns:a16="http://schemas.microsoft.com/office/drawing/2014/main" id="{E578646A-5721-C7A9-2D8F-080CD2853DE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09113" y="3400433"/>
            <a:ext cx="914400" cy="914400"/>
          </a:xfrm>
          <a:prstGeom prst="rect">
            <a:avLst/>
          </a:prstGeom>
        </p:spPr>
      </p:pic>
      <p:pic>
        <p:nvPicPr>
          <p:cNvPr id="43" name="Graphic 42" descr="Flag outline">
            <a:extLst>
              <a:ext uri="{FF2B5EF4-FFF2-40B4-BE49-F238E27FC236}">
                <a16:creationId xmlns:a16="http://schemas.microsoft.com/office/drawing/2014/main" id="{9361BB32-6F7C-EC2F-80D8-5C21FC08901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30110" y="3739177"/>
            <a:ext cx="601693" cy="612476"/>
          </a:xfrm>
          <a:prstGeom prst="rect">
            <a:avLst/>
          </a:prstGeom>
        </p:spPr>
      </p:pic>
      <p:sp>
        <p:nvSpPr>
          <p:cNvPr id="45" name="TextBox 44">
            <a:extLst>
              <a:ext uri="{FF2B5EF4-FFF2-40B4-BE49-F238E27FC236}">
                <a16:creationId xmlns:a16="http://schemas.microsoft.com/office/drawing/2014/main" id="{C58A62FB-982A-8047-B83F-225C84F33C6E}"/>
              </a:ext>
            </a:extLst>
          </p:cNvPr>
          <p:cNvSpPr txBox="1"/>
          <p:nvPr/>
        </p:nvSpPr>
        <p:spPr>
          <a:xfrm>
            <a:off x="3998229" y="3544662"/>
            <a:ext cx="183696" cy="3000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latin typeface="Consolas"/>
                <a:cs typeface="Calibri Light"/>
              </a:rPr>
              <a:t>1</a:t>
            </a:r>
            <a:endParaRPr lang="en-US" dirty="0">
              <a:latin typeface="Consolas"/>
            </a:endParaRPr>
          </a:p>
        </p:txBody>
      </p:sp>
      <p:pic>
        <p:nvPicPr>
          <p:cNvPr id="48" name="Graphic 47" descr="Server outline">
            <a:extLst>
              <a:ext uri="{FF2B5EF4-FFF2-40B4-BE49-F238E27FC236}">
                <a16:creationId xmlns:a16="http://schemas.microsoft.com/office/drawing/2014/main" id="{02506A44-8481-D629-CB8A-6F873246513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50311" y="3554990"/>
            <a:ext cx="914400" cy="914400"/>
          </a:xfrm>
          <a:prstGeom prst="rect">
            <a:avLst/>
          </a:prstGeom>
        </p:spPr>
      </p:pic>
      <p:pic>
        <p:nvPicPr>
          <p:cNvPr id="51" name="Graphic 50" descr="Hourglass Finished with solid fill">
            <a:extLst>
              <a:ext uri="{FF2B5EF4-FFF2-40B4-BE49-F238E27FC236}">
                <a16:creationId xmlns:a16="http://schemas.microsoft.com/office/drawing/2014/main" id="{9451BDC2-1BA1-D829-D10E-CF2164B6F92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847440" y="1697263"/>
            <a:ext cx="497117" cy="424545"/>
          </a:xfrm>
          <a:prstGeom prst="rect">
            <a:avLst/>
          </a:prstGeom>
        </p:spPr>
      </p:pic>
      <p:sp>
        <p:nvSpPr>
          <p:cNvPr id="53" name="TextBox 52">
            <a:extLst>
              <a:ext uri="{FF2B5EF4-FFF2-40B4-BE49-F238E27FC236}">
                <a16:creationId xmlns:a16="http://schemas.microsoft.com/office/drawing/2014/main" id="{EE467E63-9A73-0348-AC7B-3E08C2258EC5}"/>
              </a:ext>
            </a:extLst>
          </p:cNvPr>
          <p:cNvSpPr txBox="1"/>
          <p:nvPr/>
        </p:nvSpPr>
        <p:spPr>
          <a:xfrm>
            <a:off x="6905623" y="2704421"/>
            <a:ext cx="153987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cs typeface="Calibri Light"/>
              </a:rPr>
              <a:t>1 Token removed per error message</a:t>
            </a:r>
            <a:endParaRPr lang="en-US" sz="1400">
              <a:cs typeface="Calibri Light"/>
            </a:endParaRPr>
          </a:p>
        </p:txBody>
      </p:sp>
      <p:cxnSp>
        <p:nvCxnSpPr>
          <p:cNvPr id="54" name="Straight Arrow Connector 53">
            <a:extLst>
              <a:ext uri="{FF2B5EF4-FFF2-40B4-BE49-F238E27FC236}">
                <a16:creationId xmlns:a16="http://schemas.microsoft.com/office/drawing/2014/main" id="{134020E7-B45A-8998-C895-E5647788573E}"/>
              </a:ext>
            </a:extLst>
          </p:cNvPr>
          <p:cNvCxnSpPr/>
          <p:nvPr/>
        </p:nvCxnSpPr>
        <p:spPr>
          <a:xfrm flipV="1">
            <a:off x="4085317" y="4142466"/>
            <a:ext cx="1195612" cy="1088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09294305-7159-3843-7C77-887DC3EF6103}"/>
              </a:ext>
            </a:extLst>
          </p:cNvPr>
          <p:cNvSpPr txBox="1"/>
          <p:nvPr/>
        </p:nvSpPr>
        <p:spPr>
          <a:xfrm>
            <a:off x="4264705" y="4143373"/>
            <a:ext cx="78694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0063A6"/>
                </a:solidFill>
                <a:latin typeface="Consolas"/>
                <a:cs typeface="Calibri Light"/>
              </a:rPr>
              <a:t>10 sec</a:t>
            </a:r>
          </a:p>
        </p:txBody>
      </p:sp>
      <p:pic>
        <p:nvPicPr>
          <p:cNvPr id="56" name="Graphic 55" descr="Box outline">
            <a:extLst>
              <a:ext uri="{FF2B5EF4-FFF2-40B4-BE49-F238E27FC236}">
                <a16:creationId xmlns:a16="http://schemas.microsoft.com/office/drawing/2014/main" id="{0EEE3359-EBC1-52D1-D764-E2CA484125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22581" y="3411764"/>
            <a:ext cx="542474" cy="524330"/>
          </a:xfrm>
          <a:prstGeom prst="rect">
            <a:avLst/>
          </a:prstGeom>
        </p:spPr>
      </p:pic>
      <p:sp>
        <p:nvSpPr>
          <p:cNvPr id="57" name="TextBox 56">
            <a:extLst>
              <a:ext uri="{FF2B5EF4-FFF2-40B4-BE49-F238E27FC236}">
                <a16:creationId xmlns:a16="http://schemas.microsoft.com/office/drawing/2014/main" id="{12C426D5-997E-70AE-446B-FA73F79AD00B}"/>
              </a:ext>
            </a:extLst>
          </p:cNvPr>
          <p:cNvSpPr txBox="1"/>
          <p:nvPr/>
        </p:nvSpPr>
        <p:spPr>
          <a:xfrm>
            <a:off x="4723943" y="3553733"/>
            <a:ext cx="183696" cy="3000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latin typeface="Consolas"/>
                <a:cs typeface="Calibri Light"/>
              </a:rPr>
              <a:t>x</a:t>
            </a:r>
          </a:p>
        </p:txBody>
      </p:sp>
      <p:sp>
        <p:nvSpPr>
          <p:cNvPr id="58" name="TextBox 57">
            <a:extLst>
              <a:ext uri="{FF2B5EF4-FFF2-40B4-BE49-F238E27FC236}">
                <a16:creationId xmlns:a16="http://schemas.microsoft.com/office/drawing/2014/main" id="{576C9405-CA08-C389-28C0-2316A0FD7C84}"/>
              </a:ext>
            </a:extLst>
          </p:cNvPr>
          <p:cNvSpPr txBox="1"/>
          <p:nvPr/>
        </p:nvSpPr>
        <p:spPr>
          <a:xfrm>
            <a:off x="7057570" y="3889375"/>
            <a:ext cx="136978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cs typeface="Calibri Light"/>
              </a:rPr>
              <a:t>IP behind router</a:t>
            </a:r>
          </a:p>
        </p:txBody>
      </p:sp>
      <p:sp>
        <p:nvSpPr>
          <p:cNvPr id="59" name="TextBox 58">
            <a:extLst>
              <a:ext uri="{FF2B5EF4-FFF2-40B4-BE49-F238E27FC236}">
                <a16:creationId xmlns:a16="http://schemas.microsoft.com/office/drawing/2014/main" id="{6325BA3B-DC0F-0CCA-231F-938468B63E70}"/>
              </a:ext>
            </a:extLst>
          </p:cNvPr>
          <p:cNvSpPr txBox="1"/>
          <p:nvPr/>
        </p:nvSpPr>
        <p:spPr>
          <a:xfrm>
            <a:off x="4468811" y="3542393"/>
            <a:ext cx="334508" cy="3000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cs typeface="Calibri Light"/>
              </a:rPr>
              <a:t>...</a:t>
            </a:r>
            <a:endParaRPr lang="en-US" dirty="0"/>
          </a:p>
        </p:txBody>
      </p:sp>
      <p:sp>
        <p:nvSpPr>
          <p:cNvPr id="65" name="TextBox 64">
            <a:extLst>
              <a:ext uri="{FF2B5EF4-FFF2-40B4-BE49-F238E27FC236}">
                <a16:creationId xmlns:a16="http://schemas.microsoft.com/office/drawing/2014/main" id="{1EFEFAA9-BD72-3B7A-CA93-05CABE4DEBEE}"/>
              </a:ext>
            </a:extLst>
          </p:cNvPr>
          <p:cNvSpPr txBox="1"/>
          <p:nvPr/>
        </p:nvSpPr>
        <p:spPr>
          <a:xfrm>
            <a:off x="5488212" y="4297589"/>
            <a:ext cx="106135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cs typeface="Calibri Light"/>
              </a:rPr>
              <a:t>Target Router</a:t>
            </a:r>
            <a:endParaRPr lang="en-US" dirty="0"/>
          </a:p>
        </p:txBody>
      </p:sp>
    </p:spTree>
    <p:extLst>
      <p:ext uri="{BB962C8B-B14F-4D97-AF65-F5344CB8AC3E}">
        <p14:creationId xmlns:p14="http://schemas.microsoft.com/office/powerpoint/2010/main" val="989431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Graphic 43" descr="Box outline">
            <a:extLst>
              <a:ext uri="{FF2B5EF4-FFF2-40B4-BE49-F238E27FC236}">
                <a16:creationId xmlns:a16="http://schemas.microsoft.com/office/drawing/2014/main" id="{167586E4-A97A-38D5-BCA3-19F2EE59C7E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96867" y="3402693"/>
            <a:ext cx="542474" cy="524330"/>
          </a:xfrm>
          <a:prstGeom prst="rect">
            <a:avLst/>
          </a:prstGeom>
        </p:spPr>
      </p:pic>
      <p:sp>
        <p:nvSpPr>
          <p:cNvPr id="6" name="Textplatzhalter 2">
            <a:extLst>
              <a:ext uri="{FF2B5EF4-FFF2-40B4-BE49-F238E27FC236}">
                <a16:creationId xmlns:a16="http://schemas.microsoft.com/office/drawing/2014/main" id="{CC79AB2A-9EDE-A2DD-0E54-5A635E8705E8}"/>
              </a:ext>
            </a:extLst>
          </p:cNvPr>
          <p:cNvSpPr txBox="1">
            <a:spLocks/>
          </p:cNvSpPr>
          <p:nvPr/>
        </p:nvSpPr>
        <p:spPr>
          <a:xfrm>
            <a:off x="315500" y="2199201"/>
            <a:ext cx="2700000" cy="554156"/>
          </a:xfrm>
          <a:prstGeom prst="rect">
            <a:avLst/>
          </a:prstGeom>
        </p:spPr>
        <p:txBody>
          <a:bodyPr vert="horz" lIns="0" tIns="0" rIns="0" bIns="0" rtlCol="0" anchor="b" anchorCtr="0">
            <a:noAutofit/>
          </a:bodyPr>
          <a:lstStyle>
            <a:lvl1pPr marL="179388" indent="-180000" algn="l" defTabSz="685783" rtl="0" eaLnBrk="1" latinLnBrk="0" hangingPunct="1">
              <a:lnSpc>
                <a:spcPct val="110000"/>
              </a:lnSpc>
              <a:spcBef>
                <a:spcPts val="0"/>
              </a:spcBef>
              <a:spcAft>
                <a:spcPts val="375"/>
              </a:spcAft>
              <a:buSzPct val="80000"/>
              <a:buFont typeface="Arial" panose="020B0604020202020204" pitchFamily="34" charset="0"/>
              <a:buChar char="•"/>
              <a:tabLst/>
              <a:defRPr sz="1800" b="0" i="0" kern="1200">
                <a:solidFill>
                  <a:schemeClr val="tx1"/>
                </a:solidFill>
                <a:latin typeface="+mn-lt"/>
                <a:ea typeface="+mn-ea"/>
                <a:cs typeface="Calibri Light" panose="020F0302020204030204" pitchFamily="34" charset="0"/>
              </a:defRPr>
            </a:lvl1pPr>
            <a:lvl2pPr marL="36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500" b="0" i="0" kern="1200">
                <a:solidFill>
                  <a:schemeClr val="tx1"/>
                </a:solidFill>
                <a:latin typeface="+mn-lt"/>
                <a:ea typeface="+mn-ea"/>
                <a:cs typeface="Calibri Light" panose="020F0302020204030204" pitchFamily="34" charset="0"/>
              </a:defRPr>
            </a:lvl2pPr>
            <a:lvl3pPr marL="54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350" b="0" i="0" kern="1200">
                <a:solidFill>
                  <a:schemeClr val="tx1"/>
                </a:solidFill>
                <a:latin typeface="+mn-lt"/>
                <a:ea typeface="+mn-ea"/>
                <a:cs typeface="Calibri Light" panose="020F0302020204030204" pitchFamily="34" charset="0"/>
              </a:defRPr>
            </a:lvl3pPr>
            <a:lvl4pPr marL="72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4pPr>
            <a:lvl5pPr marL="90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indent="-342900">
              <a:buFont typeface="Arial" panose="020B0604020202020204" pitchFamily="34" charset="0"/>
              <a:buAutoNum type="arabicPeriod"/>
            </a:pPr>
            <a:r>
              <a:rPr lang="en-GB" sz="2400">
                <a:latin typeface="Calibri Light"/>
                <a:cs typeface="Calibri Light"/>
              </a:rPr>
              <a:t>Controlled Environment</a:t>
            </a:r>
            <a:endParaRPr lang="en-GB" sz="2400"/>
          </a:p>
        </p:txBody>
      </p:sp>
      <p:sp>
        <p:nvSpPr>
          <p:cNvPr id="3" name="Rectangle 2">
            <a:extLst>
              <a:ext uri="{FF2B5EF4-FFF2-40B4-BE49-F238E27FC236}">
                <a16:creationId xmlns:a16="http://schemas.microsoft.com/office/drawing/2014/main" id="{DD5D8EFF-E8AF-B891-F470-093CC3C20E9E}"/>
              </a:ext>
            </a:extLst>
          </p:cNvPr>
          <p:cNvSpPr/>
          <p:nvPr/>
        </p:nvSpPr>
        <p:spPr>
          <a:xfrm>
            <a:off x="122463" y="1555295"/>
            <a:ext cx="2447245" cy="164102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el 1">
            <a:extLst>
              <a:ext uri="{FF2B5EF4-FFF2-40B4-BE49-F238E27FC236}">
                <a16:creationId xmlns:a16="http://schemas.microsoft.com/office/drawing/2014/main" id="{BEAB10C9-2557-B632-0208-D5627E80860E}"/>
              </a:ext>
            </a:extLst>
          </p:cNvPr>
          <p:cNvSpPr>
            <a:spLocks noGrp="1"/>
          </p:cNvSpPr>
          <p:nvPr>
            <p:ph type="title"/>
          </p:nvPr>
        </p:nvSpPr>
        <p:spPr>
          <a:xfrm>
            <a:off x="250825" y="252000"/>
            <a:ext cx="8640000" cy="864000"/>
          </a:xfrm>
        </p:spPr>
        <p:txBody>
          <a:bodyPr/>
          <a:lstStyle/>
          <a:p>
            <a:r>
              <a:rPr lang="en-GB" sz="4400">
                <a:cs typeface="Calibri Light"/>
              </a:rPr>
              <a:t>Methods Overview</a:t>
            </a:r>
            <a:endParaRPr lang="en-US"/>
          </a:p>
        </p:txBody>
      </p:sp>
      <p:sp>
        <p:nvSpPr>
          <p:cNvPr id="28" name="Content Placeholder 27">
            <a:extLst>
              <a:ext uri="{FF2B5EF4-FFF2-40B4-BE49-F238E27FC236}">
                <a16:creationId xmlns:a16="http://schemas.microsoft.com/office/drawing/2014/main" id="{13EC64ED-5974-ECA7-D5D2-46E878096480}"/>
              </a:ext>
            </a:extLst>
          </p:cNvPr>
          <p:cNvSpPr>
            <a:spLocks noGrp="1"/>
          </p:cNvSpPr>
          <p:nvPr>
            <p:ph idx="1"/>
          </p:nvPr>
        </p:nvSpPr>
        <p:spPr>
          <a:xfrm>
            <a:off x="2863396" y="983796"/>
            <a:ext cx="6028645" cy="738287"/>
          </a:xfrm>
        </p:spPr>
        <p:txBody>
          <a:bodyPr vert="horz" lIns="0" tIns="0" rIns="0" bIns="0" rtlCol="0" anchor="t">
            <a:noAutofit/>
          </a:bodyPr>
          <a:lstStyle/>
          <a:p>
            <a:pPr marL="179070" indent="-179705"/>
            <a:r>
              <a:rPr lang="en-US" dirty="0">
                <a:ea typeface="Calibri Light"/>
                <a:cs typeface="Calibri Light"/>
              </a:rPr>
              <a:t>Origination of ICMPv6 error messages </a:t>
            </a:r>
            <a:r>
              <a:rPr lang="en-US" b="1" dirty="0">
                <a:ea typeface="Calibri Light"/>
                <a:cs typeface="Calibri Light"/>
              </a:rPr>
              <a:t>must be </a:t>
            </a:r>
            <a:r>
              <a:rPr lang="en-US" dirty="0">
                <a:ea typeface="Calibri Light"/>
                <a:cs typeface="Calibri Light"/>
              </a:rPr>
              <a:t>rate limited</a:t>
            </a:r>
            <a:endParaRPr lang="en-US">
              <a:ea typeface="Calibri Light"/>
            </a:endParaRPr>
          </a:p>
          <a:p>
            <a:pPr marL="179070" indent="-179705"/>
            <a:r>
              <a:rPr lang="en-US" dirty="0">
                <a:ea typeface="Calibri Light"/>
                <a:cs typeface="Calibri Light"/>
              </a:rPr>
              <a:t>Measure &amp; detect </a:t>
            </a:r>
            <a:r>
              <a:rPr lang="en-US" b="1" dirty="0">
                <a:ea typeface="Calibri Light"/>
                <a:cs typeface="Calibri Light"/>
              </a:rPr>
              <a:t>rate limits</a:t>
            </a:r>
            <a:r>
              <a:rPr lang="en-US" dirty="0">
                <a:ea typeface="Calibri Light"/>
                <a:cs typeface="Calibri Light"/>
              </a:rPr>
              <a:t> that are </a:t>
            </a:r>
            <a:r>
              <a:rPr lang="en-US" b="1" dirty="0">
                <a:ea typeface="Calibri Light"/>
                <a:cs typeface="Calibri Light"/>
              </a:rPr>
              <a:t>unique to vendors</a:t>
            </a:r>
            <a:endParaRPr lang="en-US" dirty="0">
              <a:ea typeface="Calibri Light"/>
            </a:endParaRPr>
          </a:p>
        </p:txBody>
      </p:sp>
      <p:sp>
        <p:nvSpPr>
          <p:cNvPr id="52" name="TextBox 51">
            <a:extLst>
              <a:ext uri="{FF2B5EF4-FFF2-40B4-BE49-F238E27FC236}">
                <a16:creationId xmlns:a16="http://schemas.microsoft.com/office/drawing/2014/main" id="{FA667236-62D0-A157-EA56-C69CF942E407}"/>
              </a:ext>
            </a:extLst>
          </p:cNvPr>
          <p:cNvSpPr txBox="1"/>
          <p:nvPr/>
        </p:nvSpPr>
        <p:spPr>
          <a:xfrm>
            <a:off x="125049" y="3321182"/>
            <a:ext cx="3463337" cy="1077218"/>
          </a:xfrm>
          <a:prstGeom prst="rect">
            <a:avLst/>
          </a:prstGeom>
          <a:noFill/>
          <a:ln w="28575">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solidFill>
                  <a:srgbClr val="0063A6"/>
                </a:solidFill>
                <a:ea typeface="Calibri Light"/>
                <a:cs typeface="Calibri Light"/>
              </a:rPr>
              <a:t>NR(10)</a:t>
            </a:r>
            <a:r>
              <a:rPr lang="en-US" sz="1600" dirty="0">
                <a:ea typeface="Calibri Light"/>
                <a:cs typeface="Calibri Light"/>
              </a:rPr>
              <a:t> … Total error messages over timespan of 10 seconds</a:t>
            </a:r>
          </a:p>
          <a:p>
            <a:r>
              <a:rPr lang="en-US" sz="1600" b="1" dirty="0">
                <a:solidFill>
                  <a:srgbClr val="0063A6"/>
                </a:solidFill>
                <a:cs typeface="Calibri Light"/>
              </a:rPr>
              <a:t>T1, T2, T10</a:t>
            </a:r>
            <a:r>
              <a:rPr lang="en-US" sz="1600" dirty="0">
                <a:cs typeface="Calibri Light"/>
              </a:rPr>
              <a:t> Number of error messages during 1st, 2nd, .. 10th second</a:t>
            </a:r>
          </a:p>
        </p:txBody>
      </p:sp>
      <p:sp>
        <p:nvSpPr>
          <p:cNvPr id="4" name="Foliennummernplatzhalter 4">
            <a:extLst>
              <a:ext uri="{FF2B5EF4-FFF2-40B4-BE49-F238E27FC236}">
                <a16:creationId xmlns:a16="http://schemas.microsoft.com/office/drawing/2014/main" id="{BC1F01FD-DC27-0ADF-15AF-A7676E3E20EB}"/>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a:solidFill>
                  <a:srgbClr val="0063A6"/>
                </a:solidFill>
                <a:cs typeface="Calibri Light"/>
              </a:rPr>
              <a:t>21</a:t>
            </a:r>
          </a:p>
        </p:txBody>
      </p:sp>
      <p:sp>
        <p:nvSpPr>
          <p:cNvPr id="13" name="Trapezoid 12">
            <a:extLst>
              <a:ext uri="{FF2B5EF4-FFF2-40B4-BE49-F238E27FC236}">
                <a16:creationId xmlns:a16="http://schemas.microsoft.com/office/drawing/2014/main" id="{BDA70E82-1A94-0A26-130F-9D5257EBA9FF}"/>
              </a:ext>
            </a:extLst>
          </p:cNvPr>
          <p:cNvSpPr/>
          <p:nvPr/>
        </p:nvSpPr>
        <p:spPr>
          <a:xfrm rot="10800000">
            <a:off x="5281838" y="2281465"/>
            <a:ext cx="1030741" cy="1079499"/>
          </a:xfrm>
          <a:prstGeom prst="trapezoid">
            <a:avLst/>
          </a:prstGeom>
          <a:noFill/>
          <a:ln w="28575">
            <a:solidFill>
              <a:srgbClr val="0063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F4933C1E-8BAE-185F-1D8D-ACEFD449CAD2}"/>
              </a:ext>
            </a:extLst>
          </p:cNvPr>
          <p:cNvSpPr/>
          <p:nvPr/>
        </p:nvSpPr>
        <p:spPr>
          <a:xfrm>
            <a:off x="4658178" y="1810883"/>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8C99A321-4C83-3567-8284-A87370AE245B}"/>
              </a:ext>
            </a:extLst>
          </p:cNvPr>
          <p:cNvSpPr/>
          <p:nvPr/>
        </p:nvSpPr>
        <p:spPr>
          <a:xfrm>
            <a:off x="5129891" y="1801810"/>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5F29913-8ACA-9522-0F5B-1286F057A056}"/>
              </a:ext>
            </a:extLst>
          </p:cNvPr>
          <p:cNvSpPr/>
          <p:nvPr/>
        </p:nvSpPr>
        <p:spPr>
          <a:xfrm>
            <a:off x="4204603" y="1801808"/>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E302687-0651-5ED6-0731-1744D362ACAA}"/>
              </a:ext>
            </a:extLst>
          </p:cNvPr>
          <p:cNvSpPr/>
          <p:nvPr/>
        </p:nvSpPr>
        <p:spPr>
          <a:xfrm>
            <a:off x="5438316" y="2400523"/>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3B69B24-F958-B9FF-E37F-F1076D2E2970}"/>
              </a:ext>
            </a:extLst>
          </p:cNvPr>
          <p:cNvSpPr/>
          <p:nvPr/>
        </p:nvSpPr>
        <p:spPr>
          <a:xfrm>
            <a:off x="5692316" y="2518450"/>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48B9DE4-1029-B969-920B-6237CF710789}"/>
              </a:ext>
            </a:extLst>
          </p:cNvPr>
          <p:cNvSpPr/>
          <p:nvPr/>
        </p:nvSpPr>
        <p:spPr>
          <a:xfrm>
            <a:off x="5529029" y="2754307"/>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5A3892F-F965-F0C4-6E01-B1887C27905B}"/>
              </a:ext>
            </a:extLst>
          </p:cNvPr>
          <p:cNvSpPr/>
          <p:nvPr/>
        </p:nvSpPr>
        <p:spPr>
          <a:xfrm>
            <a:off x="5855600" y="2745235"/>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679D19-F298-79F0-16B1-F095BF563B8E}"/>
              </a:ext>
            </a:extLst>
          </p:cNvPr>
          <p:cNvSpPr/>
          <p:nvPr/>
        </p:nvSpPr>
        <p:spPr>
          <a:xfrm>
            <a:off x="5964456" y="2400519"/>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39BDEA4A-7DEA-38AA-B892-DB04D53B1FB3}"/>
              </a:ext>
            </a:extLst>
          </p:cNvPr>
          <p:cNvSpPr/>
          <p:nvPr/>
        </p:nvSpPr>
        <p:spPr>
          <a:xfrm>
            <a:off x="5683242" y="3062734"/>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37393DE-59DF-3B88-9355-0C1AE78E1D5E}"/>
              </a:ext>
            </a:extLst>
          </p:cNvPr>
          <p:cNvSpPr/>
          <p:nvPr/>
        </p:nvSpPr>
        <p:spPr>
          <a:xfrm>
            <a:off x="6672027" y="3062734"/>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22DE494-222B-4BBC-1278-104ABDC498E2}"/>
              </a:ext>
            </a:extLst>
          </p:cNvPr>
          <p:cNvSpPr/>
          <p:nvPr/>
        </p:nvSpPr>
        <p:spPr>
          <a:xfrm>
            <a:off x="1941283" y="4437065"/>
            <a:ext cx="2063749" cy="323169"/>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rgbClr val="0063A6"/>
                </a:solidFill>
                <a:cs typeface="Calibri Light"/>
              </a:rPr>
              <a:t>T1 | T2 | T3 | … |  T10</a:t>
            </a:r>
          </a:p>
        </p:txBody>
      </p:sp>
      <p:sp>
        <p:nvSpPr>
          <p:cNvPr id="29" name="TextBox 28">
            <a:extLst>
              <a:ext uri="{FF2B5EF4-FFF2-40B4-BE49-F238E27FC236}">
                <a16:creationId xmlns:a16="http://schemas.microsoft.com/office/drawing/2014/main" id="{E3F8126A-0AED-2DD2-0BA2-CC6A166256C8}"/>
              </a:ext>
            </a:extLst>
          </p:cNvPr>
          <p:cNvSpPr txBox="1"/>
          <p:nvPr/>
        </p:nvSpPr>
        <p:spPr>
          <a:xfrm>
            <a:off x="4240892" y="3845153"/>
            <a:ext cx="92188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cs typeface="Calibri Light"/>
              </a:rPr>
              <a:t>Requests</a:t>
            </a:r>
          </a:p>
        </p:txBody>
      </p:sp>
      <p:sp>
        <p:nvSpPr>
          <p:cNvPr id="30" name="Arrow: Bent 29">
            <a:extLst>
              <a:ext uri="{FF2B5EF4-FFF2-40B4-BE49-F238E27FC236}">
                <a16:creationId xmlns:a16="http://schemas.microsoft.com/office/drawing/2014/main" id="{AF4A8C9E-40EB-D3F3-7C12-71560DC76834}"/>
              </a:ext>
            </a:extLst>
          </p:cNvPr>
          <p:cNvSpPr/>
          <p:nvPr/>
        </p:nvSpPr>
        <p:spPr>
          <a:xfrm rot="5400000">
            <a:off x="6416901" y="2471963"/>
            <a:ext cx="427490" cy="554491"/>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Arrow: Bent 30">
            <a:extLst>
              <a:ext uri="{FF2B5EF4-FFF2-40B4-BE49-F238E27FC236}">
                <a16:creationId xmlns:a16="http://schemas.microsoft.com/office/drawing/2014/main" id="{86C6E325-F2F0-0385-DB0A-6231928BF7AF}"/>
              </a:ext>
            </a:extLst>
          </p:cNvPr>
          <p:cNvSpPr/>
          <p:nvPr/>
        </p:nvSpPr>
        <p:spPr>
          <a:xfrm rot="5400000">
            <a:off x="5523363" y="1823355"/>
            <a:ext cx="336776" cy="400277"/>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2" name="TextBox 31">
            <a:extLst>
              <a:ext uri="{FF2B5EF4-FFF2-40B4-BE49-F238E27FC236}">
                <a16:creationId xmlns:a16="http://schemas.microsoft.com/office/drawing/2014/main" id="{16BB91FE-E7BA-1EC6-91FF-86C57614D663}"/>
              </a:ext>
            </a:extLst>
          </p:cNvPr>
          <p:cNvSpPr txBox="1"/>
          <p:nvPr/>
        </p:nvSpPr>
        <p:spPr>
          <a:xfrm>
            <a:off x="4327069" y="2013857"/>
            <a:ext cx="10250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rgbClr val="0063A6"/>
                </a:solidFill>
                <a:cs typeface="Calibri Light"/>
              </a:rPr>
              <a:t>Refill Size</a:t>
            </a:r>
          </a:p>
        </p:txBody>
      </p:sp>
      <p:sp>
        <p:nvSpPr>
          <p:cNvPr id="33" name="TextBox 32">
            <a:extLst>
              <a:ext uri="{FF2B5EF4-FFF2-40B4-BE49-F238E27FC236}">
                <a16:creationId xmlns:a16="http://schemas.microsoft.com/office/drawing/2014/main" id="{C2634F5C-D22E-009E-4A13-381E5D32538E}"/>
              </a:ext>
            </a:extLst>
          </p:cNvPr>
          <p:cNvSpPr txBox="1"/>
          <p:nvPr/>
        </p:nvSpPr>
        <p:spPr>
          <a:xfrm>
            <a:off x="6268355" y="1759855"/>
            <a:ext cx="204107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rgbClr val="0063A6"/>
                </a:solidFill>
                <a:cs typeface="Calibri Light"/>
              </a:rPr>
              <a:t>Refill Interval (</a:t>
            </a:r>
            <a:r>
              <a:rPr lang="en-US" sz="1400" b="1" err="1">
                <a:solidFill>
                  <a:srgbClr val="0063A6"/>
                </a:solidFill>
                <a:cs typeface="Calibri Light"/>
              </a:rPr>
              <a:t>ms</a:t>
            </a:r>
            <a:r>
              <a:rPr lang="en-US" sz="1400" b="1" dirty="0">
                <a:solidFill>
                  <a:srgbClr val="0063A6"/>
                </a:solidFill>
                <a:cs typeface="Calibri Light"/>
              </a:rPr>
              <a:t>)</a:t>
            </a:r>
          </a:p>
        </p:txBody>
      </p:sp>
      <p:sp>
        <p:nvSpPr>
          <p:cNvPr id="34" name="TextBox 33">
            <a:extLst>
              <a:ext uri="{FF2B5EF4-FFF2-40B4-BE49-F238E27FC236}">
                <a16:creationId xmlns:a16="http://schemas.microsoft.com/office/drawing/2014/main" id="{88288202-46D8-8C40-B224-B35F136AEB9D}"/>
              </a:ext>
            </a:extLst>
          </p:cNvPr>
          <p:cNvSpPr txBox="1"/>
          <p:nvPr/>
        </p:nvSpPr>
        <p:spPr>
          <a:xfrm>
            <a:off x="5343068" y="3365498"/>
            <a:ext cx="17144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rgbClr val="0063A6"/>
                </a:solidFill>
                <a:cs typeface="Calibri Light"/>
              </a:rPr>
              <a:t>Bucket Size</a:t>
            </a:r>
          </a:p>
        </p:txBody>
      </p:sp>
      <p:sp>
        <p:nvSpPr>
          <p:cNvPr id="35" name="TextBox 34">
            <a:extLst>
              <a:ext uri="{FF2B5EF4-FFF2-40B4-BE49-F238E27FC236}">
                <a16:creationId xmlns:a16="http://schemas.microsoft.com/office/drawing/2014/main" id="{B186BF8B-1A8E-8FE4-850C-B4DAF39F0C8D}"/>
              </a:ext>
            </a:extLst>
          </p:cNvPr>
          <p:cNvSpPr txBox="1"/>
          <p:nvPr/>
        </p:nvSpPr>
        <p:spPr>
          <a:xfrm>
            <a:off x="5888491" y="2264455"/>
            <a:ext cx="24492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dirty="0">
                <a:latin typeface="Consolas"/>
                <a:cs typeface="Calibri Light"/>
              </a:rPr>
              <a:t>X</a:t>
            </a:r>
            <a:endParaRPr lang="en-US" sz="2800">
              <a:latin typeface="Consolas"/>
            </a:endParaRPr>
          </a:p>
        </p:txBody>
      </p:sp>
      <p:sp>
        <p:nvSpPr>
          <p:cNvPr id="36" name="Oval 35">
            <a:extLst>
              <a:ext uri="{FF2B5EF4-FFF2-40B4-BE49-F238E27FC236}">
                <a16:creationId xmlns:a16="http://schemas.microsoft.com/office/drawing/2014/main" id="{722D43F2-85EA-0C6B-5F48-7E7B3DE59542}"/>
              </a:ext>
            </a:extLst>
          </p:cNvPr>
          <p:cNvSpPr/>
          <p:nvPr/>
        </p:nvSpPr>
        <p:spPr>
          <a:xfrm>
            <a:off x="7343312" y="2355162"/>
            <a:ext cx="234723" cy="204107"/>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A6B1D824-F439-0052-5504-DB97D37D03C0}"/>
              </a:ext>
            </a:extLst>
          </p:cNvPr>
          <p:cNvSpPr txBox="1"/>
          <p:nvPr/>
        </p:nvSpPr>
        <p:spPr>
          <a:xfrm>
            <a:off x="7508874" y="2309812"/>
            <a:ext cx="124505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cs typeface="Calibri Light"/>
              </a:rPr>
              <a:t>… Token</a:t>
            </a:r>
          </a:p>
        </p:txBody>
      </p:sp>
      <p:pic>
        <p:nvPicPr>
          <p:cNvPr id="41" name="Graphic 40" descr="Programmer female outline">
            <a:extLst>
              <a:ext uri="{FF2B5EF4-FFF2-40B4-BE49-F238E27FC236}">
                <a16:creationId xmlns:a16="http://schemas.microsoft.com/office/drawing/2014/main" id="{E578646A-5721-C7A9-2D8F-080CD2853DE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09113" y="3400433"/>
            <a:ext cx="914400" cy="914400"/>
          </a:xfrm>
          <a:prstGeom prst="rect">
            <a:avLst/>
          </a:prstGeom>
        </p:spPr>
      </p:pic>
      <p:pic>
        <p:nvPicPr>
          <p:cNvPr id="43" name="Graphic 42" descr="Flag outline">
            <a:extLst>
              <a:ext uri="{FF2B5EF4-FFF2-40B4-BE49-F238E27FC236}">
                <a16:creationId xmlns:a16="http://schemas.microsoft.com/office/drawing/2014/main" id="{9361BB32-6F7C-EC2F-80D8-5C21FC08901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30110" y="3739177"/>
            <a:ext cx="601693" cy="612476"/>
          </a:xfrm>
          <a:prstGeom prst="rect">
            <a:avLst/>
          </a:prstGeom>
        </p:spPr>
      </p:pic>
      <p:sp>
        <p:nvSpPr>
          <p:cNvPr id="45" name="TextBox 44">
            <a:extLst>
              <a:ext uri="{FF2B5EF4-FFF2-40B4-BE49-F238E27FC236}">
                <a16:creationId xmlns:a16="http://schemas.microsoft.com/office/drawing/2014/main" id="{C58A62FB-982A-8047-B83F-225C84F33C6E}"/>
              </a:ext>
            </a:extLst>
          </p:cNvPr>
          <p:cNvSpPr txBox="1"/>
          <p:nvPr/>
        </p:nvSpPr>
        <p:spPr>
          <a:xfrm>
            <a:off x="3998229" y="3544662"/>
            <a:ext cx="183696" cy="3000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latin typeface="Consolas"/>
                <a:cs typeface="Calibri Light"/>
              </a:rPr>
              <a:t>1</a:t>
            </a:r>
            <a:endParaRPr lang="en-US" dirty="0">
              <a:latin typeface="Consolas"/>
            </a:endParaRPr>
          </a:p>
        </p:txBody>
      </p:sp>
      <p:pic>
        <p:nvPicPr>
          <p:cNvPr id="48" name="Graphic 47" descr="Server outline">
            <a:extLst>
              <a:ext uri="{FF2B5EF4-FFF2-40B4-BE49-F238E27FC236}">
                <a16:creationId xmlns:a16="http://schemas.microsoft.com/office/drawing/2014/main" id="{02506A44-8481-D629-CB8A-6F873246513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50311" y="3554990"/>
            <a:ext cx="914400" cy="914400"/>
          </a:xfrm>
          <a:prstGeom prst="rect">
            <a:avLst/>
          </a:prstGeom>
        </p:spPr>
      </p:pic>
      <p:pic>
        <p:nvPicPr>
          <p:cNvPr id="51" name="Graphic 50" descr="Hourglass Finished with solid fill">
            <a:extLst>
              <a:ext uri="{FF2B5EF4-FFF2-40B4-BE49-F238E27FC236}">
                <a16:creationId xmlns:a16="http://schemas.microsoft.com/office/drawing/2014/main" id="{9451BDC2-1BA1-D829-D10E-CF2164B6F92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847440" y="1697263"/>
            <a:ext cx="497117" cy="424545"/>
          </a:xfrm>
          <a:prstGeom prst="rect">
            <a:avLst/>
          </a:prstGeom>
        </p:spPr>
      </p:pic>
      <p:sp>
        <p:nvSpPr>
          <p:cNvPr id="53" name="TextBox 52">
            <a:extLst>
              <a:ext uri="{FF2B5EF4-FFF2-40B4-BE49-F238E27FC236}">
                <a16:creationId xmlns:a16="http://schemas.microsoft.com/office/drawing/2014/main" id="{EE467E63-9A73-0348-AC7B-3E08C2258EC5}"/>
              </a:ext>
            </a:extLst>
          </p:cNvPr>
          <p:cNvSpPr txBox="1"/>
          <p:nvPr/>
        </p:nvSpPr>
        <p:spPr>
          <a:xfrm>
            <a:off x="6905623" y="2704421"/>
            <a:ext cx="153987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cs typeface="Calibri Light"/>
              </a:rPr>
              <a:t>1 Token removed per error message</a:t>
            </a:r>
            <a:endParaRPr lang="en-US" sz="1400">
              <a:cs typeface="Calibri Light"/>
            </a:endParaRPr>
          </a:p>
        </p:txBody>
      </p:sp>
      <p:cxnSp>
        <p:nvCxnSpPr>
          <p:cNvPr id="54" name="Straight Arrow Connector 53">
            <a:extLst>
              <a:ext uri="{FF2B5EF4-FFF2-40B4-BE49-F238E27FC236}">
                <a16:creationId xmlns:a16="http://schemas.microsoft.com/office/drawing/2014/main" id="{134020E7-B45A-8998-C895-E5647788573E}"/>
              </a:ext>
            </a:extLst>
          </p:cNvPr>
          <p:cNvCxnSpPr/>
          <p:nvPr/>
        </p:nvCxnSpPr>
        <p:spPr>
          <a:xfrm flipV="1">
            <a:off x="4085317" y="4142466"/>
            <a:ext cx="1195612" cy="1088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09294305-7159-3843-7C77-887DC3EF6103}"/>
              </a:ext>
            </a:extLst>
          </p:cNvPr>
          <p:cNvSpPr txBox="1"/>
          <p:nvPr/>
        </p:nvSpPr>
        <p:spPr>
          <a:xfrm>
            <a:off x="4264705" y="4143373"/>
            <a:ext cx="78694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rgbClr val="0063A6"/>
                </a:solidFill>
                <a:latin typeface="Consolas"/>
                <a:cs typeface="Calibri Light"/>
              </a:rPr>
              <a:t>10 sec</a:t>
            </a:r>
          </a:p>
        </p:txBody>
      </p:sp>
      <p:pic>
        <p:nvPicPr>
          <p:cNvPr id="56" name="Graphic 55" descr="Box outline">
            <a:extLst>
              <a:ext uri="{FF2B5EF4-FFF2-40B4-BE49-F238E27FC236}">
                <a16:creationId xmlns:a16="http://schemas.microsoft.com/office/drawing/2014/main" id="{0EEE3359-EBC1-52D1-D764-E2CA4841254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22581" y="3411764"/>
            <a:ext cx="542474" cy="524330"/>
          </a:xfrm>
          <a:prstGeom prst="rect">
            <a:avLst/>
          </a:prstGeom>
        </p:spPr>
      </p:pic>
      <p:sp>
        <p:nvSpPr>
          <p:cNvPr id="57" name="TextBox 56">
            <a:extLst>
              <a:ext uri="{FF2B5EF4-FFF2-40B4-BE49-F238E27FC236}">
                <a16:creationId xmlns:a16="http://schemas.microsoft.com/office/drawing/2014/main" id="{12C426D5-997E-70AE-446B-FA73F79AD00B}"/>
              </a:ext>
            </a:extLst>
          </p:cNvPr>
          <p:cNvSpPr txBox="1"/>
          <p:nvPr/>
        </p:nvSpPr>
        <p:spPr>
          <a:xfrm>
            <a:off x="4723943" y="3553733"/>
            <a:ext cx="183696" cy="3000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latin typeface="Consolas"/>
                <a:cs typeface="Calibri Light"/>
              </a:rPr>
              <a:t>x</a:t>
            </a:r>
          </a:p>
        </p:txBody>
      </p:sp>
      <p:sp>
        <p:nvSpPr>
          <p:cNvPr id="58" name="TextBox 57">
            <a:extLst>
              <a:ext uri="{FF2B5EF4-FFF2-40B4-BE49-F238E27FC236}">
                <a16:creationId xmlns:a16="http://schemas.microsoft.com/office/drawing/2014/main" id="{576C9405-CA08-C389-28C0-2316A0FD7C84}"/>
              </a:ext>
            </a:extLst>
          </p:cNvPr>
          <p:cNvSpPr txBox="1"/>
          <p:nvPr/>
        </p:nvSpPr>
        <p:spPr>
          <a:xfrm>
            <a:off x="7057570" y="3889375"/>
            <a:ext cx="136978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cs typeface="Calibri Light"/>
              </a:rPr>
              <a:t>IP behind router</a:t>
            </a:r>
          </a:p>
        </p:txBody>
      </p:sp>
      <p:sp>
        <p:nvSpPr>
          <p:cNvPr id="59" name="TextBox 58">
            <a:extLst>
              <a:ext uri="{FF2B5EF4-FFF2-40B4-BE49-F238E27FC236}">
                <a16:creationId xmlns:a16="http://schemas.microsoft.com/office/drawing/2014/main" id="{6325BA3B-DC0F-0CCA-231F-938468B63E70}"/>
              </a:ext>
            </a:extLst>
          </p:cNvPr>
          <p:cNvSpPr txBox="1"/>
          <p:nvPr/>
        </p:nvSpPr>
        <p:spPr>
          <a:xfrm>
            <a:off x="4468811" y="3542393"/>
            <a:ext cx="334508" cy="3000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cs typeface="Calibri Light"/>
              </a:rPr>
              <a:t>...</a:t>
            </a:r>
            <a:endParaRPr lang="en-US" dirty="0"/>
          </a:p>
        </p:txBody>
      </p:sp>
      <p:cxnSp>
        <p:nvCxnSpPr>
          <p:cNvPr id="62" name="Straight Arrow Connector 61">
            <a:extLst>
              <a:ext uri="{FF2B5EF4-FFF2-40B4-BE49-F238E27FC236}">
                <a16:creationId xmlns:a16="http://schemas.microsoft.com/office/drawing/2014/main" id="{4E734D09-91EF-BCA6-E857-D3382CB9F8A8}"/>
              </a:ext>
            </a:extLst>
          </p:cNvPr>
          <p:cNvCxnSpPr/>
          <p:nvPr/>
        </p:nvCxnSpPr>
        <p:spPr>
          <a:xfrm flipH="1">
            <a:off x="4090306" y="4595584"/>
            <a:ext cx="1063172" cy="725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77817233-5CCB-CECA-ADCE-E4D350828FF3}"/>
              </a:ext>
            </a:extLst>
          </p:cNvPr>
          <p:cNvSpPr txBox="1"/>
          <p:nvPr/>
        </p:nvSpPr>
        <p:spPr>
          <a:xfrm>
            <a:off x="4125228" y="4324803"/>
            <a:ext cx="119969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latin typeface="Consolas"/>
                <a:cs typeface="Calibri Light"/>
              </a:rPr>
              <a:t>NR, AU, TX</a:t>
            </a:r>
            <a:endParaRPr lang="en-US" sz="1400" b="1">
              <a:cs typeface="Calibri Light"/>
            </a:endParaRPr>
          </a:p>
        </p:txBody>
      </p:sp>
      <p:sp>
        <p:nvSpPr>
          <p:cNvPr id="65" name="TextBox 64">
            <a:extLst>
              <a:ext uri="{FF2B5EF4-FFF2-40B4-BE49-F238E27FC236}">
                <a16:creationId xmlns:a16="http://schemas.microsoft.com/office/drawing/2014/main" id="{1EFEFAA9-BD72-3B7A-CA93-05CABE4DEBEE}"/>
              </a:ext>
            </a:extLst>
          </p:cNvPr>
          <p:cNvSpPr txBox="1"/>
          <p:nvPr/>
        </p:nvSpPr>
        <p:spPr>
          <a:xfrm>
            <a:off x="5488212" y="4297589"/>
            <a:ext cx="106135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cs typeface="Calibri Light"/>
              </a:rPr>
              <a:t>Target Router</a:t>
            </a:r>
            <a:endParaRPr lang="en-US" dirty="0"/>
          </a:p>
        </p:txBody>
      </p:sp>
    </p:spTree>
    <p:extLst>
      <p:ext uri="{BB962C8B-B14F-4D97-AF65-F5344CB8AC3E}">
        <p14:creationId xmlns:p14="http://schemas.microsoft.com/office/powerpoint/2010/main" val="2407835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FFAB03-D9C8-D5C8-2199-26A7F7D948D3}"/>
              </a:ext>
            </a:extLst>
          </p:cNvPr>
          <p:cNvSpPr>
            <a:spLocks noGrp="1"/>
          </p:cNvSpPr>
          <p:nvPr>
            <p:ph type="title"/>
          </p:nvPr>
        </p:nvSpPr>
        <p:spPr/>
        <p:txBody>
          <a:bodyPr/>
          <a:lstStyle/>
          <a:p>
            <a:r>
              <a:rPr lang="en-GB" sz="4400">
                <a:cs typeface="Calibri Light"/>
              </a:rPr>
              <a:t>Result I: Router Lab</a:t>
            </a:r>
            <a:endParaRPr lang="en-GB" sz="4400"/>
          </a:p>
        </p:txBody>
      </p:sp>
      <p:pic>
        <p:nvPicPr>
          <p:cNvPr id="6" name="Content Placeholder 5">
            <a:extLst>
              <a:ext uri="{FF2B5EF4-FFF2-40B4-BE49-F238E27FC236}">
                <a16:creationId xmlns:a16="http://schemas.microsoft.com/office/drawing/2014/main" id="{5D5C3C68-D5DA-C367-1973-F8764C505961}"/>
              </a:ext>
            </a:extLst>
          </p:cNvPr>
          <p:cNvPicPr>
            <a:picLocks noGrp="1" noChangeAspect="1"/>
          </p:cNvPicPr>
          <p:nvPr>
            <p:ph idx="1"/>
          </p:nvPr>
        </p:nvPicPr>
        <p:blipFill>
          <a:blip r:embed="rId2"/>
          <a:stretch>
            <a:fillRect/>
          </a:stretch>
        </p:blipFill>
        <p:spPr>
          <a:xfrm>
            <a:off x="124902" y="1382732"/>
            <a:ext cx="8893631" cy="2906004"/>
          </a:xfrm>
        </p:spPr>
      </p:pic>
      <p:sp>
        <p:nvSpPr>
          <p:cNvPr id="7" name="Rectangle 6">
            <a:extLst>
              <a:ext uri="{FF2B5EF4-FFF2-40B4-BE49-F238E27FC236}">
                <a16:creationId xmlns:a16="http://schemas.microsoft.com/office/drawing/2014/main" id="{2B9D99E6-2BC9-B944-2B51-3A9BE75BA41B}"/>
              </a:ext>
            </a:extLst>
          </p:cNvPr>
          <p:cNvSpPr/>
          <p:nvPr/>
        </p:nvSpPr>
        <p:spPr>
          <a:xfrm>
            <a:off x="454675" y="2760401"/>
            <a:ext cx="1139243" cy="794034"/>
          </a:xfrm>
          <a:prstGeom prst="rect">
            <a:avLst/>
          </a:prstGeom>
          <a:noFill/>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2C4E9506-93FD-625F-EA71-05FD4EEF389A}"/>
              </a:ext>
            </a:extLst>
          </p:cNvPr>
          <p:cNvSpPr/>
          <p:nvPr/>
        </p:nvSpPr>
        <p:spPr>
          <a:xfrm>
            <a:off x="450574" y="3674793"/>
            <a:ext cx="1162730" cy="159941"/>
          </a:xfrm>
          <a:prstGeom prst="rect">
            <a:avLst/>
          </a:prstGeom>
          <a:noFill/>
          <a:ln w="28575"/>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EFD2CD22-A704-9385-1093-B9406F889E66}"/>
              </a:ext>
            </a:extLst>
          </p:cNvPr>
          <p:cNvSpPr/>
          <p:nvPr/>
        </p:nvSpPr>
        <p:spPr>
          <a:xfrm>
            <a:off x="454677" y="1724218"/>
            <a:ext cx="1147071" cy="881764"/>
          </a:xfrm>
          <a:prstGeom prst="rect">
            <a:avLst/>
          </a:prstGeom>
          <a:noFill/>
          <a:ln w="28575">
            <a:solidFill>
              <a:srgbClr val="0063A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EF9D6126-D222-92AE-08A6-090DF364DD16}"/>
              </a:ext>
            </a:extLst>
          </p:cNvPr>
          <p:cNvSpPr/>
          <p:nvPr/>
        </p:nvSpPr>
        <p:spPr>
          <a:xfrm>
            <a:off x="446848" y="3569009"/>
            <a:ext cx="1162728" cy="105840"/>
          </a:xfrm>
          <a:prstGeom prst="rect">
            <a:avLst/>
          </a:prstGeom>
          <a:noFill/>
          <a:ln w="28575">
            <a:solidFill>
              <a:srgbClr val="0063A6"/>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535836B5-2315-E49F-3979-C2606774CFD4}"/>
              </a:ext>
            </a:extLst>
          </p:cNvPr>
          <p:cNvSpPr/>
          <p:nvPr/>
        </p:nvSpPr>
        <p:spPr>
          <a:xfrm>
            <a:off x="2516852" y="1007591"/>
            <a:ext cx="1594328" cy="280592"/>
          </a:xfrm>
          <a:prstGeom prst="rect">
            <a:avLst/>
          </a:prstGeom>
          <a:noFill/>
          <a:ln w="28575">
            <a:solidFill>
              <a:srgbClr val="0063A6"/>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chemeClr val="tx1"/>
                </a:solidFill>
                <a:ea typeface="Calibri Light"/>
                <a:cs typeface="Calibri Light"/>
              </a:rPr>
              <a:t>Vendor Defaults</a:t>
            </a:r>
          </a:p>
        </p:txBody>
      </p:sp>
      <p:sp>
        <p:nvSpPr>
          <p:cNvPr id="15" name="Rectangle 14">
            <a:extLst>
              <a:ext uri="{FF2B5EF4-FFF2-40B4-BE49-F238E27FC236}">
                <a16:creationId xmlns:a16="http://schemas.microsoft.com/office/drawing/2014/main" id="{D1D39477-30C8-E051-893D-9A82ECAA3714}"/>
              </a:ext>
            </a:extLst>
          </p:cNvPr>
          <p:cNvSpPr/>
          <p:nvPr/>
        </p:nvSpPr>
        <p:spPr>
          <a:xfrm>
            <a:off x="4244959" y="1007591"/>
            <a:ext cx="1594328" cy="280592"/>
          </a:xfrm>
          <a:prstGeom prst="rect">
            <a:avLst/>
          </a:prstGeom>
          <a:no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solidFill>
                  <a:srgbClr val="000000"/>
                </a:solidFill>
                <a:ea typeface="Calibri Light"/>
                <a:cs typeface="Calibri Light"/>
              </a:rPr>
              <a:t>Kernel Defaults</a:t>
            </a:r>
            <a:endParaRPr lang="en-US">
              <a:solidFill>
                <a:srgbClr val="000000"/>
              </a:solidFill>
            </a:endParaRPr>
          </a:p>
        </p:txBody>
      </p:sp>
      <p:sp>
        <p:nvSpPr>
          <p:cNvPr id="4" name="Foliennummernplatzhalter 4">
            <a:extLst>
              <a:ext uri="{FF2B5EF4-FFF2-40B4-BE49-F238E27FC236}">
                <a16:creationId xmlns:a16="http://schemas.microsoft.com/office/drawing/2014/main" id="{C79D0524-149C-B7AB-B971-E2B462AB21E0}"/>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a:solidFill>
                  <a:srgbClr val="0063A6"/>
                </a:solidFill>
                <a:cs typeface="Calibri Light"/>
              </a:rPr>
              <a:t>22</a:t>
            </a:r>
            <a:endParaRPr lang="en-US"/>
          </a:p>
        </p:txBody>
      </p:sp>
      <p:sp>
        <p:nvSpPr>
          <p:cNvPr id="3" name="Rectangle 2">
            <a:extLst>
              <a:ext uri="{FF2B5EF4-FFF2-40B4-BE49-F238E27FC236}">
                <a16:creationId xmlns:a16="http://schemas.microsoft.com/office/drawing/2014/main" id="{EC4A8C22-BD4F-4719-EC7E-773DDE3BC4DC}"/>
              </a:ext>
            </a:extLst>
          </p:cNvPr>
          <p:cNvSpPr/>
          <p:nvPr/>
        </p:nvSpPr>
        <p:spPr>
          <a:xfrm>
            <a:off x="4643890" y="2888171"/>
            <a:ext cx="396527" cy="296250"/>
          </a:xfrm>
          <a:prstGeom prst="rect">
            <a:avLst/>
          </a:prstGeom>
          <a:no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rgbClr val="000000"/>
              </a:solidFill>
              <a:ea typeface="Calibri Light"/>
              <a:cs typeface="Calibri Light"/>
            </a:endParaRPr>
          </a:p>
        </p:txBody>
      </p:sp>
    </p:spTree>
    <p:extLst>
      <p:ext uri="{BB962C8B-B14F-4D97-AF65-F5344CB8AC3E}">
        <p14:creationId xmlns:p14="http://schemas.microsoft.com/office/powerpoint/2010/main" val="24177936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FFAB03-D9C8-D5C8-2199-26A7F7D948D3}"/>
              </a:ext>
            </a:extLst>
          </p:cNvPr>
          <p:cNvSpPr>
            <a:spLocks noGrp="1"/>
          </p:cNvSpPr>
          <p:nvPr>
            <p:ph type="title"/>
          </p:nvPr>
        </p:nvSpPr>
        <p:spPr/>
        <p:txBody>
          <a:bodyPr/>
          <a:lstStyle/>
          <a:p>
            <a:r>
              <a:rPr lang="en-GB" sz="4400">
                <a:cs typeface="Calibri Light"/>
              </a:rPr>
              <a:t>Result I: Changes in the Kernel</a:t>
            </a:r>
            <a:endParaRPr lang="en-GB" sz="4400"/>
          </a:p>
        </p:txBody>
      </p:sp>
      <p:pic>
        <p:nvPicPr>
          <p:cNvPr id="7" name="Content Placeholder 6">
            <a:extLst>
              <a:ext uri="{FF2B5EF4-FFF2-40B4-BE49-F238E27FC236}">
                <a16:creationId xmlns:a16="http://schemas.microsoft.com/office/drawing/2014/main" id="{AF64DFB7-C607-B044-278C-57A1EE7D654C}"/>
              </a:ext>
            </a:extLst>
          </p:cNvPr>
          <p:cNvPicPr>
            <a:picLocks noGrp="1" noChangeAspect="1"/>
          </p:cNvPicPr>
          <p:nvPr>
            <p:ph idx="1"/>
          </p:nvPr>
        </p:nvPicPr>
        <p:blipFill>
          <a:blip r:embed="rId2"/>
          <a:stretch>
            <a:fillRect/>
          </a:stretch>
        </p:blipFill>
        <p:spPr>
          <a:xfrm>
            <a:off x="2962723" y="2310377"/>
            <a:ext cx="5387751" cy="2096848"/>
          </a:xfrm>
        </p:spPr>
      </p:pic>
      <p:sp>
        <p:nvSpPr>
          <p:cNvPr id="3" name="Rectangle 2">
            <a:extLst>
              <a:ext uri="{FF2B5EF4-FFF2-40B4-BE49-F238E27FC236}">
                <a16:creationId xmlns:a16="http://schemas.microsoft.com/office/drawing/2014/main" id="{FCC30F56-E38C-967A-AC83-88EC73D0E247}"/>
              </a:ext>
            </a:extLst>
          </p:cNvPr>
          <p:cNvSpPr/>
          <p:nvPr/>
        </p:nvSpPr>
        <p:spPr>
          <a:xfrm>
            <a:off x="5659331" y="2313780"/>
            <a:ext cx="717168" cy="217835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EB60AB5-EAF3-0109-AE35-6F0EAE7DEA16}"/>
              </a:ext>
            </a:extLst>
          </p:cNvPr>
          <p:cNvPicPr>
            <a:picLocks noChangeAspect="1"/>
          </p:cNvPicPr>
          <p:nvPr/>
        </p:nvPicPr>
        <p:blipFill>
          <a:blip r:embed="rId3"/>
          <a:srcRect l="-44" r="-103" b="26915"/>
          <a:stretch/>
        </p:blipFill>
        <p:spPr>
          <a:xfrm>
            <a:off x="441693" y="938363"/>
            <a:ext cx="3319575" cy="1199170"/>
          </a:xfrm>
          <a:prstGeom prst="rect">
            <a:avLst/>
          </a:prstGeom>
        </p:spPr>
      </p:pic>
      <p:sp>
        <p:nvSpPr>
          <p:cNvPr id="8" name="Rectangle 7">
            <a:extLst>
              <a:ext uri="{FF2B5EF4-FFF2-40B4-BE49-F238E27FC236}">
                <a16:creationId xmlns:a16="http://schemas.microsoft.com/office/drawing/2014/main" id="{0AF72F08-BC5A-B9C2-C21D-74666838FC41}"/>
              </a:ext>
            </a:extLst>
          </p:cNvPr>
          <p:cNvSpPr/>
          <p:nvPr/>
        </p:nvSpPr>
        <p:spPr>
          <a:xfrm>
            <a:off x="3088582" y="1172927"/>
            <a:ext cx="494585" cy="69245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4EFEE80-ACED-B426-AEAB-055CBA2B3CC5}"/>
              </a:ext>
            </a:extLst>
          </p:cNvPr>
          <p:cNvSpPr txBox="1"/>
          <p:nvPr/>
        </p:nvSpPr>
        <p:spPr>
          <a:xfrm>
            <a:off x="3898571" y="939561"/>
            <a:ext cx="3847554"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1600">
                <a:ea typeface="Calibri Light"/>
                <a:cs typeface="Calibri Light"/>
              </a:rPr>
              <a:t>Number of error messages over 10 seconds</a:t>
            </a:r>
          </a:p>
          <a:p>
            <a:pPr marL="285750" indent="-285750">
              <a:buFont typeface="Calibri"/>
              <a:buChar char="-"/>
            </a:pPr>
            <a:r>
              <a:rPr lang="en-US" sz="1600">
                <a:ea typeface="Calibri Light"/>
                <a:cs typeface="Calibri Light"/>
              </a:rPr>
              <a:t>Static and dynamic testing of the Linux kernel shows a change for IPv6 in kernel version 4.</a:t>
            </a:r>
          </a:p>
        </p:txBody>
      </p:sp>
      <p:sp>
        <p:nvSpPr>
          <p:cNvPr id="9" name="TextBox 8">
            <a:extLst>
              <a:ext uri="{FF2B5EF4-FFF2-40B4-BE49-F238E27FC236}">
                <a16:creationId xmlns:a16="http://schemas.microsoft.com/office/drawing/2014/main" id="{5CA947A7-6139-1F92-BCE8-FE942C08B37A}"/>
              </a:ext>
            </a:extLst>
          </p:cNvPr>
          <p:cNvSpPr txBox="1"/>
          <p:nvPr/>
        </p:nvSpPr>
        <p:spPr>
          <a:xfrm>
            <a:off x="333500" y="2354704"/>
            <a:ext cx="2571885" cy="20995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ea typeface="Calibri Light"/>
                <a:cs typeface="Calibri Light"/>
              </a:rPr>
              <a:t>Three rate-limiting changes over time:</a:t>
            </a:r>
            <a:endParaRPr lang="en-US" sz="1600">
              <a:cs typeface="Calibri Light"/>
            </a:endParaRPr>
          </a:p>
          <a:p>
            <a:pPr marL="342900" indent="-342900">
              <a:buAutoNum type="arabicPeriod"/>
            </a:pPr>
            <a:r>
              <a:rPr lang="en-US" sz="1600">
                <a:ea typeface="Calibri Light"/>
                <a:cs typeface="Calibri Light"/>
              </a:rPr>
              <a:t>Introduction of global rate </a:t>
            </a:r>
          </a:p>
          <a:p>
            <a:pPr marL="342900" indent="-342900">
              <a:buAutoNum type="arabicPeriod"/>
            </a:pPr>
            <a:r>
              <a:rPr lang="en-US" sz="1600" b="1">
                <a:ea typeface="Calibri Light"/>
                <a:cs typeface="Calibri Light"/>
              </a:rPr>
              <a:t>Peer-based becomes adaptive to </a:t>
            </a:r>
            <a:r>
              <a:rPr lang="en-US" sz="1600" b="1" err="1">
                <a:ea typeface="Calibri Light"/>
                <a:cs typeface="Calibri Light"/>
              </a:rPr>
              <a:t>dest</a:t>
            </a:r>
            <a:r>
              <a:rPr lang="en-US" sz="1600" b="1">
                <a:ea typeface="Calibri Light"/>
                <a:cs typeface="Calibri Light"/>
              </a:rPr>
              <a:t>. prefix</a:t>
            </a:r>
          </a:p>
          <a:p>
            <a:pPr marL="342900" indent="-342900">
              <a:buAutoNum type="arabicPeriod"/>
            </a:pPr>
            <a:r>
              <a:rPr lang="en-US" sz="1600">
                <a:ea typeface="Calibri Light"/>
                <a:cs typeface="Calibri Light"/>
              </a:rPr>
              <a:t>Global bucket is randomized</a:t>
            </a:r>
          </a:p>
        </p:txBody>
      </p:sp>
      <p:sp>
        <p:nvSpPr>
          <p:cNvPr id="11" name="Foliennummernplatzhalter 4">
            <a:extLst>
              <a:ext uri="{FF2B5EF4-FFF2-40B4-BE49-F238E27FC236}">
                <a16:creationId xmlns:a16="http://schemas.microsoft.com/office/drawing/2014/main" id="{2EA0C4CF-D853-4F05-238C-F5BD97AB9F8C}"/>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dirty="0">
                <a:solidFill>
                  <a:srgbClr val="0063A6"/>
                </a:solidFill>
                <a:cs typeface="Calibri Light"/>
              </a:rPr>
              <a:t>23</a:t>
            </a:r>
          </a:p>
        </p:txBody>
      </p:sp>
    </p:spTree>
    <p:extLst>
      <p:ext uri="{BB962C8B-B14F-4D97-AF65-F5344CB8AC3E}">
        <p14:creationId xmlns:p14="http://schemas.microsoft.com/office/powerpoint/2010/main" val="778928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2">
            <a:extLst>
              <a:ext uri="{FF2B5EF4-FFF2-40B4-BE49-F238E27FC236}">
                <a16:creationId xmlns:a16="http://schemas.microsoft.com/office/drawing/2014/main" id="{882B402C-1C0F-D303-DD75-C9CC18E80532}"/>
              </a:ext>
            </a:extLst>
          </p:cNvPr>
          <p:cNvSpPr>
            <a:spLocks noGrp="1"/>
          </p:cNvSpPr>
          <p:nvPr>
            <p:ph idx="1"/>
          </p:nvPr>
        </p:nvSpPr>
        <p:spPr>
          <a:xfrm>
            <a:off x="250825" y="1214083"/>
            <a:ext cx="8389938" cy="3293350"/>
          </a:xfrm>
        </p:spPr>
        <p:txBody>
          <a:bodyPr vert="horz" lIns="0" tIns="0" rIns="0" bIns="0" rtlCol="0" anchor="t">
            <a:noAutofit/>
          </a:bodyPr>
          <a:lstStyle/>
          <a:p>
            <a:pPr marL="0" lvl="1" indent="0">
              <a:buNone/>
            </a:pPr>
            <a:endParaRPr lang="en-GB" sz="1600" b="1">
              <a:cs typeface="Calibri Light"/>
            </a:endParaRPr>
          </a:p>
          <a:p>
            <a:pPr marL="179070" indent="-179705"/>
            <a:endParaRPr lang="en-GB">
              <a:cs typeface="Calibri Light"/>
            </a:endParaRPr>
          </a:p>
          <a:p>
            <a:pPr marL="179070" indent="-179705"/>
            <a:endParaRPr lang="en-GB">
              <a:cs typeface="Calibri Light"/>
            </a:endParaRPr>
          </a:p>
          <a:p>
            <a:pPr marL="179070" indent="-179705"/>
            <a:endParaRPr lang="en-GB">
              <a:cs typeface="Calibri Light"/>
            </a:endParaRPr>
          </a:p>
          <a:p>
            <a:pPr marL="179070" indent="-179705"/>
            <a:endParaRPr lang="en-GB">
              <a:cs typeface="Calibri Light"/>
            </a:endParaRPr>
          </a:p>
        </p:txBody>
      </p:sp>
      <p:sp>
        <p:nvSpPr>
          <p:cNvPr id="12" name="Titel 1">
            <a:extLst>
              <a:ext uri="{FF2B5EF4-FFF2-40B4-BE49-F238E27FC236}">
                <a16:creationId xmlns:a16="http://schemas.microsoft.com/office/drawing/2014/main" id="{C532836A-6998-95C8-19EE-17DABF839345}"/>
              </a:ext>
            </a:extLst>
          </p:cNvPr>
          <p:cNvSpPr>
            <a:spLocks noGrp="1"/>
          </p:cNvSpPr>
          <p:nvPr>
            <p:ph type="title"/>
          </p:nvPr>
        </p:nvSpPr>
        <p:spPr>
          <a:xfrm>
            <a:off x="250825" y="252000"/>
            <a:ext cx="8640000" cy="864000"/>
          </a:xfrm>
        </p:spPr>
        <p:txBody>
          <a:bodyPr/>
          <a:lstStyle/>
          <a:p>
            <a:r>
              <a:rPr lang="en-GB" sz="4400">
                <a:cs typeface="Calibri Light"/>
              </a:rPr>
              <a:t>Methods Overview</a:t>
            </a:r>
            <a:endParaRPr lang="en-US"/>
          </a:p>
        </p:txBody>
      </p:sp>
      <p:sp>
        <p:nvSpPr>
          <p:cNvPr id="7" name="Textplatzhalter 2">
            <a:extLst>
              <a:ext uri="{FF2B5EF4-FFF2-40B4-BE49-F238E27FC236}">
                <a16:creationId xmlns:a16="http://schemas.microsoft.com/office/drawing/2014/main" id="{52315ED6-EE9E-F61C-1257-5DA68F012E8A}"/>
              </a:ext>
            </a:extLst>
          </p:cNvPr>
          <p:cNvSpPr txBox="1">
            <a:spLocks/>
          </p:cNvSpPr>
          <p:nvPr/>
        </p:nvSpPr>
        <p:spPr>
          <a:xfrm>
            <a:off x="315500" y="2199201"/>
            <a:ext cx="2700000" cy="554156"/>
          </a:xfrm>
          <a:prstGeom prst="rect">
            <a:avLst/>
          </a:prstGeom>
        </p:spPr>
        <p:txBody>
          <a:bodyPr vert="horz" lIns="0" tIns="0" rIns="0" bIns="0" rtlCol="0" anchor="b" anchorCtr="0">
            <a:noAutofit/>
          </a:bodyPr>
          <a:lstStyle>
            <a:lvl1pPr marL="179388" indent="-180000" algn="l" defTabSz="685783" rtl="0" eaLnBrk="1" latinLnBrk="0" hangingPunct="1">
              <a:lnSpc>
                <a:spcPct val="110000"/>
              </a:lnSpc>
              <a:spcBef>
                <a:spcPts val="0"/>
              </a:spcBef>
              <a:spcAft>
                <a:spcPts val="375"/>
              </a:spcAft>
              <a:buSzPct val="80000"/>
              <a:buFont typeface="Arial" panose="020B0604020202020204" pitchFamily="34" charset="0"/>
              <a:buChar char="•"/>
              <a:tabLst/>
              <a:defRPr sz="1800" b="0" i="0" kern="1200">
                <a:solidFill>
                  <a:schemeClr val="tx1"/>
                </a:solidFill>
                <a:latin typeface="+mn-lt"/>
                <a:ea typeface="+mn-ea"/>
                <a:cs typeface="Calibri Light" panose="020F0302020204030204" pitchFamily="34" charset="0"/>
              </a:defRPr>
            </a:lvl1pPr>
            <a:lvl2pPr marL="36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500" b="0" i="0" kern="1200">
                <a:solidFill>
                  <a:schemeClr val="tx1"/>
                </a:solidFill>
                <a:latin typeface="+mn-lt"/>
                <a:ea typeface="+mn-ea"/>
                <a:cs typeface="Calibri Light" panose="020F0302020204030204" pitchFamily="34" charset="0"/>
              </a:defRPr>
            </a:lvl2pPr>
            <a:lvl3pPr marL="54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350" b="0" i="0" kern="1200">
                <a:solidFill>
                  <a:schemeClr val="tx1"/>
                </a:solidFill>
                <a:latin typeface="+mn-lt"/>
                <a:ea typeface="+mn-ea"/>
                <a:cs typeface="Calibri Light" panose="020F0302020204030204" pitchFamily="34" charset="0"/>
              </a:defRPr>
            </a:lvl3pPr>
            <a:lvl4pPr marL="72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4pPr>
            <a:lvl5pPr marL="90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2400">
                <a:cs typeface="Calibri Light"/>
              </a:rPr>
              <a:t>2. Verification in </a:t>
            </a:r>
            <a:br>
              <a:rPr lang="en-GB" sz="2400">
                <a:cs typeface="Calibri Light"/>
              </a:rPr>
            </a:br>
            <a:r>
              <a:rPr lang="en-GB" sz="2400">
                <a:cs typeface="Calibri Light"/>
              </a:rPr>
              <a:t>the IPv6 Internet</a:t>
            </a:r>
            <a:endParaRPr lang="en-GB" sz="2400"/>
          </a:p>
        </p:txBody>
      </p:sp>
      <p:sp>
        <p:nvSpPr>
          <p:cNvPr id="11" name="Rectangle 10">
            <a:extLst>
              <a:ext uri="{FF2B5EF4-FFF2-40B4-BE49-F238E27FC236}">
                <a16:creationId xmlns:a16="http://schemas.microsoft.com/office/drawing/2014/main" id="{1BCE5E2E-EA4F-F513-666A-9A44B2E59FA1}"/>
              </a:ext>
            </a:extLst>
          </p:cNvPr>
          <p:cNvSpPr/>
          <p:nvPr/>
        </p:nvSpPr>
        <p:spPr>
          <a:xfrm>
            <a:off x="122463" y="1555295"/>
            <a:ext cx="2447245" cy="164102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7">
            <a:extLst>
              <a:ext uri="{FF2B5EF4-FFF2-40B4-BE49-F238E27FC236}">
                <a16:creationId xmlns:a16="http://schemas.microsoft.com/office/drawing/2014/main" id="{901FFCD2-9148-B980-8C5D-CF1DC11B8A6C}"/>
              </a:ext>
            </a:extLst>
          </p:cNvPr>
          <p:cNvSpPr txBox="1">
            <a:spLocks/>
          </p:cNvSpPr>
          <p:nvPr/>
        </p:nvSpPr>
        <p:spPr>
          <a:xfrm>
            <a:off x="2863396" y="920318"/>
            <a:ext cx="5778499" cy="3858929"/>
          </a:xfrm>
          <a:prstGeom prst="rect">
            <a:avLst/>
          </a:prstGeom>
        </p:spPr>
        <p:txBody>
          <a:bodyPr vert="horz" lIns="0" tIns="0" rIns="0" bIns="0" rtlCol="0" anchor="t">
            <a:noAutofit/>
          </a:bodyPr>
          <a:lstStyle>
            <a:lvl1pPr marL="179388" indent="-180000" algn="l" defTabSz="685783" rtl="0" eaLnBrk="1" latinLnBrk="0" hangingPunct="1">
              <a:lnSpc>
                <a:spcPct val="110000"/>
              </a:lnSpc>
              <a:spcBef>
                <a:spcPts val="0"/>
              </a:spcBef>
              <a:spcAft>
                <a:spcPts val="375"/>
              </a:spcAft>
              <a:buSzPct val="80000"/>
              <a:buFont typeface="Arial" panose="020B0604020202020204" pitchFamily="34" charset="0"/>
              <a:buChar char="•"/>
              <a:tabLst/>
              <a:defRPr sz="1800" b="0" i="0" kern="1200">
                <a:solidFill>
                  <a:schemeClr val="tx1"/>
                </a:solidFill>
                <a:latin typeface="+mn-lt"/>
                <a:ea typeface="+mn-ea"/>
                <a:cs typeface="Calibri Light" panose="020F0302020204030204" pitchFamily="34" charset="0"/>
              </a:defRPr>
            </a:lvl1pPr>
            <a:lvl2pPr marL="36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500" b="0" i="0" kern="1200">
                <a:solidFill>
                  <a:schemeClr val="tx1"/>
                </a:solidFill>
                <a:latin typeface="+mn-lt"/>
                <a:ea typeface="+mn-ea"/>
                <a:cs typeface="Calibri Light" panose="020F0302020204030204" pitchFamily="34" charset="0"/>
              </a:defRPr>
            </a:lvl2pPr>
            <a:lvl3pPr marL="54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350" b="0" i="0" kern="1200">
                <a:solidFill>
                  <a:schemeClr val="tx1"/>
                </a:solidFill>
                <a:latin typeface="+mn-lt"/>
                <a:ea typeface="+mn-ea"/>
                <a:cs typeface="Calibri Light" panose="020F0302020204030204" pitchFamily="34" charset="0"/>
              </a:defRPr>
            </a:lvl3pPr>
            <a:lvl4pPr marL="72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4pPr>
            <a:lvl5pPr marL="90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42900" indent="-342900">
              <a:buFont typeface="Calibri" panose="020B0604020202020204" pitchFamily="34" charset="0"/>
              <a:buChar char="-"/>
            </a:pPr>
            <a:r>
              <a:rPr lang="en-US" sz="2400" dirty="0">
                <a:cs typeface="Calibri Light"/>
              </a:rPr>
              <a:t>Our Goal:</a:t>
            </a:r>
            <a:endParaRPr lang="en-US" sz="2400" dirty="0"/>
          </a:p>
          <a:p>
            <a:pPr marL="0" lvl="1" indent="0">
              <a:buNone/>
            </a:pPr>
            <a:r>
              <a:rPr lang="en-US" sz="1800" b="1" dirty="0">
                <a:cs typeface="Calibri Light"/>
              </a:rPr>
              <a:t> 1) Validate collected defaults in the Internet</a:t>
            </a:r>
            <a:endParaRPr lang="en-US" sz="1800" b="1" dirty="0">
              <a:ea typeface="Calibri Light"/>
              <a:cs typeface="Calibri Light"/>
            </a:endParaRPr>
          </a:p>
          <a:p>
            <a:pPr marL="0" lvl="1" indent="0">
              <a:buNone/>
            </a:pPr>
            <a:r>
              <a:rPr lang="en-US" sz="1800" dirty="0">
                <a:cs typeface="Calibri Light"/>
              </a:rPr>
              <a:t> 2) Extend defaults with new rate-limits for which the vendor is known (see Paper)</a:t>
            </a:r>
            <a:endParaRPr lang="en-US" sz="1800" dirty="0"/>
          </a:p>
          <a:p>
            <a:pPr marL="342900" indent="-342900">
              <a:buFont typeface="Calibri"/>
              <a:buChar char="-"/>
            </a:pPr>
            <a:r>
              <a:rPr lang="en-US" sz="2400" dirty="0">
                <a:ea typeface="Calibri Light"/>
                <a:cs typeface="Calibri Light"/>
              </a:rPr>
              <a:t>Data Source:</a:t>
            </a:r>
            <a:endParaRPr lang="en-US" sz="2400" dirty="0">
              <a:ea typeface="Calibri Light"/>
            </a:endParaRPr>
          </a:p>
          <a:p>
            <a:pPr marL="523240" lvl="1" indent="-342900">
              <a:buFont typeface="Courier New" panose="020B0604020202020204" pitchFamily="34" charset="0"/>
              <a:buChar char="o"/>
            </a:pPr>
            <a:r>
              <a:rPr lang="en-US" sz="1800" dirty="0">
                <a:ea typeface="Calibri Light"/>
                <a:cs typeface="Calibri Light"/>
              </a:rPr>
              <a:t>Extract SNMPv3 vendor labels for </a:t>
            </a:r>
            <a:r>
              <a:rPr lang="en-US" sz="1800" b="1" dirty="0">
                <a:ea typeface="Calibri Light"/>
                <a:cs typeface="Calibri Light"/>
              </a:rPr>
              <a:t>476K IPv6</a:t>
            </a:r>
            <a:r>
              <a:rPr lang="en-US" sz="1800" dirty="0">
                <a:ea typeface="Calibri Light"/>
                <a:cs typeface="Calibri Light"/>
              </a:rPr>
              <a:t> routers</a:t>
            </a:r>
            <a:r>
              <a:rPr lang="en-US" sz="1800" dirty="0">
                <a:cs typeface="Calibri Light"/>
              </a:rPr>
              <a:t> (</a:t>
            </a:r>
            <a:r>
              <a:rPr lang="en-US" sz="1800" err="1">
                <a:cs typeface="Calibri Light"/>
              </a:rPr>
              <a:t>Albakour</a:t>
            </a:r>
            <a:r>
              <a:rPr lang="en-US" sz="1800" dirty="0">
                <a:cs typeface="Calibri Light"/>
              </a:rPr>
              <a:t>, 2021)</a:t>
            </a:r>
            <a:endParaRPr lang="en-US" sz="1800" dirty="0"/>
          </a:p>
          <a:p>
            <a:pPr marL="523240" lvl="1" indent="-342900">
              <a:buFont typeface="Courier New" panose="020B0604020202020204" pitchFamily="34" charset="0"/>
              <a:buChar char="o"/>
            </a:pPr>
            <a:r>
              <a:rPr lang="en-US" sz="1800" b="1" dirty="0">
                <a:cs typeface="Calibri Light"/>
              </a:rPr>
              <a:t>50,952</a:t>
            </a:r>
            <a:r>
              <a:rPr lang="en-US" sz="1800" dirty="0">
                <a:ea typeface="Calibri Light"/>
                <a:cs typeface="Calibri Light"/>
              </a:rPr>
              <a:t> match our tracerouting data, for which we can collect rate limit parameters </a:t>
            </a:r>
            <a:endParaRPr lang="en-US" sz="1800" dirty="0">
              <a:ea typeface="Calibri Light"/>
            </a:endParaRPr>
          </a:p>
          <a:p>
            <a:pPr marL="719455" lvl="3" indent="-179705">
              <a:buFont typeface="Calibri" panose="020B0604020202020204" pitchFamily="34" charset="0"/>
              <a:buChar char="-"/>
            </a:pPr>
            <a:r>
              <a:rPr lang="en-US" sz="1800" dirty="0">
                <a:ea typeface="Calibri Light"/>
                <a:cs typeface="Calibri Light"/>
              </a:rPr>
              <a:t>requires: </a:t>
            </a:r>
          </a:p>
          <a:p>
            <a:pPr marL="179070" indent="-342900">
              <a:buFont typeface="Calibri" panose="020B0604020202020204" pitchFamily="34" charset="0"/>
              <a:buChar char="-"/>
            </a:pPr>
            <a:endParaRPr lang="en-US" sz="2100">
              <a:cs typeface="Calibri Light"/>
            </a:endParaRPr>
          </a:p>
          <a:p>
            <a:pPr marL="179070" indent="-342900">
              <a:buFont typeface="Calibri" panose="020B0604020202020204" pitchFamily="34" charset="0"/>
              <a:buChar char="-"/>
            </a:pPr>
            <a:endParaRPr lang="en-US" sz="2200"/>
          </a:p>
          <a:p>
            <a:pPr marL="719455" lvl="3" indent="-179705">
              <a:buFont typeface="Calibri" panose="020B0604020202020204" pitchFamily="34" charset="0"/>
              <a:buChar char="-"/>
            </a:pPr>
            <a:endParaRPr lang="en-US">
              <a:ea typeface="Calibri Light"/>
            </a:endParaRPr>
          </a:p>
          <a:p>
            <a:pPr marL="179070" indent="-179705">
              <a:buFont typeface="Calibri" panose="020B0604020202020204" pitchFamily="34" charset="0"/>
              <a:buChar char="-"/>
            </a:pPr>
            <a:endParaRPr lang="en-US" sz="2000">
              <a:ea typeface="Calibri Light"/>
            </a:endParaRPr>
          </a:p>
        </p:txBody>
      </p:sp>
      <p:sp>
        <p:nvSpPr>
          <p:cNvPr id="16" name="Foliennummernplatzhalter 4">
            <a:extLst>
              <a:ext uri="{FF2B5EF4-FFF2-40B4-BE49-F238E27FC236}">
                <a16:creationId xmlns:a16="http://schemas.microsoft.com/office/drawing/2014/main" id="{B5F4AA8F-521B-2437-40BC-35192B129FE9}"/>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dirty="0">
                <a:solidFill>
                  <a:srgbClr val="0063A6"/>
                </a:solidFill>
                <a:cs typeface="Calibri Light"/>
              </a:rPr>
              <a:t>24</a:t>
            </a:r>
          </a:p>
        </p:txBody>
      </p:sp>
      <p:pic>
        <p:nvPicPr>
          <p:cNvPr id="3" name="Graphic 2" descr="Flag outline">
            <a:extLst>
              <a:ext uri="{FF2B5EF4-FFF2-40B4-BE49-F238E27FC236}">
                <a16:creationId xmlns:a16="http://schemas.microsoft.com/office/drawing/2014/main" id="{CE449787-457C-AD2F-9C5F-35F129621F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42081" y="4155555"/>
            <a:ext cx="601693" cy="612476"/>
          </a:xfrm>
          <a:prstGeom prst="rect">
            <a:avLst/>
          </a:prstGeom>
        </p:spPr>
      </p:pic>
      <p:sp>
        <p:nvSpPr>
          <p:cNvPr id="6" name="TextBox 5">
            <a:extLst>
              <a:ext uri="{FF2B5EF4-FFF2-40B4-BE49-F238E27FC236}">
                <a16:creationId xmlns:a16="http://schemas.microsoft.com/office/drawing/2014/main" id="{C6058152-84AF-1F4E-0382-4EC7F3C72C82}"/>
              </a:ext>
            </a:extLst>
          </p:cNvPr>
          <p:cNvSpPr txBox="1"/>
          <p:nvPr/>
        </p:nvSpPr>
        <p:spPr>
          <a:xfrm>
            <a:off x="4771570" y="4297589"/>
            <a:ext cx="41211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cs typeface="Calibri Light"/>
              </a:rPr>
              <a:t> </a:t>
            </a:r>
            <a:r>
              <a:rPr lang="en-US" sz="1800" dirty="0">
                <a:cs typeface="Calibri Light"/>
              </a:rPr>
              <a:t>destination behind router, hop limit</a:t>
            </a:r>
            <a:endParaRPr lang="en-US" sz="1400" dirty="0">
              <a:cs typeface="Calibri Light"/>
            </a:endParaRPr>
          </a:p>
        </p:txBody>
      </p:sp>
    </p:spTree>
    <p:extLst>
      <p:ext uri="{BB962C8B-B14F-4D97-AF65-F5344CB8AC3E}">
        <p14:creationId xmlns:p14="http://schemas.microsoft.com/office/powerpoint/2010/main" val="18899940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FFAB03-D9C8-D5C8-2199-26A7F7D948D3}"/>
              </a:ext>
            </a:extLst>
          </p:cNvPr>
          <p:cNvSpPr>
            <a:spLocks noGrp="1"/>
          </p:cNvSpPr>
          <p:nvPr>
            <p:ph type="title"/>
          </p:nvPr>
        </p:nvSpPr>
        <p:spPr/>
        <p:txBody>
          <a:bodyPr/>
          <a:lstStyle/>
          <a:p>
            <a:r>
              <a:rPr lang="en-GB" sz="4400">
                <a:cs typeface="Calibri Light"/>
              </a:rPr>
              <a:t>Result II: SNMPv3 Label Comparison</a:t>
            </a:r>
            <a:endParaRPr lang="en-GB" sz="4400"/>
          </a:p>
        </p:txBody>
      </p:sp>
      <p:pic>
        <p:nvPicPr>
          <p:cNvPr id="10" name="Content Placeholder 9">
            <a:extLst>
              <a:ext uri="{FF2B5EF4-FFF2-40B4-BE49-F238E27FC236}">
                <a16:creationId xmlns:a16="http://schemas.microsoft.com/office/drawing/2014/main" id="{1176B199-97D8-54BA-BE78-E66FDAD2A30C}"/>
              </a:ext>
            </a:extLst>
          </p:cNvPr>
          <p:cNvPicPr>
            <a:picLocks noGrp="1" noChangeAspect="1"/>
          </p:cNvPicPr>
          <p:nvPr>
            <p:ph idx="1"/>
          </p:nvPr>
        </p:nvPicPr>
        <p:blipFill>
          <a:blip r:embed="rId2"/>
          <a:stretch>
            <a:fillRect/>
          </a:stretch>
        </p:blipFill>
        <p:spPr>
          <a:xfrm>
            <a:off x="250825" y="1030988"/>
            <a:ext cx="8389938" cy="2485403"/>
          </a:xfrm>
        </p:spPr>
      </p:pic>
      <p:sp>
        <p:nvSpPr>
          <p:cNvPr id="3" name="TextBox 2">
            <a:extLst>
              <a:ext uri="{FF2B5EF4-FFF2-40B4-BE49-F238E27FC236}">
                <a16:creationId xmlns:a16="http://schemas.microsoft.com/office/drawing/2014/main" id="{69C384A2-43FB-F74C-ADA4-11EBAF3698F4}"/>
              </a:ext>
            </a:extLst>
          </p:cNvPr>
          <p:cNvSpPr txBox="1"/>
          <p:nvPr/>
        </p:nvSpPr>
        <p:spPr>
          <a:xfrm>
            <a:off x="1067196" y="3579706"/>
            <a:ext cx="2954751"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1600">
                <a:ea typeface="Calibri Light"/>
                <a:cs typeface="Calibri Light"/>
              </a:rPr>
              <a:t>Huawei labeled match lab default</a:t>
            </a:r>
          </a:p>
          <a:p>
            <a:pPr marL="285750" indent="-285750">
              <a:buFont typeface="Calibri"/>
              <a:buChar char="-"/>
            </a:pPr>
            <a:r>
              <a:rPr lang="en-US" sz="1600">
                <a:ea typeface="Calibri Light"/>
                <a:cs typeface="Calibri Light"/>
              </a:rPr>
              <a:t>Cisco labeled match </a:t>
            </a:r>
            <a:r>
              <a:rPr lang="en-US" sz="1600" err="1">
                <a:ea typeface="Calibri Light"/>
                <a:cs typeface="Calibri Light"/>
              </a:rPr>
              <a:t>XRv</a:t>
            </a:r>
            <a:r>
              <a:rPr lang="en-US" sz="1600">
                <a:ea typeface="Calibri Light"/>
                <a:cs typeface="Calibri Light"/>
              </a:rPr>
              <a:t> and IOS lab defaults</a:t>
            </a:r>
          </a:p>
        </p:txBody>
      </p:sp>
      <p:sp>
        <p:nvSpPr>
          <p:cNvPr id="4" name="TextBox 3">
            <a:extLst>
              <a:ext uri="{FF2B5EF4-FFF2-40B4-BE49-F238E27FC236}">
                <a16:creationId xmlns:a16="http://schemas.microsoft.com/office/drawing/2014/main" id="{39D5449F-5542-1D37-97E6-114823F1FED2}"/>
              </a:ext>
            </a:extLst>
          </p:cNvPr>
          <p:cNvSpPr txBox="1"/>
          <p:nvPr/>
        </p:nvSpPr>
        <p:spPr>
          <a:xfrm>
            <a:off x="4659482" y="3579706"/>
            <a:ext cx="2954751" cy="15311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1600">
                <a:ea typeface="Calibri Light"/>
                <a:cs typeface="Calibri Light"/>
              </a:rPr>
              <a:t>Majority of Juniper labeled is limited above measurement </a:t>
            </a:r>
            <a:r>
              <a:rPr lang="en-US" sz="1600" err="1">
                <a:ea typeface="Calibri Light"/>
                <a:cs typeface="Calibri Light"/>
              </a:rPr>
              <a:t>scanrate</a:t>
            </a:r>
            <a:r>
              <a:rPr lang="en-US" sz="1600">
                <a:ea typeface="Calibri Light"/>
                <a:cs typeface="Calibri Light"/>
              </a:rPr>
              <a:t> of 200pps</a:t>
            </a:r>
          </a:p>
          <a:p>
            <a:pPr marL="285750" indent="-285750">
              <a:buFont typeface="Calibri"/>
              <a:buChar char="-"/>
            </a:pPr>
            <a:r>
              <a:rPr lang="en-US" sz="1600" err="1">
                <a:ea typeface="Calibri Light"/>
                <a:cs typeface="Calibri Light"/>
              </a:rPr>
              <a:t>Mikrotik</a:t>
            </a:r>
            <a:r>
              <a:rPr lang="en-US" sz="1600">
                <a:ea typeface="Calibri Light"/>
                <a:cs typeface="Calibri Light"/>
              </a:rPr>
              <a:t> matches Linux kernel defaults </a:t>
            </a:r>
          </a:p>
          <a:p>
            <a:pPr marL="285750" indent="-285750">
              <a:buFont typeface="Calibri"/>
              <a:buChar char="-"/>
            </a:pPr>
            <a:endParaRPr lang="en-US">
              <a:ea typeface="Calibri Light"/>
              <a:cs typeface="Calibri Light"/>
            </a:endParaRPr>
          </a:p>
        </p:txBody>
      </p:sp>
      <p:sp>
        <p:nvSpPr>
          <p:cNvPr id="7" name="Foliennummernplatzhalter 4">
            <a:extLst>
              <a:ext uri="{FF2B5EF4-FFF2-40B4-BE49-F238E27FC236}">
                <a16:creationId xmlns:a16="http://schemas.microsoft.com/office/drawing/2014/main" id="{54A40B74-E5D6-953D-6CE1-4B866E5467CE}"/>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dirty="0">
                <a:solidFill>
                  <a:srgbClr val="0063A6"/>
                </a:solidFill>
                <a:cs typeface="Calibri Light"/>
              </a:rPr>
              <a:t>25</a:t>
            </a:r>
          </a:p>
        </p:txBody>
      </p:sp>
    </p:spTree>
    <p:extLst>
      <p:ext uri="{BB962C8B-B14F-4D97-AF65-F5344CB8AC3E}">
        <p14:creationId xmlns:p14="http://schemas.microsoft.com/office/powerpoint/2010/main" val="2003647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nhaltsplatzhalter 2">
            <a:extLst>
              <a:ext uri="{FF2B5EF4-FFF2-40B4-BE49-F238E27FC236}">
                <a16:creationId xmlns:a16="http://schemas.microsoft.com/office/drawing/2014/main" id="{882B402C-1C0F-D303-DD75-C9CC18E80532}"/>
              </a:ext>
            </a:extLst>
          </p:cNvPr>
          <p:cNvSpPr>
            <a:spLocks noGrp="1"/>
          </p:cNvSpPr>
          <p:nvPr>
            <p:ph idx="1"/>
          </p:nvPr>
        </p:nvSpPr>
        <p:spPr>
          <a:xfrm>
            <a:off x="250825" y="1214083"/>
            <a:ext cx="8389938" cy="3293350"/>
          </a:xfrm>
        </p:spPr>
        <p:txBody>
          <a:bodyPr vert="horz" lIns="0" tIns="0" rIns="0" bIns="0" rtlCol="0" anchor="t">
            <a:noAutofit/>
          </a:bodyPr>
          <a:lstStyle/>
          <a:p>
            <a:pPr marL="0" lvl="1" indent="0">
              <a:buNone/>
            </a:pPr>
            <a:endParaRPr lang="en-GB" sz="1600" b="1">
              <a:cs typeface="Calibri Light"/>
            </a:endParaRPr>
          </a:p>
          <a:p>
            <a:pPr marL="179070" indent="-179705"/>
            <a:endParaRPr lang="en-GB">
              <a:cs typeface="Calibri Light"/>
            </a:endParaRPr>
          </a:p>
          <a:p>
            <a:pPr marL="179070" indent="-179705"/>
            <a:endParaRPr lang="en-GB">
              <a:cs typeface="Calibri Light"/>
            </a:endParaRPr>
          </a:p>
          <a:p>
            <a:pPr marL="179070" indent="-179705"/>
            <a:endParaRPr lang="en-GB">
              <a:cs typeface="Calibri Light"/>
            </a:endParaRPr>
          </a:p>
          <a:p>
            <a:pPr marL="179070" indent="-179705"/>
            <a:endParaRPr lang="en-GB">
              <a:cs typeface="Calibri Light"/>
            </a:endParaRPr>
          </a:p>
        </p:txBody>
      </p:sp>
      <p:sp>
        <p:nvSpPr>
          <p:cNvPr id="12" name="Titel 1">
            <a:extLst>
              <a:ext uri="{FF2B5EF4-FFF2-40B4-BE49-F238E27FC236}">
                <a16:creationId xmlns:a16="http://schemas.microsoft.com/office/drawing/2014/main" id="{4EB18BB5-D489-5B65-432A-54D9E62004DF}"/>
              </a:ext>
            </a:extLst>
          </p:cNvPr>
          <p:cNvSpPr>
            <a:spLocks noGrp="1"/>
          </p:cNvSpPr>
          <p:nvPr>
            <p:ph type="title"/>
          </p:nvPr>
        </p:nvSpPr>
        <p:spPr>
          <a:xfrm>
            <a:off x="250825" y="252000"/>
            <a:ext cx="8640000" cy="864000"/>
          </a:xfrm>
        </p:spPr>
        <p:txBody>
          <a:bodyPr/>
          <a:lstStyle/>
          <a:p>
            <a:r>
              <a:rPr lang="en-GB" sz="4400">
                <a:cs typeface="Calibri Light"/>
              </a:rPr>
              <a:t>Methods Overview</a:t>
            </a:r>
            <a:endParaRPr lang="en-US"/>
          </a:p>
        </p:txBody>
      </p:sp>
      <p:sp>
        <p:nvSpPr>
          <p:cNvPr id="7" name="Textplatzhalter 2">
            <a:extLst>
              <a:ext uri="{FF2B5EF4-FFF2-40B4-BE49-F238E27FC236}">
                <a16:creationId xmlns:a16="http://schemas.microsoft.com/office/drawing/2014/main" id="{E1D411AE-B5B4-1578-8A8B-AD4D05429FAD}"/>
              </a:ext>
            </a:extLst>
          </p:cNvPr>
          <p:cNvSpPr txBox="1">
            <a:spLocks/>
          </p:cNvSpPr>
          <p:nvPr/>
        </p:nvSpPr>
        <p:spPr>
          <a:xfrm>
            <a:off x="315500" y="2199201"/>
            <a:ext cx="2700000" cy="554156"/>
          </a:xfrm>
          <a:prstGeom prst="rect">
            <a:avLst/>
          </a:prstGeom>
        </p:spPr>
        <p:txBody>
          <a:bodyPr vert="horz" lIns="0" tIns="0" rIns="0" bIns="0" rtlCol="0" anchor="b" anchorCtr="0">
            <a:noAutofit/>
          </a:bodyPr>
          <a:lstStyle>
            <a:lvl1pPr marL="179388" indent="-180000" algn="l" defTabSz="685783" rtl="0" eaLnBrk="1" latinLnBrk="0" hangingPunct="1">
              <a:lnSpc>
                <a:spcPct val="110000"/>
              </a:lnSpc>
              <a:spcBef>
                <a:spcPts val="0"/>
              </a:spcBef>
              <a:spcAft>
                <a:spcPts val="375"/>
              </a:spcAft>
              <a:buSzPct val="80000"/>
              <a:buFont typeface="Arial" panose="020B0604020202020204" pitchFamily="34" charset="0"/>
              <a:buChar char="•"/>
              <a:tabLst/>
              <a:defRPr sz="1800" b="0" i="0" kern="1200">
                <a:solidFill>
                  <a:schemeClr val="tx1"/>
                </a:solidFill>
                <a:latin typeface="+mn-lt"/>
                <a:ea typeface="+mn-ea"/>
                <a:cs typeface="Calibri Light" panose="020F0302020204030204" pitchFamily="34" charset="0"/>
              </a:defRPr>
            </a:lvl1pPr>
            <a:lvl2pPr marL="36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500" b="0" i="0" kern="1200">
                <a:solidFill>
                  <a:schemeClr val="tx1"/>
                </a:solidFill>
                <a:latin typeface="+mn-lt"/>
                <a:ea typeface="+mn-ea"/>
                <a:cs typeface="Calibri Light" panose="020F0302020204030204" pitchFamily="34" charset="0"/>
              </a:defRPr>
            </a:lvl2pPr>
            <a:lvl3pPr marL="54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350" b="0" i="0" kern="1200">
                <a:solidFill>
                  <a:schemeClr val="tx1"/>
                </a:solidFill>
                <a:latin typeface="+mn-lt"/>
                <a:ea typeface="+mn-ea"/>
                <a:cs typeface="Calibri Light" panose="020F0302020204030204" pitchFamily="34" charset="0"/>
              </a:defRPr>
            </a:lvl3pPr>
            <a:lvl4pPr marL="72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4pPr>
            <a:lvl5pPr marL="90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GB" sz="2400">
                <a:cs typeface="Calibri Light"/>
              </a:rPr>
              <a:t>3. IPv6-wide  Measurements</a:t>
            </a:r>
            <a:endParaRPr lang="en-GB" sz="2400"/>
          </a:p>
        </p:txBody>
      </p:sp>
      <p:sp>
        <p:nvSpPr>
          <p:cNvPr id="11" name="Rectangle 10">
            <a:extLst>
              <a:ext uri="{FF2B5EF4-FFF2-40B4-BE49-F238E27FC236}">
                <a16:creationId xmlns:a16="http://schemas.microsoft.com/office/drawing/2014/main" id="{69E1EB4F-F0ED-A130-1310-284776C41C2F}"/>
              </a:ext>
            </a:extLst>
          </p:cNvPr>
          <p:cNvSpPr/>
          <p:nvPr/>
        </p:nvSpPr>
        <p:spPr>
          <a:xfrm>
            <a:off x="122463" y="1555295"/>
            <a:ext cx="2447245" cy="164102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27">
            <a:extLst>
              <a:ext uri="{FF2B5EF4-FFF2-40B4-BE49-F238E27FC236}">
                <a16:creationId xmlns:a16="http://schemas.microsoft.com/office/drawing/2014/main" id="{A0C26053-C2B2-1EAA-5ACF-62B57F500B62}"/>
              </a:ext>
            </a:extLst>
          </p:cNvPr>
          <p:cNvSpPr txBox="1">
            <a:spLocks/>
          </p:cNvSpPr>
          <p:nvPr/>
        </p:nvSpPr>
        <p:spPr>
          <a:xfrm>
            <a:off x="2757260" y="968147"/>
            <a:ext cx="5778499" cy="3730724"/>
          </a:xfrm>
          <a:prstGeom prst="rect">
            <a:avLst/>
          </a:prstGeom>
        </p:spPr>
        <p:txBody>
          <a:bodyPr vert="horz" lIns="0" tIns="0" rIns="0" bIns="0" rtlCol="0" anchor="t">
            <a:noAutofit/>
          </a:bodyPr>
          <a:lstStyle>
            <a:lvl1pPr marL="179388" indent="-180000" algn="l" defTabSz="685783" rtl="0" eaLnBrk="1" latinLnBrk="0" hangingPunct="1">
              <a:lnSpc>
                <a:spcPct val="110000"/>
              </a:lnSpc>
              <a:spcBef>
                <a:spcPts val="0"/>
              </a:spcBef>
              <a:spcAft>
                <a:spcPts val="375"/>
              </a:spcAft>
              <a:buSzPct val="80000"/>
              <a:buFont typeface="Arial" panose="020B0604020202020204" pitchFamily="34" charset="0"/>
              <a:buChar char="•"/>
              <a:tabLst/>
              <a:defRPr sz="1800" b="0" i="0" kern="1200">
                <a:solidFill>
                  <a:schemeClr val="tx1"/>
                </a:solidFill>
                <a:latin typeface="+mn-lt"/>
                <a:ea typeface="+mn-ea"/>
                <a:cs typeface="Calibri Light" panose="020F0302020204030204" pitchFamily="34" charset="0"/>
              </a:defRPr>
            </a:lvl1pPr>
            <a:lvl2pPr marL="36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500" b="0" i="0" kern="1200">
                <a:solidFill>
                  <a:schemeClr val="tx1"/>
                </a:solidFill>
                <a:latin typeface="+mn-lt"/>
                <a:ea typeface="+mn-ea"/>
                <a:cs typeface="Calibri Light" panose="020F0302020204030204" pitchFamily="34" charset="0"/>
              </a:defRPr>
            </a:lvl2pPr>
            <a:lvl3pPr marL="54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350" b="0" i="0" kern="1200">
                <a:solidFill>
                  <a:schemeClr val="tx1"/>
                </a:solidFill>
                <a:latin typeface="+mn-lt"/>
                <a:ea typeface="+mn-ea"/>
                <a:cs typeface="Calibri Light" panose="020F0302020204030204" pitchFamily="34" charset="0"/>
              </a:defRPr>
            </a:lvl3pPr>
            <a:lvl4pPr marL="72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4pPr>
            <a:lvl5pPr marL="900000" indent="-180000" algn="l" defTabSz="685783" rtl="0" eaLnBrk="1" latinLnBrk="0" hangingPunct="1">
              <a:lnSpc>
                <a:spcPct val="110000"/>
              </a:lnSpc>
              <a:spcBef>
                <a:spcPts val="200"/>
              </a:spcBef>
              <a:spcAft>
                <a:spcPts val="375"/>
              </a:spcAft>
              <a:buSzPct val="80000"/>
              <a:buFont typeface="Arial" panose="020B0604020202020204" pitchFamily="34" charset="0"/>
              <a:buChar char="•"/>
              <a:tabLst/>
              <a:defRPr sz="1200" b="0" i="0" kern="1200">
                <a:solidFill>
                  <a:schemeClr val="tx1"/>
                </a:solidFill>
                <a:latin typeface="+mn-lt"/>
                <a:ea typeface="+mn-ea"/>
                <a:cs typeface="Calibri Light" panose="020F030202020403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9070" indent="-179705"/>
            <a:r>
              <a:rPr lang="en-US" sz="2000" dirty="0">
                <a:cs typeface="Calibri Light"/>
              </a:rPr>
              <a:t>We collected rate-limits for </a:t>
            </a:r>
            <a:r>
              <a:rPr lang="en-US" sz="2000" b="1" dirty="0">
                <a:cs typeface="Calibri Light"/>
              </a:rPr>
              <a:t>1.4M</a:t>
            </a:r>
            <a:r>
              <a:rPr lang="en-US" sz="2000" dirty="0">
                <a:cs typeface="Calibri Light"/>
              </a:rPr>
              <a:t> of the IPv6 routers </a:t>
            </a:r>
            <a:endParaRPr lang="en-US" sz="2000" dirty="0"/>
          </a:p>
          <a:p>
            <a:pPr marL="359410" lvl="1" indent="-179705">
              <a:buFont typeface="Courier New" panose="020B0604020202020204" pitchFamily="34" charset="0"/>
              <a:buChar char="o"/>
            </a:pPr>
            <a:r>
              <a:rPr lang="en-US" sz="1800" dirty="0">
                <a:cs typeface="Calibri Light"/>
              </a:rPr>
              <a:t>Split Routers based on </a:t>
            </a:r>
            <a:r>
              <a:rPr lang="en-US" sz="1800" b="1" dirty="0">
                <a:cs typeface="Calibri Light"/>
              </a:rPr>
              <a:t>Centrality Score</a:t>
            </a:r>
            <a:r>
              <a:rPr lang="en-US" sz="1800" dirty="0">
                <a:cs typeface="Calibri Light"/>
              </a:rPr>
              <a:t>:</a:t>
            </a:r>
            <a:endParaRPr lang="en-US" sz="1800" dirty="0"/>
          </a:p>
          <a:p>
            <a:pPr marL="539750" lvl="2" indent="-179705">
              <a:buFont typeface="Wingdings" panose="020B0604020202020204" pitchFamily="34" charset="0"/>
              <a:buChar char="§"/>
            </a:pPr>
            <a:r>
              <a:rPr lang="en-US" sz="1600" dirty="0">
                <a:cs typeface="Calibri Light"/>
              </a:rPr>
              <a:t>Number of paths to a /48 destination a router is seen on</a:t>
            </a:r>
          </a:p>
          <a:p>
            <a:pPr marL="359410" lvl="1" indent="-179705">
              <a:buFont typeface="Courier New" panose="020B0604020202020204" pitchFamily="34" charset="0"/>
              <a:buChar char="o"/>
            </a:pPr>
            <a:r>
              <a:rPr lang="en-US" sz="1800" b="1" dirty="0">
                <a:cs typeface="Calibri Light"/>
              </a:rPr>
              <a:t>Distance-based matching</a:t>
            </a:r>
            <a:r>
              <a:rPr lang="en-US" sz="1800" dirty="0">
                <a:cs typeface="Calibri Light"/>
              </a:rPr>
              <a:t> to known rate limiting </a:t>
            </a:r>
            <a:r>
              <a:rPr lang="en-US" sz="1800" dirty="0" err="1">
                <a:cs typeface="Calibri Light"/>
              </a:rPr>
              <a:t>paramters</a:t>
            </a:r>
            <a:endParaRPr lang="en-US" sz="1800" dirty="0">
              <a:cs typeface="Calibri Light"/>
            </a:endParaRPr>
          </a:p>
          <a:p>
            <a:pPr marL="539750" lvl="2" indent="-179705">
              <a:buFont typeface="Wingdings" panose="020B0604020202020204" pitchFamily="34" charset="0"/>
              <a:buChar char="§"/>
            </a:pPr>
            <a:r>
              <a:rPr lang="en-US" sz="1600" dirty="0">
                <a:cs typeface="Calibri Light"/>
              </a:rPr>
              <a:t>Bin the number of responses for each second (</a:t>
            </a:r>
            <a:r>
              <a:rPr lang="en-US" sz="1600" b="1" dirty="0">
                <a:cs typeface="Calibri Light"/>
              </a:rPr>
              <a:t>T1,T2,..T10</a:t>
            </a:r>
            <a:r>
              <a:rPr lang="en-US" sz="1600" dirty="0">
                <a:cs typeface="Calibri Light"/>
              </a:rPr>
              <a:t>) and compute distance</a:t>
            </a:r>
          </a:p>
          <a:p>
            <a:pPr marL="539750" lvl="2" indent="-179705">
              <a:buFont typeface="Wingdings" panose="020B0604020202020204" pitchFamily="34" charset="0"/>
              <a:buChar char="§"/>
            </a:pPr>
            <a:r>
              <a:rPr lang="en-US" sz="1600" dirty="0">
                <a:cs typeface="Calibri Light"/>
              </a:rPr>
              <a:t>Match </a:t>
            </a:r>
            <a:r>
              <a:rPr lang="en-US" sz="1600" b="1" dirty="0">
                <a:cs typeface="Calibri Light"/>
              </a:rPr>
              <a:t>rate limiting parameters</a:t>
            </a:r>
            <a:r>
              <a:rPr lang="en-US" sz="1600" dirty="0">
                <a:cs typeface="Calibri Light"/>
              </a:rPr>
              <a:t> (Bucket Size, Refill Interval, Refill Size) for rates within adaptive threshold (10 to 100 based on NR(10))</a:t>
            </a:r>
          </a:p>
          <a:p>
            <a:pPr marL="359410" lvl="1" indent="-179705">
              <a:buFont typeface="Courier New" panose="020B0604020202020204" pitchFamily="34" charset="0"/>
              <a:buChar char="o"/>
            </a:pPr>
            <a:r>
              <a:rPr lang="en-US" sz="1800" dirty="0">
                <a:cs typeface="Calibri Light"/>
              </a:rPr>
              <a:t>Measurement Parameters: </a:t>
            </a:r>
            <a:r>
              <a:rPr lang="en-US" sz="1800" b="1" dirty="0">
                <a:cs typeface="Calibri Light"/>
              </a:rPr>
              <a:t>200 PPS, 10 seconds, Time Exceeded</a:t>
            </a:r>
            <a:endParaRPr lang="en-US" sz="1750" dirty="0">
              <a:cs typeface="Calibri Light"/>
            </a:endParaRPr>
          </a:p>
        </p:txBody>
      </p:sp>
      <p:sp>
        <p:nvSpPr>
          <p:cNvPr id="16" name="Foliennummernplatzhalter 4">
            <a:extLst>
              <a:ext uri="{FF2B5EF4-FFF2-40B4-BE49-F238E27FC236}">
                <a16:creationId xmlns:a16="http://schemas.microsoft.com/office/drawing/2014/main" id="{BA3121E2-8A0E-0559-1D6D-091DD31A6A28}"/>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dirty="0">
                <a:solidFill>
                  <a:srgbClr val="0063A6"/>
                </a:solidFill>
                <a:cs typeface="Calibri Light"/>
              </a:rPr>
              <a:t>26</a:t>
            </a:r>
          </a:p>
        </p:txBody>
      </p:sp>
    </p:spTree>
    <p:extLst>
      <p:ext uri="{BB962C8B-B14F-4D97-AF65-F5344CB8AC3E}">
        <p14:creationId xmlns:p14="http://schemas.microsoft.com/office/powerpoint/2010/main" val="1088096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FFAB03-D9C8-D5C8-2199-26A7F7D948D3}"/>
              </a:ext>
            </a:extLst>
          </p:cNvPr>
          <p:cNvSpPr>
            <a:spLocks noGrp="1"/>
          </p:cNvSpPr>
          <p:nvPr>
            <p:ph type="title"/>
          </p:nvPr>
        </p:nvSpPr>
        <p:spPr/>
        <p:txBody>
          <a:bodyPr/>
          <a:lstStyle/>
          <a:p>
            <a:r>
              <a:rPr lang="en-GB" sz="4400">
                <a:cs typeface="Calibri Light"/>
              </a:rPr>
              <a:t>Result III: Rate Limit Matching</a:t>
            </a:r>
            <a:endParaRPr lang="en-US"/>
          </a:p>
        </p:txBody>
      </p:sp>
      <p:pic>
        <p:nvPicPr>
          <p:cNvPr id="6" name="Content Placeholder 5">
            <a:extLst>
              <a:ext uri="{FF2B5EF4-FFF2-40B4-BE49-F238E27FC236}">
                <a16:creationId xmlns:a16="http://schemas.microsoft.com/office/drawing/2014/main" id="{8633D8AC-5118-21BD-18E2-770C1FF057A3}"/>
              </a:ext>
            </a:extLst>
          </p:cNvPr>
          <p:cNvPicPr>
            <a:picLocks noGrp="1" noChangeAspect="1"/>
          </p:cNvPicPr>
          <p:nvPr>
            <p:ph idx="1"/>
          </p:nvPr>
        </p:nvPicPr>
        <p:blipFill>
          <a:blip r:embed="rId2"/>
          <a:stretch>
            <a:fillRect/>
          </a:stretch>
        </p:blipFill>
        <p:spPr>
          <a:xfrm>
            <a:off x="2885577" y="1036291"/>
            <a:ext cx="5871511" cy="3477857"/>
          </a:xfrm>
        </p:spPr>
      </p:pic>
      <p:sp>
        <p:nvSpPr>
          <p:cNvPr id="3" name="TextBox 2">
            <a:extLst>
              <a:ext uri="{FF2B5EF4-FFF2-40B4-BE49-F238E27FC236}">
                <a16:creationId xmlns:a16="http://schemas.microsoft.com/office/drawing/2014/main" id="{77DEA65F-8626-2C62-7748-AD12CE0B7B21}"/>
              </a:ext>
            </a:extLst>
          </p:cNvPr>
          <p:cNvSpPr txBox="1"/>
          <p:nvPr/>
        </p:nvSpPr>
        <p:spPr>
          <a:xfrm>
            <a:off x="1594" y="929579"/>
            <a:ext cx="3043125"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sz="1600" dirty="0">
                <a:ea typeface="Calibri Light"/>
                <a:cs typeface="Calibri Light"/>
              </a:rPr>
              <a:t>Routers on multiple paths (green), more </a:t>
            </a:r>
            <a:r>
              <a:rPr lang="en-US" sz="1600" b="1" dirty="0">
                <a:ea typeface="+mn-lt"/>
                <a:cs typeface="+mn-lt"/>
              </a:rPr>
              <a:t>distinguishable</a:t>
            </a:r>
            <a:r>
              <a:rPr lang="en-US" sz="1600" dirty="0">
                <a:ea typeface="+mn-lt"/>
                <a:cs typeface="+mn-lt"/>
              </a:rPr>
              <a:t> rate limits</a:t>
            </a:r>
          </a:p>
          <a:p>
            <a:pPr marL="628015" lvl="1" indent="-285750">
              <a:buFont typeface="Courier New"/>
              <a:buChar char="o"/>
            </a:pPr>
            <a:r>
              <a:rPr lang="en-US" sz="1600" dirty="0">
                <a:ea typeface="Calibri Light"/>
                <a:cs typeface="Calibri Light"/>
              </a:rPr>
              <a:t>E.g. Cisco (18% IOS, 4.2% </a:t>
            </a:r>
            <a:r>
              <a:rPr lang="en-US" sz="1600" dirty="0" err="1">
                <a:ea typeface="Calibri Light"/>
                <a:cs typeface="Calibri Light"/>
              </a:rPr>
              <a:t>XRv</a:t>
            </a:r>
            <a:r>
              <a:rPr lang="en-US" sz="1600" dirty="0">
                <a:ea typeface="Calibri Light"/>
                <a:cs typeface="Calibri Light"/>
              </a:rPr>
              <a:t>)</a:t>
            </a:r>
          </a:p>
          <a:p>
            <a:pPr marL="285750" indent="-285750">
              <a:buFont typeface="Calibri"/>
              <a:buChar char="-"/>
            </a:pPr>
            <a:r>
              <a:rPr lang="en-US" sz="1600" dirty="0">
                <a:ea typeface="Calibri Light"/>
                <a:cs typeface="Calibri Light"/>
              </a:rPr>
              <a:t>Periphery (purple)</a:t>
            </a:r>
            <a:endParaRPr lang="en-US" sz="1600" dirty="0">
              <a:cs typeface="Calibri Light"/>
            </a:endParaRPr>
          </a:p>
          <a:p>
            <a:pPr marL="628015" lvl="1" indent="-285750">
              <a:buFont typeface="Courier New"/>
              <a:buChar char="o"/>
            </a:pPr>
            <a:r>
              <a:rPr lang="en-US" sz="1600" dirty="0">
                <a:ea typeface="Calibri Light"/>
                <a:cs typeface="Calibri Light"/>
              </a:rPr>
              <a:t>83.4% Linux &lt;4.9 or newer version with small </a:t>
            </a:r>
            <a:r>
              <a:rPr lang="en-US" sz="1600" dirty="0" err="1">
                <a:ea typeface="Calibri Light"/>
                <a:cs typeface="Calibri Light"/>
              </a:rPr>
              <a:t>dest</a:t>
            </a:r>
            <a:r>
              <a:rPr lang="en-US" sz="1600" dirty="0">
                <a:ea typeface="Calibri Light"/>
                <a:cs typeface="Calibri Light"/>
              </a:rPr>
              <a:t>. prefix sizes (less likely)</a:t>
            </a:r>
          </a:p>
          <a:p>
            <a:pPr marL="628015" lvl="1" indent="-285750">
              <a:buFont typeface="Courier New"/>
              <a:buChar char="o"/>
            </a:pPr>
            <a:r>
              <a:rPr lang="en-US" sz="1600" dirty="0">
                <a:ea typeface="Calibri Light"/>
                <a:cs typeface="Calibri Light"/>
              </a:rPr>
              <a:t>12.6% ≥4.19 with default route</a:t>
            </a:r>
          </a:p>
        </p:txBody>
      </p:sp>
      <p:sp>
        <p:nvSpPr>
          <p:cNvPr id="7" name="Foliennummernplatzhalter 4">
            <a:extLst>
              <a:ext uri="{FF2B5EF4-FFF2-40B4-BE49-F238E27FC236}">
                <a16:creationId xmlns:a16="http://schemas.microsoft.com/office/drawing/2014/main" id="{0878281C-1DAA-3773-F200-926D9FA604EB}"/>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dirty="0">
                <a:solidFill>
                  <a:srgbClr val="0063A6"/>
                </a:solidFill>
                <a:cs typeface="Calibri Light"/>
              </a:rPr>
              <a:t>27</a:t>
            </a:r>
          </a:p>
        </p:txBody>
      </p:sp>
      <p:sp>
        <p:nvSpPr>
          <p:cNvPr id="12" name="Rectangle 11">
            <a:extLst>
              <a:ext uri="{FF2B5EF4-FFF2-40B4-BE49-F238E27FC236}">
                <a16:creationId xmlns:a16="http://schemas.microsoft.com/office/drawing/2014/main" id="{4D0D7A20-E5F0-3302-F9F3-3227A2CE3597}"/>
              </a:ext>
            </a:extLst>
          </p:cNvPr>
          <p:cNvSpPr/>
          <p:nvPr/>
        </p:nvSpPr>
        <p:spPr>
          <a:xfrm>
            <a:off x="2886074" y="2257424"/>
            <a:ext cx="6008915" cy="46944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7A06452-209E-AB5E-BC3E-3BAA266AE0A7}"/>
              </a:ext>
            </a:extLst>
          </p:cNvPr>
          <p:cNvSpPr/>
          <p:nvPr/>
        </p:nvSpPr>
        <p:spPr>
          <a:xfrm>
            <a:off x="4094387" y="1196067"/>
            <a:ext cx="2514603" cy="18369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93704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809D105-6EC0-049F-A77D-FBCA56CE9D58}"/>
              </a:ext>
            </a:extLst>
          </p:cNvPr>
          <p:cNvSpPr>
            <a:spLocks noGrp="1"/>
          </p:cNvSpPr>
          <p:nvPr>
            <p:ph type="ctrTitle"/>
          </p:nvPr>
        </p:nvSpPr>
        <p:spPr>
          <a:xfrm>
            <a:off x="792000" y="555626"/>
            <a:ext cx="7850285" cy="935717"/>
          </a:xfrm>
        </p:spPr>
        <p:txBody>
          <a:bodyPr/>
          <a:lstStyle/>
          <a:p>
            <a:r>
              <a:rPr lang="en-US" sz="3600" b="1" dirty="0">
                <a:ea typeface="Calibri Light"/>
                <a:cs typeface="Calibri Light"/>
              </a:rPr>
              <a:t>Conclusion:</a:t>
            </a:r>
            <a:r>
              <a:rPr lang="en-US" sz="3600" dirty="0">
                <a:ea typeface="Calibri Light"/>
                <a:cs typeface="Calibri Light"/>
              </a:rPr>
              <a:t> What Do ICMPv6 </a:t>
            </a:r>
            <a:r>
              <a:rPr lang="en-US" sz="3600" b="1" dirty="0">
                <a:ea typeface="Calibri Light"/>
                <a:cs typeface="Calibri Light"/>
              </a:rPr>
              <a:t>Error Messages</a:t>
            </a:r>
            <a:r>
              <a:rPr lang="en-US" sz="3600" dirty="0">
                <a:ea typeface="Calibri Light"/>
                <a:cs typeface="Calibri Light"/>
              </a:rPr>
              <a:t> Reveal About Their </a:t>
            </a:r>
            <a:r>
              <a:rPr lang="en-US" sz="3600" b="1" dirty="0">
                <a:ea typeface="Calibri Light"/>
                <a:cs typeface="Calibri Light"/>
              </a:rPr>
              <a:t>Sources</a:t>
            </a:r>
            <a:r>
              <a:rPr lang="en-US" sz="3600" dirty="0">
                <a:ea typeface="Calibri Light"/>
                <a:cs typeface="Calibri Light"/>
              </a:rPr>
              <a:t>?</a:t>
            </a:r>
            <a:endParaRPr lang="en-US" sz="3600" dirty="0"/>
          </a:p>
        </p:txBody>
      </p:sp>
      <p:sp>
        <p:nvSpPr>
          <p:cNvPr id="11" name="Rectangle 10">
            <a:extLst>
              <a:ext uri="{FF2B5EF4-FFF2-40B4-BE49-F238E27FC236}">
                <a16:creationId xmlns:a16="http://schemas.microsoft.com/office/drawing/2014/main" id="{BE61EDD7-B546-B4D1-DD3C-22F35BCF7B90}"/>
              </a:ext>
            </a:extLst>
          </p:cNvPr>
          <p:cNvSpPr/>
          <p:nvPr/>
        </p:nvSpPr>
        <p:spPr>
          <a:xfrm>
            <a:off x="1609727" y="1657026"/>
            <a:ext cx="2142557" cy="9182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indent="-342900" algn="ctr">
              <a:buAutoNum type="arabicPeriod"/>
            </a:pPr>
            <a:r>
              <a:rPr lang="en-US" sz="3200">
                <a:solidFill>
                  <a:srgbClr val="0063A6"/>
                </a:solidFill>
                <a:ea typeface="Calibri Light"/>
                <a:cs typeface="Calibri Light"/>
              </a:rPr>
              <a:t>Networks</a:t>
            </a:r>
          </a:p>
        </p:txBody>
      </p:sp>
      <p:sp>
        <p:nvSpPr>
          <p:cNvPr id="12" name="Rectangle 11">
            <a:extLst>
              <a:ext uri="{FF2B5EF4-FFF2-40B4-BE49-F238E27FC236}">
                <a16:creationId xmlns:a16="http://schemas.microsoft.com/office/drawing/2014/main" id="{473562EC-E23C-49AC-F8A9-D9D22ABD9BE2}"/>
              </a:ext>
            </a:extLst>
          </p:cNvPr>
          <p:cNvSpPr/>
          <p:nvPr/>
        </p:nvSpPr>
        <p:spPr>
          <a:xfrm>
            <a:off x="5120370" y="1657025"/>
            <a:ext cx="2142557" cy="91823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a:solidFill>
                  <a:srgbClr val="0063A6"/>
                </a:solidFill>
                <a:ea typeface="Calibri Light"/>
                <a:cs typeface="Calibri Light"/>
              </a:rPr>
              <a:t>2. Routers</a:t>
            </a:r>
          </a:p>
        </p:txBody>
      </p:sp>
      <p:sp>
        <p:nvSpPr>
          <p:cNvPr id="2" name="Rectangle 1">
            <a:extLst>
              <a:ext uri="{FF2B5EF4-FFF2-40B4-BE49-F238E27FC236}">
                <a16:creationId xmlns:a16="http://schemas.microsoft.com/office/drawing/2014/main" id="{044339F7-74A3-1E45-CD7C-A46F2B940162}"/>
              </a:ext>
            </a:extLst>
          </p:cNvPr>
          <p:cNvSpPr/>
          <p:nvPr/>
        </p:nvSpPr>
        <p:spPr>
          <a:xfrm>
            <a:off x="481241" y="2708404"/>
            <a:ext cx="3839821" cy="1895230"/>
          </a:xfrm>
          <a:prstGeom prst="rect">
            <a:avLst/>
          </a:prstGeom>
          <a:solidFill>
            <a:srgbClr val="0063A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en-US" sz="2800">
                <a:solidFill>
                  <a:schemeClr val="bg1"/>
                </a:solidFill>
                <a:ea typeface="Calibri Light"/>
                <a:cs typeface="Calibri Light"/>
              </a:rPr>
              <a:t>+ Active </a:t>
            </a:r>
          </a:p>
          <a:p>
            <a:pPr marL="799465" lvl="1" indent="-457200">
              <a:buFont typeface="Courier New"/>
              <a:buChar char="o"/>
            </a:pPr>
            <a:r>
              <a:rPr lang="en-US" sz="2800">
                <a:solidFill>
                  <a:schemeClr val="bg1"/>
                </a:solidFill>
                <a:ea typeface="Calibri Light"/>
                <a:cs typeface="Calibri Light"/>
              </a:rPr>
              <a:t>AU</a:t>
            </a:r>
            <a:r>
              <a:rPr lang="en-US" sz="2800" baseline="-25000">
                <a:solidFill>
                  <a:schemeClr val="bg1"/>
                </a:solidFill>
                <a:ea typeface="Calibri Light"/>
                <a:cs typeface="Calibri Light"/>
              </a:rPr>
              <a:t>RTT≥ 1 sec </a:t>
            </a:r>
            <a:endParaRPr lang="en-US" sz="2800">
              <a:solidFill>
                <a:schemeClr val="bg1"/>
              </a:solidFill>
              <a:cs typeface="Calibri Light"/>
            </a:endParaRPr>
          </a:p>
          <a:p>
            <a:r>
              <a:rPr lang="en-US" sz="2800">
                <a:solidFill>
                  <a:schemeClr val="bg1"/>
                </a:solidFill>
                <a:ea typeface="Calibri Light"/>
                <a:cs typeface="Calibri Light"/>
              </a:rPr>
              <a:t>+ Inactive</a:t>
            </a:r>
            <a:r>
              <a:rPr lang="en-US" sz="2800" baseline="-25000">
                <a:solidFill>
                  <a:schemeClr val="bg1"/>
                </a:solidFill>
                <a:ea typeface="Calibri Light"/>
                <a:cs typeface="Calibri Light"/>
              </a:rPr>
              <a:t> </a:t>
            </a:r>
          </a:p>
          <a:p>
            <a:pPr marL="799465" lvl="1" indent="-457200">
              <a:buFont typeface="Courier New"/>
              <a:buChar char="o"/>
            </a:pPr>
            <a:r>
              <a:rPr lang="en-US" sz="2800">
                <a:solidFill>
                  <a:schemeClr val="bg1"/>
                </a:solidFill>
                <a:ea typeface="Calibri Light"/>
                <a:cs typeface="Calibri Light"/>
              </a:rPr>
              <a:t>RR, TX &amp; AU</a:t>
            </a:r>
            <a:r>
              <a:rPr lang="en-US" sz="2800" baseline="-25000">
                <a:solidFill>
                  <a:schemeClr val="bg1"/>
                </a:solidFill>
                <a:ea typeface="Calibri Light"/>
                <a:cs typeface="Calibri Light"/>
              </a:rPr>
              <a:t>RTT&lt;1sec</a:t>
            </a:r>
          </a:p>
          <a:p>
            <a:r>
              <a:rPr lang="en-US" sz="2800" baseline="-25000">
                <a:solidFill>
                  <a:schemeClr val="bg1"/>
                </a:solidFill>
                <a:ea typeface="Calibri Light"/>
                <a:cs typeface="Calibri Light"/>
              </a:rPr>
              <a:t> </a:t>
            </a:r>
          </a:p>
          <a:p>
            <a:r>
              <a:rPr lang="en-US" sz="3200" baseline="-25000">
                <a:solidFill>
                  <a:schemeClr val="bg1"/>
                </a:solidFill>
                <a:ea typeface="Calibri Light"/>
                <a:cs typeface="Calibri Light"/>
              </a:rPr>
              <a:t> </a:t>
            </a:r>
          </a:p>
          <a:p>
            <a:r>
              <a:rPr lang="en-US" sz="3200" baseline="-25000">
                <a:solidFill>
                  <a:schemeClr val="bg1"/>
                </a:solidFill>
                <a:ea typeface="Calibri Light"/>
                <a:cs typeface="Calibri Light"/>
              </a:rPr>
              <a:t> </a:t>
            </a:r>
          </a:p>
        </p:txBody>
      </p:sp>
      <p:sp>
        <p:nvSpPr>
          <p:cNvPr id="3" name="Rectangle 2">
            <a:extLst>
              <a:ext uri="{FF2B5EF4-FFF2-40B4-BE49-F238E27FC236}">
                <a16:creationId xmlns:a16="http://schemas.microsoft.com/office/drawing/2014/main" id="{066CFEB6-F35A-1969-C2CD-7A44793C80B7}"/>
              </a:ext>
            </a:extLst>
          </p:cNvPr>
          <p:cNvSpPr/>
          <p:nvPr/>
        </p:nvSpPr>
        <p:spPr>
          <a:xfrm>
            <a:off x="4574269" y="2708403"/>
            <a:ext cx="3586727" cy="1887067"/>
          </a:xfrm>
          <a:prstGeom prst="rect">
            <a:avLst/>
          </a:prstGeom>
          <a:solidFill>
            <a:srgbClr val="0063A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r>
              <a:rPr lang="en-US" sz="2800">
                <a:solidFill>
                  <a:schemeClr val="bg1"/>
                </a:solidFill>
                <a:ea typeface="Calibri Light"/>
                <a:cs typeface="Calibri Light"/>
              </a:rPr>
              <a:t>+ Centrality &gt; 1:</a:t>
            </a:r>
            <a:endParaRPr lang="en-US" sz="2800">
              <a:solidFill>
                <a:schemeClr val="bg1"/>
              </a:solidFill>
              <a:cs typeface="Calibri Light"/>
            </a:endParaRPr>
          </a:p>
          <a:p>
            <a:pPr marL="799465" lvl="1" indent="-457200">
              <a:buFont typeface="Courier New"/>
              <a:buChar char="o"/>
            </a:pPr>
            <a:r>
              <a:rPr lang="en-US" sz="2800">
                <a:solidFill>
                  <a:schemeClr val="bg1"/>
                </a:solidFill>
                <a:ea typeface="Calibri Light"/>
                <a:cs typeface="Calibri Light"/>
              </a:rPr>
              <a:t>Vendors</a:t>
            </a:r>
          </a:p>
          <a:p>
            <a:r>
              <a:rPr lang="en-US" sz="2800">
                <a:solidFill>
                  <a:schemeClr val="bg1"/>
                </a:solidFill>
                <a:ea typeface="Calibri Light"/>
                <a:cs typeface="Calibri Light"/>
              </a:rPr>
              <a:t>+ Centrality = 1:</a:t>
            </a:r>
          </a:p>
          <a:p>
            <a:pPr marL="799465" lvl="1" indent="-457200">
              <a:buFont typeface="Courier New"/>
              <a:buChar char="o"/>
            </a:pPr>
            <a:r>
              <a:rPr lang="en-US" sz="2800">
                <a:solidFill>
                  <a:schemeClr val="bg1"/>
                </a:solidFill>
                <a:ea typeface="Calibri Light"/>
                <a:cs typeface="Calibri Light"/>
              </a:rPr>
              <a:t>Kernel Version</a:t>
            </a:r>
          </a:p>
        </p:txBody>
      </p:sp>
      <p:sp>
        <p:nvSpPr>
          <p:cNvPr id="5" name="Foliennummernplatzhalter 4">
            <a:extLst>
              <a:ext uri="{FF2B5EF4-FFF2-40B4-BE49-F238E27FC236}">
                <a16:creationId xmlns:a16="http://schemas.microsoft.com/office/drawing/2014/main" id="{08171D88-609A-C62F-A925-ECED5E1C5560}"/>
              </a:ext>
            </a:extLst>
          </p:cNvPr>
          <p:cNvSpPr txBox="1">
            <a:spLocks/>
          </p:cNvSpPr>
          <p:nvPr/>
        </p:nvSpPr>
        <p:spPr>
          <a:xfrm>
            <a:off x="8533175" y="4766400"/>
            <a:ext cx="360000" cy="273844"/>
          </a:xfrm>
          <a:prstGeom prst="rect">
            <a:avLst/>
          </a:prstGeom>
        </p:spPr>
        <p:txBody>
          <a:bodyPr lIns="91440" tIns="45720" rIns="91440" bIns="45720" anchor="t"/>
          <a:lstStyle>
            <a:defPPr>
              <a:defRPr lang="de-DE"/>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a:lstStyle>
          <a:p>
            <a:r>
              <a:rPr lang="de-DE" dirty="0">
                <a:solidFill>
                  <a:schemeClr val="bg1"/>
                </a:solidFill>
                <a:cs typeface="Calibri Light"/>
              </a:rPr>
              <a:t>28</a:t>
            </a:r>
          </a:p>
        </p:txBody>
      </p:sp>
    </p:spTree>
    <p:extLst>
      <p:ext uri="{BB962C8B-B14F-4D97-AF65-F5344CB8AC3E}">
        <p14:creationId xmlns:p14="http://schemas.microsoft.com/office/powerpoint/2010/main" val="8582652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DD3D0A-4BE3-EC27-B282-2B71E13A5D64}"/>
              </a:ext>
            </a:extLst>
          </p:cNvPr>
          <p:cNvSpPr/>
          <p:nvPr/>
        </p:nvSpPr>
        <p:spPr>
          <a:xfrm>
            <a:off x="158670" y="192672"/>
            <a:ext cx="1960723" cy="6460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a:extLst>
              <a:ext uri="{FF2B5EF4-FFF2-40B4-BE49-F238E27FC236}">
                <a16:creationId xmlns:a16="http://schemas.microsoft.com/office/drawing/2014/main" id="{D06F07BA-65E8-61B1-849B-E13EC3C2C102}"/>
              </a:ext>
            </a:extLst>
          </p:cNvPr>
          <p:cNvSpPr txBox="1">
            <a:spLocks/>
          </p:cNvSpPr>
          <p:nvPr/>
        </p:nvSpPr>
        <p:spPr>
          <a:xfrm>
            <a:off x="3226554" y="187302"/>
            <a:ext cx="6847874" cy="4865269"/>
          </a:xfrm>
          <a:prstGeom prst="rect">
            <a:avLst/>
          </a:prstGeom>
        </p:spPr>
        <p:txBody>
          <a:bodyPr vert="horz" lIns="91440" tIns="45720" rIns="91440" bIns="4572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a:solidFill>
                  <a:schemeClr val="bg1"/>
                </a:solidFill>
                <a:latin typeface="Consolas"/>
                <a:ea typeface="MS PGothic"/>
                <a:cs typeface="Arial"/>
              </a:rPr>
              <a:t>  </a:t>
            </a:r>
            <a:r>
              <a:rPr lang="en-US" sz="1200">
                <a:solidFill>
                  <a:srgbClr val="000000"/>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6   </a:t>
            </a:r>
            <a:r>
              <a:rPr lang="en-US" sz="1200">
                <a:solidFill>
                  <a:schemeClr val="bg2">
                    <a:lumMod val="76000"/>
                  </a:schemeClr>
                </a:solidFill>
                <a:latin typeface="Consolas"/>
                <a:ea typeface="MS PGothic"/>
                <a:cs typeface="Arial"/>
              </a:rPr>
              <a:t>| Traffic Class |           Flow Label                  |</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Payload Length</a:t>
            </a:r>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58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56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2001:db8:200:1000::ab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2001:db8:5ba::1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129,1,3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Code     </a:t>
            </a:r>
            <a:r>
              <a:rPr lang="en-US" sz="1200">
                <a:solidFill>
                  <a:schemeClr val="bg2">
                    <a:lumMod val="76000"/>
                  </a:schemeClr>
                </a:solidFill>
                <a:latin typeface="Consolas"/>
                <a:ea typeface="MS PGothic"/>
                <a:cs typeface="Arial"/>
              </a:rPr>
              <a:t>|          Checksum             |</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           Identifier          |        Sequence Number        |</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r>
              <a:rPr lang="en-US" sz="1200">
                <a:solidFill>
                  <a:schemeClr val="bg1"/>
                </a:solidFill>
                <a:latin typeface="Consolas"/>
                <a:ea typeface="MS PGothic"/>
                <a:cs typeface="Arial"/>
              </a:rPr>
              <a:t> </a:t>
            </a:r>
            <a:r>
              <a:rPr lang="en-US" sz="1200" b="1">
                <a:solidFill>
                  <a:schemeClr val="bg1"/>
                </a:solidFill>
                <a:latin typeface="Consolas"/>
                <a:ea typeface="MS PGothic"/>
                <a:cs typeface="Arial"/>
              </a:rPr>
              <a:t> </a:t>
            </a:r>
            <a:r>
              <a:rPr lang="en-US" sz="2800">
                <a:solidFill>
                  <a:schemeClr val="bg1"/>
                </a:solidFill>
                <a:latin typeface="Calibri"/>
                <a:ea typeface="MS PGothic"/>
                <a:cs typeface="Arial"/>
              </a:rPr>
              <a:t>Questions?</a:t>
            </a:r>
            <a:endParaRPr lang="en-US">
              <a:solidFill>
                <a:schemeClr val="bg1"/>
              </a:solidFill>
              <a:latin typeface="Calibri Light"/>
              <a:ea typeface="MS PGothic"/>
              <a:cs typeface="Calibri Light"/>
            </a:endParaRPr>
          </a:p>
          <a:p>
            <a:r>
              <a:rPr lang="en-US" sz="2800" b="1">
                <a:solidFill>
                  <a:schemeClr val="bg1"/>
                </a:solidFill>
                <a:latin typeface="Arial"/>
                <a:ea typeface="MS PGothic"/>
                <a:cs typeface="Arial"/>
              </a:rPr>
              <a:t>  </a:t>
            </a:r>
            <a:r>
              <a:rPr lang="en-US" sz="1200" b="1">
                <a:solidFill>
                  <a:schemeClr val="bg1"/>
                </a:solidFill>
                <a:latin typeface="Arial"/>
                <a:ea typeface="MS PGothic"/>
                <a:cs typeface="Arial"/>
              </a:rPr>
              <a:t>  </a:t>
            </a:r>
            <a:r>
              <a:rPr lang="en-US" sz="1200">
                <a:solidFill>
                  <a:schemeClr val="bg2">
                    <a:lumMod val="76000"/>
                  </a:schemeClr>
                </a:solidFill>
                <a:latin typeface="Consolas"/>
                <a:ea typeface="MS PGothic"/>
                <a:cs typeface="Arial"/>
              </a:rPr>
              <a:t>|  … Please set </a:t>
            </a:r>
            <a:r>
              <a:rPr lang="en-US" sz="1200" err="1">
                <a:solidFill>
                  <a:schemeClr val="bg2">
                    <a:lumMod val="76000"/>
                  </a:schemeClr>
                </a:solidFill>
                <a:latin typeface="Consolas"/>
                <a:ea typeface="MS PGothic"/>
                <a:cs typeface="Arial"/>
              </a:rPr>
              <a:t>Typ</a:t>
            </a:r>
            <a:r>
              <a:rPr lang="en-US" sz="1200">
                <a:solidFill>
                  <a:schemeClr val="bg2">
                    <a:lumMod val="76000"/>
                  </a:schemeClr>
                </a:solidFill>
                <a:latin typeface="Consolas"/>
                <a:ea typeface="MS PGothic"/>
                <a:cs typeface="Arial"/>
              </a:rPr>
              <a:t> and Code accordingly :)</a:t>
            </a:r>
            <a:r>
              <a:rPr lang="en-US" sz="1200" b="1">
                <a:solidFill>
                  <a:schemeClr val="bg1"/>
                </a:solidFill>
                <a:latin typeface="Arial"/>
                <a:ea typeface="MS PGothic"/>
                <a:cs typeface="Arial"/>
              </a:rPr>
              <a:t>                   </a:t>
            </a:r>
            <a:endParaRPr lang="en-US">
              <a:solidFill>
                <a:schemeClr val="bg1"/>
              </a:solidFill>
              <a:cs typeface="Calibri Light"/>
            </a:endParaRPr>
          </a:p>
          <a:p>
            <a:r>
              <a:rPr lang="en-US" sz="1200">
                <a:solidFill>
                  <a:schemeClr val="bg1"/>
                </a:solidFill>
                <a:latin typeface="Consolas"/>
                <a:ea typeface="MS PGothic"/>
                <a:cs typeface="Arial"/>
              </a:rPr>
              <a:t>   </a:t>
            </a:r>
            <a:r>
              <a:rPr lang="en-US" sz="1200">
                <a:solidFill>
                  <a:schemeClr val="bg2">
                    <a:lumMod val="76000"/>
                  </a:schemeClr>
                </a:solidFill>
                <a:latin typeface="Consolas"/>
                <a:ea typeface="MS PGothic"/>
                <a:cs typeface="Arial"/>
              </a:rPr>
              <a:t>+-+-+-+-+-</a:t>
            </a:r>
            <a:endParaRPr lang="en-US">
              <a:solidFill>
                <a:schemeClr val="bg2">
                  <a:lumMod val="76000"/>
                </a:schemeClr>
              </a:solidFill>
            </a:endParaRPr>
          </a:p>
        </p:txBody>
      </p:sp>
      <p:sp>
        <p:nvSpPr>
          <p:cNvPr id="5" name="Rectangle 4">
            <a:extLst>
              <a:ext uri="{FF2B5EF4-FFF2-40B4-BE49-F238E27FC236}">
                <a16:creationId xmlns:a16="http://schemas.microsoft.com/office/drawing/2014/main" id="{44E15835-D6F6-0046-6E9C-F7A76C4091D1}"/>
              </a:ext>
            </a:extLst>
          </p:cNvPr>
          <p:cNvSpPr/>
          <p:nvPr/>
        </p:nvSpPr>
        <p:spPr>
          <a:xfrm>
            <a:off x="-1700" y="-1700"/>
            <a:ext cx="3387703" cy="51493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4DDD41D-D416-1A3F-C1E3-B02C3BBFA0D2}"/>
              </a:ext>
            </a:extLst>
          </p:cNvPr>
          <p:cNvSpPr txBox="1"/>
          <p:nvPr/>
        </p:nvSpPr>
        <p:spPr>
          <a:xfrm>
            <a:off x="56086" y="720319"/>
            <a:ext cx="3267428" cy="31706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60000"/>
              </a:lnSpc>
              <a:spcAft>
                <a:spcPts val="375"/>
              </a:spcAft>
            </a:pPr>
            <a:r>
              <a:rPr lang="de-AT" sz="1800">
                <a:cs typeface="Calibri Light"/>
              </a:rPr>
              <a:t>Dipl.-Ing. Florian Holzbauer</a:t>
            </a:r>
            <a:endParaRPr lang="en-US" sz="1800">
              <a:cs typeface="Calibri Light"/>
            </a:endParaRPr>
          </a:p>
          <a:p>
            <a:pPr>
              <a:lnSpc>
                <a:spcPct val="160000"/>
              </a:lnSpc>
              <a:spcAft>
                <a:spcPts val="375"/>
              </a:spcAft>
            </a:pPr>
            <a:r>
              <a:rPr lang="de-AT" sz="1600">
                <a:cs typeface="Calibri Light"/>
              </a:rPr>
              <a:t>PhD </a:t>
            </a:r>
            <a:r>
              <a:rPr lang="de-AT" sz="1600" err="1">
                <a:cs typeface="Calibri Light"/>
              </a:rPr>
              <a:t>Candidate</a:t>
            </a:r>
            <a:r>
              <a:rPr lang="de-AT" sz="1600">
                <a:cs typeface="Calibri Light"/>
              </a:rPr>
              <a:t> @University </a:t>
            </a:r>
            <a:r>
              <a:rPr lang="de-AT" sz="1600" err="1">
                <a:cs typeface="Calibri Light"/>
              </a:rPr>
              <a:t>of</a:t>
            </a:r>
            <a:r>
              <a:rPr lang="de-AT" sz="1600">
                <a:cs typeface="Calibri Light"/>
              </a:rPr>
              <a:t> Vienna</a:t>
            </a:r>
            <a:endParaRPr lang="en-US" sz="1600">
              <a:cs typeface="Calibri Light"/>
            </a:endParaRPr>
          </a:p>
          <a:p>
            <a:pPr marL="0">
              <a:lnSpc>
                <a:spcPct val="160000"/>
              </a:lnSpc>
              <a:spcAft>
                <a:spcPts val="375"/>
              </a:spcAft>
            </a:pPr>
            <a:r>
              <a:rPr lang="de-AT" sz="1600">
                <a:cs typeface="Calibri Light"/>
                <a:hlinkClick r:id="rId2"/>
              </a:rPr>
              <a:t>florian.holzbauer@univie.ac.at</a:t>
            </a:r>
            <a:endParaRPr lang="de-AT" sz="1600">
              <a:cs typeface="Calibri Light"/>
            </a:endParaRPr>
          </a:p>
          <a:p>
            <a:pPr>
              <a:lnSpc>
                <a:spcPct val="160000"/>
              </a:lnSpc>
              <a:spcAft>
                <a:spcPts val="375"/>
              </a:spcAft>
            </a:pPr>
            <a:r>
              <a:rPr lang="de-AT" sz="1600" b="1" err="1">
                <a:cs typeface="Calibri Light"/>
              </a:rPr>
              <a:t>Artifacts</a:t>
            </a:r>
            <a:r>
              <a:rPr lang="de-AT" sz="1600">
                <a:cs typeface="Calibri Light"/>
              </a:rPr>
              <a:t> </a:t>
            </a:r>
            <a:r>
              <a:rPr lang="de-AT" sz="1600" err="1">
                <a:cs typeface="Calibri Light"/>
              </a:rPr>
              <a:t>available</a:t>
            </a:r>
            <a:r>
              <a:rPr lang="de-AT" sz="1600">
                <a:cs typeface="Calibri Light"/>
              </a:rPr>
              <a:t>:</a:t>
            </a:r>
            <a:endParaRPr lang="de-AT">
              <a:cs typeface="Calibri Light"/>
            </a:endParaRPr>
          </a:p>
          <a:p>
            <a:pPr>
              <a:lnSpc>
                <a:spcPct val="160000"/>
              </a:lnSpc>
              <a:spcAft>
                <a:spcPts val="375"/>
              </a:spcAft>
            </a:pPr>
            <a:r>
              <a:rPr lang="de-AT" sz="1200">
                <a:cs typeface="Calibri Light"/>
              </a:rPr>
              <a:t>   </a:t>
            </a:r>
            <a:r>
              <a:rPr lang="de-AT" sz="1200">
                <a:cs typeface="Calibri Light"/>
                <a:hlinkClick r:id="rId3"/>
              </a:rPr>
              <a:t>sbaresearch/</a:t>
            </a:r>
            <a:r>
              <a:rPr lang="de-AT" sz="1200">
                <a:solidFill>
                  <a:srgbClr val="000000"/>
                </a:solidFill>
                <a:cs typeface="Calibri Light"/>
                <a:hlinkClick r:id="rId3"/>
              </a:rPr>
              <a:t>icmpv6-destination-reachable</a:t>
            </a:r>
            <a:endParaRPr lang="de-AT" sz="1200">
              <a:cs typeface="Calibri Light"/>
            </a:endParaRPr>
          </a:p>
          <a:p>
            <a:pPr>
              <a:lnSpc>
                <a:spcPct val="160000"/>
              </a:lnSpc>
              <a:spcAft>
                <a:spcPts val="375"/>
              </a:spcAft>
            </a:pPr>
            <a:endParaRPr lang="de-AT" sz="1200">
              <a:cs typeface="Calibri Light"/>
            </a:endParaRPr>
          </a:p>
          <a:p>
            <a:pPr>
              <a:lnSpc>
                <a:spcPct val="160000"/>
              </a:lnSpc>
              <a:spcAft>
                <a:spcPts val="375"/>
              </a:spcAft>
            </a:pPr>
            <a:r>
              <a:rPr lang="de-AT" sz="1200">
                <a:cs typeface="Calibri Light"/>
              </a:rPr>
              <a:t>   </a:t>
            </a:r>
            <a:r>
              <a:rPr lang="de-AT" sz="1200">
                <a:cs typeface="Calibri Light"/>
                <a:hlinkClick r:id="rId4"/>
              </a:rPr>
              <a:t>sbaresearch/router-lab</a:t>
            </a:r>
            <a:endParaRPr lang="en-US" sz="1200"/>
          </a:p>
          <a:p>
            <a:endParaRPr lang="en-US">
              <a:solidFill>
                <a:srgbClr val="000000"/>
              </a:solidFill>
              <a:cs typeface="Calibri Light"/>
            </a:endParaRPr>
          </a:p>
        </p:txBody>
      </p:sp>
      <p:pic>
        <p:nvPicPr>
          <p:cNvPr id="7" name="Picture 6" descr="GitHub Logos and Usage · GitHub">
            <a:extLst>
              <a:ext uri="{FF2B5EF4-FFF2-40B4-BE49-F238E27FC236}">
                <a16:creationId xmlns:a16="http://schemas.microsoft.com/office/drawing/2014/main" id="{406D1620-A041-BBCF-DD63-76A18A2F8D1F}"/>
              </a:ext>
            </a:extLst>
          </p:cNvPr>
          <p:cNvPicPr>
            <a:picLocks noChangeAspect="1"/>
          </p:cNvPicPr>
          <p:nvPr/>
        </p:nvPicPr>
        <p:blipFill>
          <a:blip r:embed="rId5"/>
          <a:stretch>
            <a:fillRect/>
          </a:stretch>
        </p:blipFill>
        <p:spPr>
          <a:xfrm>
            <a:off x="133571" y="2525369"/>
            <a:ext cx="424852" cy="478767"/>
          </a:xfrm>
          <a:prstGeom prst="rect">
            <a:avLst/>
          </a:prstGeom>
        </p:spPr>
      </p:pic>
      <p:pic>
        <p:nvPicPr>
          <p:cNvPr id="9" name="Picture 8" descr="GitHub Logos and Usage · GitHub">
            <a:extLst>
              <a:ext uri="{FF2B5EF4-FFF2-40B4-BE49-F238E27FC236}">
                <a16:creationId xmlns:a16="http://schemas.microsoft.com/office/drawing/2014/main" id="{153A06C4-D489-AF01-D9CE-9DBA6E48297F}"/>
              </a:ext>
            </a:extLst>
          </p:cNvPr>
          <p:cNvPicPr>
            <a:picLocks noChangeAspect="1"/>
          </p:cNvPicPr>
          <p:nvPr/>
        </p:nvPicPr>
        <p:blipFill>
          <a:blip r:embed="rId5"/>
          <a:stretch>
            <a:fillRect/>
          </a:stretch>
        </p:blipFill>
        <p:spPr>
          <a:xfrm>
            <a:off x="133571" y="3155812"/>
            <a:ext cx="424852" cy="478767"/>
          </a:xfrm>
          <a:prstGeom prst="rect">
            <a:avLst/>
          </a:prstGeom>
        </p:spPr>
      </p:pic>
    </p:spTree>
    <p:extLst>
      <p:ext uri="{BB962C8B-B14F-4D97-AF65-F5344CB8AC3E}">
        <p14:creationId xmlns:p14="http://schemas.microsoft.com/office/powerpoint/2010/main" val="3003857722"/>
      </p:ext>
    </p:extLst>
  </p:cSld>
  <p:clrMapOvr>
    <a:masterClrMapping/>
  </p:clrMapOvr>
</p:sld>
</file>

<file path=ppt/theme/theme1.xml><?xml version="1.0" encoding="utf-8"?>
<a:theme xmlns:a="http://schemas.openxmlformats.org/drawingml/2006/main" name="Office">
  <a:themeElements>
    <a:clrScheme name="UNIwien">
      <a:dk1>
        <a:srgbClr val="000000"/>
      </a:dk1>
      <a:lt1>
        <a:srgbClr val="FFFFFF"/>
      </a:lt1>
      <a:dk2>
        <a:srgbClr val="666666"/>
      </a:dk2>
      <a:lt2>
        <a:srgbClr val="E0E0E0"/>
      </a:lt2>
      <a:accent1>
        <a:srgbClr val="0063A6"/>
      </a:accent1>
      <a:accent2>
        <a:srgbClr val="A71C49"/>
      </a:accent2>
      <a:accent3>
        <a:srgbClr val="DD4814"/>
      </a:accent3>
      <a:accent4>
        <a:srgbClr val="F6A800"/>
      </a:accent4>
      <a:accent5>
        <a:srgbClr val="94C154"/>
      </a:accent5>
      <a:accent6>
        <a:srgbClr val="11897A"/>
      </a:accent6>
      <a:hlink>
        <a:srgbClr val="0063A6"/>
      </a:hlink>
      <a:folHlink>
        <a:srgbClr val="0063A6"/>
      </a:folHlink>
    </a:clrScheme>
    <a:fontScheme name="Benutzerdefiniert 1">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(16:9)</PresentationFormat>
  <Slides>32</Slides>
  <Notes>11</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Do ICMPv6 Error Messages Reveal About Their Sources?</vt:lpstr>
      <vt:lpstr>Methods Overview</vt:lpstr>
      <vt:lpstr>Router Lab</vt:lpstr>
      <vt:lpstr>Result I: Router Lab</vt:lpstr>
      <vt:lpstr>Result I: Router Lab</vt:lpstr>
      <vt:lpstr>Result I: Router Lab</vt:lpstr>
      <vt:lpstr>Result I: Classification</vt:lpstr>
      <vt:lpstr>Methods Overview</vt:lpstr>
      <vt:lpstr>BValue Steps</vt:lpstr>
      <vt:lpstr>Result II: BValue Steps</vt:lpstr>
      <vt:lpstr>Methods Overview</vt:lpstr>
      <vt:lpstr>IPv6-wide measurements</vt:lpstr>
      <vt:lpstr>Result III: /64s Measurement</vt:lpstr>
      <vt:lpstr>What Do ICMPv6 Error Messages Reveal About Their Sources?</vt:lpstr>
      <vt:lpstr>Methods Overview</vt:lpstr>
      <vt:lpstr>Methods Overview</vt:lpstr>
      <vt:lpstr>Methods Overview</vt:lpstr>
      <vt:lpstr>Result I: Router Lab</vt:lpstr>
      <vt:lpstr>Result I: Changes in the Kernel</vt:lpstr>
      <vt:lpstr>Methods Overview</vt:lpstr>
      <vt:lpstr>Result II: SNMPv3 Label Comparison</vt:lpstr>
      <vt:lpstr>Methods Overview</vt:lpstr>
      <vt:lpstr>Result III: Rate Limit Matching</vt:lpstr>
      <vt:lpstr>Conclusion: What Do ICMPv6 Error Messages Reveal About Their Sources?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Nicola Reber</dc:creator>
  <cp:revision>945</cp:revision>
  <cp:lastPrinted>2022-09-09T15:27:42Z</cp:lastPrinted>
  <dcterms:created xsi:type="dcterms:W3CDTF">2022-09-08T15:49:26Z</dcterms:created>
  <dcterms:modified xsi:type="dcterms:W3CDTF">2024-11-03T22:48:53Z</dcterms:modified>
</cp:coreProperties>
</file>