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3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25.xml" ContentType="application/vnd.openxmlformats-officedocument.presentationml.slideMaster+xml"/>
  <Override PartName="/ppt/presProps.xml" ContentType="application/vnd.openxmlformats-officedocument.presentationml.presProps+xml"/>
  <Override PartName="/ppt/media/image27.svg" ContentType="image/svg"/>
  <Override PartName="/ppt/media/image30.svg" ContentType="image/svg"/>
  <Override PartName="/ppt/media/image11.svg" ContentType="image/svg"/>
  <Override PartName="/ppt/media/image14.svg" ContentType="image/svg"/>
  <Override PartName="/ppt/media/image6.svg" ContentType="image/svg"/>
  <Override PartName="/ppt/media/image43.svg" ContentType="image/svg"/>
  <Override PartName="/ppt/media/image2.svg" ContentType="image/svg"/>
  <Override PartName="/ppt/media/image4.svg" ContentType="image/svg"/>
  <Override PartName="/ppt/media/image32.svg" ContentType="image/svg"/>
  <Override PartName="/ppt/media/image9.svg" ContentType="image/svg"/>
  <Override PartName="/ppt/media/image24.svg" ContentType="image/svg"/>
  <Override PartName="/ppt/media/image17.svg" ContentType="image/svg"/>
  <Override PartName="/ppt/theme/theme29.xml" ContentType="application/vnd.openxmlformats-officedocument.theme+xml"/>
  <Override PartName="/ppt/theme/theme27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58.xml" ContentType="application/vnd.openxmlformats-officedocument.theme+xml"/>
  <Override PartName="/ppt/theme/theme26.xml" ContentType="application/vnd.openxmlformats-officedocument.theme+xml"/>
  <Override PartName="/ppt/theme/theme19.xml" ContentType="application/vnd.openxmlformats-officedocument.theme+xml"/>
  <Override PartName="/ppt/theme/theme57.xml" ContentType="application/vnd.openxmlformats-officedocument.theme+xml"/>
  <Override PartName="/ppt/theme/theme18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21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59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24.xml" ContentType="application/vnd.openxmlformats-officedocument.theme+xml"/>
  <Override PartName="/ppt/theme/theme42.xml" ContentType="application/vnd.openxmlformats-officedocument.theme+xml"/>
  <Override PartName="/ppt/theme/theme28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43.xml" ContentType="application/vnd.openxmlformats-officedocument.theme+xml"/>
  <Override PartName="/ppt/theme/theme46.xml" ContentType="application/vnd.openxmlformats-officedocument.theme+xml"/>
  <Override PartName="/ppt/theme/theme54.xml" ContentType="application/vnd.openxmlformats-officedocument.theme+xml"/>
  <Override PartName="/ppt/theme/theme50.xml" ContentType="application/vnd.openxmlformats-officedocument.theme+xml"/>
  <Override PartName="/ppt/theme/theme53.xml" ContentType="application/vnd.openxmlformats-officedocument.theme+xml"/>
  <Override PartName="/ppt/theme/theme37.xml" ContentType="application/vnd.openxmlformats-officedocument.theme+xml"/>
  <Override PartName="/ppt/theme/theme44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45.xml" ContentType="application/vnd.openxmlformats-officedocument.theme+xml"/>
  <Override PartName="/ppt/theme/theme40.xml" ContentType="application/vnd.openxmlformats-officedocument.theme+xml"/>
  <Override PartName="/ppt/theme/theme25.xml" ContentType="application/vnd.openxmlformats-officedocument.theme+xml"/>
  <Override PartName="/ppt/theme/theme55.xml" ContentType="application/vnd.openxmlformats-officedocument.theme+xml"/>
  <Override PartName="/ppt/theme/theme15.xml" ContentType="application/vnd.openxmlformats-officedocument.theme+xml"/>
  <Override PartName="/ppt/theme/theme7.xml" ContentType="application/vnd.openxmlformats-officedocument.theme+xml"/>
  <Override PartName="/ppt/theme/theme56.xml" ContentType="application/vnd.openxmlformats-officedocument.theme+xml"/>
  <Override PartName="/ppt/theme/theme16.xml" ContentType="application/vnd.openxmlformats-officedocument.theme+xml"/>
  <Override PartName="/ppt/theme/theme38.xml" ContentType="application/vnd.openxmlformats-officedocument.theme+xml"/>
  <Override PartName="/ppt/theme/theme8.xml" ContentType="application/vnd.openxmlformats-officedocument.theme+xml"/>
  <Override PartName="/ppt/theme/theme17.xml" ContentType="application/vnd.openxmlformats-officedocument.theme+xml"/>
  <Override PartName="/ppt/theme/theme49.xml" ContentType="application/vnd.openxmlformats-officedocument.theme+xml"/>
  <Override PartName="/ppt/theme/theme30.xml" ContentType="application/vnd.openxmlformats-officedocument.theme+xml"/>
  <Override PartName="/ppt/theme/theme13.xml" ContentType="application/vnd.openxmlformats-officedocument.theme+xml"/>
  <Override PartName="/ppt/theme/theme47.xml" ContentType="application/vnd.openxmlformats-officedocument.theme+xml"/>
  <Override PartName="/ppt/theme/theme36.xml" ContentType="application/vnd.openxmlformats-officedocument.theme+xml"/>
  <Override PartName="/ppt/theme/theme6.xml" ContentType="application/vnd.openxmlformats-officedocument.theme+xml"/>
  <Override PartName="/ppt/theme/theme35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9.xml" ContentType="application/vnd.openxmlformats-officedocument.theme+xml"/>
  <Override PartName="/ppt/theme/theme34.xml" ContentType="application/vnd.openxmlformats-officedocument.theme+xml"/>
  <Override PartName="/ppt/theme/theme20.xml" ContentType="application/vnd.openxmlformats-officedocument.theme+xml"/>
  <Override PartName="/ppt/theme/theme3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3" r:id="rId39"/>
    <p:sldMasterId id="2147483725" r:id="rId40"/>
    <p:sldMasterId id="2147483727" r:id="rId41"/>
    <p:sldMasterId id="2147483729" r:id="rId42"/>
    <p:sldMasterId id="2147483730" r:id="rId43"/>
    <p:sldMasterId id="2147483731" r:id="rId44"/>
    <p:sldMasterId id="2147483732" r:id="rId45"/>
    <p:sldMasterId id="2147483733" r:id="rId46"/>
    <p:sldMasterId id="2147483734" r:id="rId47"/>
    <p:sldMasterId id="2147483735" r:id="rId48"/>
    <p:sldMasterId id="2147483736" r:id="rId49"/>
    <p:sldMasterId id="2147483737" r:id="rId50"/>
    <p:sldMasterId id="2147483738" r:id="rId51"/>
    <p:sldMasterId id="2147483739" r:id="rId52"/>
    <p:sldMasterId id="2147483740" r:id="rId53"/>
    <p:sldMasterId id="2147483741" r:id="rId54"/>
    <p:sldMasterId id="2147483742" r:id="rId55"/>
    <p:sldMasterId id="2147483743" r:id="rId56"/>
    <p:sldMasterId id="2147483744" r:id="rId57"/>
    <p:sldMasterId id="2147483745" r:id="rId58"/>
    <p:sldMasterId id="2147483746" r:id="rId59"/>
    <p:sldMasterId id="2147483747" r:id="rId60"/>
  </p:sldMasterIdLst>
  <p:sldIdLst>
    <p:sldId id="256" r:id="rId61"/>
    <p:sldId id="257" r:id="rId62"/>
    <p:sldId id="258" r:id="rId63"/>
    <p:sldId id="259" r:id="rId64"/>
    <p:sldId id="260" r:id="rId65"/>
    <p:sldId id="261" r:id="rId66"/>
    <p:sldId id="262" r:id="rId67"/>
    <p:sldId id="263" r:id="rId68"/>
    <p:sldId id="264" r:id="rId69"/>
    <p:sldId id="265" r:id="rId70"/>
    <p:sldId id="266" r:id="rId71"/>
    <p:sldId id="267" r:id="rId7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" Target="slides/slide1.xml"/><Relationship Id="rId62" Type="http://schemas.openxmlformats.org/officeDocument/2006/relationships/slide" Target="slides/slide2.xml"/><Relationship Id="rId63" Type="http://schemas.openxmlformats.org/officeDocument/2006/relationships/slide" Target="slides/slide3.xml"/><Relationship Id="rId64" Type="http://schemas.openxmlformats.org/officeDocument/2006/relationships/slide" Target="slides/slide4.xml"/><Relationship Id="rId65" Type="http://schemas.openxmlformats.org/officeDocument/2006/relationships/slide" Target="slides/slide5.xml"/><Relationship Id="rId66" Type="http://schemas.openxmlformats.org/officeDocument/2006/relationships/slide" Target="slides/slide6.xml"/><Relationship Id="rId67" Type="http://schemas.openxmlformats.org/officeDocument/2006/relationships/slide" Target="slides/slide7.xml"/><Relationship Id="rId68" Type="http://schemas.openxmlformats.org/officeDocument/2006/relationships/slide" Target="slides/slide8.xml"/><Relationship Id="rId69" Type="http://schemas.openxmlformats.org/officeDocument/2006/relationships/slide" Target="slides/slide9.xml"/><Relationship Id="rId70" Type="http://schemas.openxmlformats.org/officeDocument/2006/relationships/slide" Target="slides/slide10.xml"/><Relationship Id="rId71" Type="http://schemas.openxmlformats.org/officeDocument/2006/relationships/slide" Target="slides/slide11.xml"/><Relationship Id="rId72" Type="http://schemas.openxmlformats.org/officeDocument/2006/relationships/slide" Target="slides/slide12.xml"/><Relationship Id="rId7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5E14867-2F9B-40A6-A0A6-10554953212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ext+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7D1357-593C-4D59-AA2E-D6077C988C5F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Headline+Pictur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5A1083-5A80-438B-9ABE-83C446EFC1D5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B10CE1E-1E66-43F6-B987-9B2BCAA73226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87AF33-3F77-46D9-804E-F6D977EC6CD5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B663D7-87F0-468D-A52F-F6960BEC9D3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+Name+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Logo+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Logo+Headline+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Logo+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D21F1DB-9A65-42AE-9CF2-9E8FE4348111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Headline+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0E26296-1CD1-453A-87D2-F540806CEBE8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1C87DD4-E5EE-4D0B-973E-0B9183787B72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Headline+2 Spl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3FCA33D-23B9-407C-935A-8E4C351B94B8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Headline+2 Spl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A72E344-6D90-432C-B3E7-4C071E200D31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D5E3493-1004-4E93-A840-E1712874E2EE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5053D3D3-76D1-485C-A24E-E52A5BFAC0A6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D718521-C32F-4AD3-AFDE-587C67E34C78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BDF9456-F45D-49F2-AC43-2FA92D6794C2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3D7A7F31-F12E-431F-B01D-0D306E32E593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BF34C28-DBE5-4285-BCBF-429DC36E937D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899842E-501F-422D-9FA3-52B989135E0E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18A6E2C5-E668-4D9B-A643-5B00145EF20A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E4236A2-3EC3-45F0-B7CC-76E6334EB168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38687D6-1F58-430F-A0D0-2F87D911FB9A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116CD625-818F-41C4-A9E8-4A57892D000F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7A028FEF-5364-4190-A006-AC027F60D6ED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129104F-8BC7-4B7F-AD31-889D32602522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FE903603-59DB-4516-90C3-A7B4EA00F5C1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04C84501-ABEA-4AA6-A8CD-D8BECF0FD05E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89116F7-5386-4E0B-AA84-16DD3BDDFF72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ubTitle"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2B296243-11B3-4933-A63A-4155C5CE7C99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</a:pP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A2A0CD3-2001-40C5-8FC9-51DD3E45D3E5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.png"/><Relationship Id="rId5" Type="http://schemas.openxmlformats.org/officeDocument/2006/relationships/image" Target="../media/image2.svg"/><Relationship Id="rId6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7.jpeg"/><Relationship Id="rId5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8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slideLayout" Target="../slideLayouts/slideLayout39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40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41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2.png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2.png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2.png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2.png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8.png"/><Relationship Id="rId5" Type="http://schemas.openxmlformats.org/officeDocument/2006/relationships/image" Target="../media/image9.svg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8.png"/><Relationship Id="rId5" Type="http://schemas.openxmlformats.org/officeDocument/2006/relationships/image" Target="../media/image9.svg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8.png"/><Relationship Id="rId5" Type="http://schemas.openxmlformats.org/officeDocument/2006/relationships/image" Target="../media/image9.svg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Grafik 8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463080" y="1700280"/>
            <a:ext cx="3736080" cy="277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rafik 1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0" y="0"/>
            <a:ext cx="5700240" cy="5700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" name="Gruppieren 5"/>
          <p:cNvGrpSpPr/>
          <p:nvPr/>
        </p:nvGrpSpPr>
        <p:grpSpPr>
          <a:xfrm>
            <a:off x="10782720" y="6388200"/>
            <a:ext cx="1421640" cy="284040"/>
            <a:chOff x="10782720" y="6388200"/>
            <a:chExt cx="1421640" cy="284040"/>
          </a:xfrm>
        </p:grpSpPr>
        <p:sp>
          <p:nvSpPr>
            <p:cNvPr id="6" name="Rechteck 4"/>
            <p:cNvSpPr/>
            <p:nvPr/>
          </p:nvSpPr>
          <p:spPr>
            <a:xfrm>
              <a:off x="10782720" y="6388200"/>
              <a:ext cx="1421640" cy="284040"/>
            </a:xfrm>
            <a:prstGeom prst="rect">
              <a:avLst/>
            </a:prstGeom>
            <a:solidFill>
              <a:srgbClr val="000000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7" name="Grafik 3"/>
            <p:cNvPicPr/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/>
          </p:blipFill>
          <p:spPr>
            <a:xfrm>
              <a:off x="10929600" y="6418080"/>
              <a:ext cx="764280" cy="1951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" name="PlaceHolder 1"/>
          <p:cNvSpPr>
            <a:spLocks noGrp="1"/>
          </p:cNvSpPr>
          <p:nvPr>
            <p:ph type="sldNum" idx="1"/>
          </p:nvPr>
        </p:nvSpPr>
        <p:spPr>
          <a:xfrm>
            <a:off x="11230560" y="6356520"/>
            <a:ext cx="71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36CC82-FD16-4CE5-B40A-91D2E3A006FF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body"/>
          </p:nvPr>
        </p:nvSpPr>
        <p:spPr>
          <a:xfrm>
            <a:off x="995040" y="692280"/>
            <a:ext cx="10609200" cy="57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540000">
              <a:lnSpc>
                <a:spcPct val="100000"/>
              </a:lnSpc>
              <a:spcBef>
                <a:spcPts val="1001"/>
              </a:spcBef>
              <a:buClr>
                <a:srgbClr val="E37655"/>
              </a:buClr>
              <a:buFont typeface="Wingdings" charset="2"/>
              <a:buChar char="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lvl="1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lvl="2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lvl="3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lvl="4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marL="343080" indent="-343080" algn="l" defTabSz="540000">
              <a:lnSpc>
                <a:spcPct val="100000"/>
              </a:lnSpc>
              <a:spcBef>
                <a:spcPts val="1001"/>
              </a:spcBef>
              <a:buClr>
                <a:srgbClr val="E37655"/>
              </a:buClr>
              <a:buFont typeface="Wingdings" charset="2"/>
              <a:buChar char="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2"/>
          <p:cNvSpPr>
            <a:spLocks noGrp="1"/>
          </p:cNvSpPr>
          <p:nvPr>
            <p:ph type="sldNum" idx="2"/>
          </p:nvPr>
        </p:nvSpPr>
        <p:spPr>
          <a:xfrm>
            <a:off x="11138400" y="6356520"/>
            <a:ext cx="809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2CCB68-E786-4FC2-A515-1A3EB0916B09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Grafik 3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63800" y="692280"/>
            <a:ext cx="514044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463800" y="2544120"/>
            <a:ext cx="514044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982800" y="692280"/>
            <a:ext cx="5113080" cy="5797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3"/>
          </p:nvPr>
        </p:nvSpPr>
        <p:spPr>
          <a:xfrm>
            <a:off x="11150640" y="6356520"/>
            <a:ext cx="79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981BCD-0FE1-4129-9980-8F4971B91050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" name="Grafik 2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6463800" y="692280"/>
            <a:ext cx="5140440" cy="57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982800" y="692280"/>
            <a:ext cx="5113080" cy="5797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4"/>
          </p:nvPr>
        </p:nvSpPr>
        <p:spPr>
          <a:xfrm>
            <a:off x="11162880" y="6356520"/>
            <a:ext cx="78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A0B03D-853F-4B9E-A548-D7A361AE1303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" name="Grafik 1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982800" y="692280"/>
            <a:ext cx="10621440" cy="5797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5"/>
          </p:nvPr>
        </p:nvSpPr>
        <p:spPr>
          <a:xfrm>
            <a:off x="11150640" y="6356520"/>
            <a:ext cx="79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90B84B-4757-4AAC-A221-1F3A197534D5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" name="Grafik 2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82800" y="692280"/>
            <a:ext cx="10621440" cy="72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4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PlaceHolder 2"/>
          <p:cNvSpPr>
            <a:spLocks noGrp="1"/>
          </p:cNvSpPr>
          <p:nvPr>
            <p:ph type="sldNum" idx="6"/>
          </p:nvPr>
        </p:nvSpPr>
        <p:spPr>
          <a:xfrm>
            <a:off x="11144520" y="6356520"/>
            <a:ext cx="8031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BC249A-A66A-463A-89A6-595C6C7D7C4D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" name="Grafik 3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914720" y="3795480"/>
            <a:ext cx="4709880" cy="11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THANK YOU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1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914720" y="1413000"/>
            <a:ext cx="668952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Name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and Contact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982800" y="1413000"/>
            <a:ext cx="3317760" cy="3563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4" name="Grafik 2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rafik 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28560" y="4977720"/>
            <a:ext cx="2228400" cy="165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Grafik 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28560" y="4977720"/>
            <a:ext cx="2228400" cy="165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6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1" name="Grafik 18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735520" y="2816280"/>
            <a:ext cx="5868720" cy="367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text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7"/>
          </p:nvPr>
        </p:nvSpPr>
        <p:spPr>
          <a:xfrm>
            <a:off x="11162880" y="6356520"/>
            <a:ext cx="7848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1AB60B-18A3-44B8-9181-642BF818FD68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4" name="Grafik 2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5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540000">
              <a:lnSpc>
                <a:spcPct val="100000"/>
              </a:lnSpc>
              <a:spcBef>
                <a:spcPts val="1001"/>
              </a:spcBef>
              <a:buClr>
                <a:srgbClr val="E37655"/>
              </a:buClr>
              <a:buFont typeface="Wingdings" charset="2"/>
              <a:buChar char="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lvl="1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lvl="2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lvl="3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lvl="4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marL="271440" indent="-271440" algn="l" defTabSz="540000">
              <a:lnSpc>
                <a:spcPct val="100000"/>
              </a:lnSpc>
              <a:spcBef>
                <a:spcPts val="1001"/>
              </a:spcBef>
              <a:buClr>
                <a:srgbClr val="E37655"/>
              </a:buClr>
              <a:buFont typeface="Wingdings" charset="2"/>
              <a:buChar char="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0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3"/>
          <p:cNvSpPr>
            <a:spLocks noGrp="1"/>
          </p:cNvSpPr>
          <p:nvPr>
            <p:ph type="sldNum" idx="8"/>
          </p:nvPr>
        </p:nvSpPr>
        <p:spPr>
          <a:xfrm>
            <a:off x="11132280" y="6356520"/>
            <a:ext cx="815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7B432B-2E3D-486A-B9E8-E9DFADCA250A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2" name="Grafik 3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5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72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995040" y="1677600"/>
            <a:ext cx="10609200" cy="481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88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PlaceHolder 3"/>
          <p:cNvSpPr>
            <a:spLocks noGrp="1"/>
          </p:cNvSpPr>
          <p:nvPr>
            <p:ph type="sldNum" idx="9"/>
          </p:nvPr>
        </p:nvSpPr>
        <p:spPr>
          <a:xfrm>
            <a:off x="11138400" y="6356520"/>
            <a:ext cx="809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788F29-0E72-4262-8887-3FE3B747C1BB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0" name="Grafik 3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995040" y="2544120"/>
            <a:ext cx="510048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96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463800" y="2544120"/>
            <a:ext cx="514044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sldNum" idx="10"/>
          </p:nvPr>
        </p:nvSpPr>
        <p:spPr>
          <a:xfrm>
            <a:off x="11132280" y="6356520"/>
            <a:ext cx="815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46B97F-517D-400F-90FA-EE1252E5FB8D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9" name="Grafik 3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5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614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995040" y="1564200"/>
            <a:ext cx="5100480" cy="49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5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6463800" y="1564200"/>
            <a:ext cx="5140440" cy="49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sldNum" idx="11"/>
          </p:nvPr>
        </p:nvSpPr>
        <p:spPr>
          <a:xfrm>
            <a:off x="11132280" y="6356520"/>
            <a:ext cx="815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9A578B-2BA2-408F-A51D-9C81B59A434B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8" name="Grafik 3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body"/>
          </p:nvPr>
        </p:nvSpPr>
        <p:spPr>
          <a:xfrm>
            <a:off x="995040" y="692280"/>
            <a:ext cx="10609200" cy="57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3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PlaceHolder 2"/>
          <p:cNvSpPr>
            <a:spLocks noGrp="1"/>
          </p:cNvSpPr>
          <p:nvPr>
            <p:ph type="sldNum" idx="12"/>
          </p:nvPr>
        </p:nvSpPr>
        <p:spPr>
          <a:xfrm>
            <a:off x="11138400" y="6356520"/>
            <a:ext cx="8092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E5E5F8-73CC-4C10-B493-9D6B6D852E47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5" name="Grafik 1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5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Grafik 8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463080" y="1700280"/>
            <a:ext cx="3736080" cy="277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Grafik 1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0" y="0"/>
            <a:ext cx="5700240" cy="57002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1" name="Gruppieren 5"/>
          <p:cNvGrpSpPr/>
          <p:nvPr/>
        </p:nvGrpSpPr>
        <p:grpSpPr>
          <a:xfrm>
            <a:off x="10782720" y="6388200"/>
            <a:ext cx="1421640" cy="284040"/>
            <a:chOff x="10782720" y="6388200"/>
            <a:chExt cx="1421640" cy="284040"/>
          </a:xfrm>
        </p:grpSpPr>
        <p:sp>
          <p:nvSpPr>
            <p:cNvPr id="122" name="Rechteck 4"/>
            <p:cNvSpPr/>
            <p:nvPr/>
          </p:nvSpPr>
          <p:spPr>
            <a:xfrm>
              <a:off x="10782720" y="6388200"/>
              <a:ext cx="1421640" cy="284040"/>
            </a:xfrm>
            <a:prstGeom prst="rect">
              <a:avLst/>
            </a:prstGeom>
            <a:solidFill>
              <a:srgbClr val="000000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3" name="Grafik 3"/>
            <p:cNvPicPr/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/>
          </p:blipFill>
          <p:spPr>
            <a:xfrm>
              <a:off x="10929600" y="6418080"/>
              <a:ext cx="764280" cy="195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8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463800" y="441360"/>
            <a:ext cx="5140440" cy="176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28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463800" y="2544120"/>
            <a:ext cx="514044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982800" y="441360"/>
            <a:ext cx="5113080" cy="604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1" name="Grafik 2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PlaceHolder 4"/>
          <p:cNvSpPr>
            <a:spLocks noGrp="1"/>
          </p:cNvSpPr>
          <p:nvPr>
            <p:ph type="sldNum" idx="13"/>
          </p:nvPr>
        </p:nvSpPr>
        <p:spPr>
          <a:xfrm>
            <a:off x="11230560" y="6356520"/>
            <a:ext cx="71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E71E41-5517-46D0-A21F-0BC3BCC43E38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5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PlaceHolder 1"/>
          <p:cNvSpPr>
            <a:spLocks noGrp="1"/>
          </p:cNvSpPr>
          <p:nvPr>
            <p:ph type="body"/>
          </p:nvPr>
        </p:nvSpPr>
        <p:spPr>
          <a:xfrm>
            <a:off x="6463800" y="441360"/>
            <a:ext cx="5140440" cy="60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982800" y="441360"/>
            <a:ext cx="5113080" cy="604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9" name="Grafik 1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PlaceHolder 3"/>
          <p:cNvSpPr>
            <a:spLocks noGrp="1"/>
          </p:cNvSpPr>
          <p:nvPr>
            <p:ph type="sldNum" idx="14"/>
          </p:nvPr>
        </p:nvSpPr>
        <p:spPr>
          <a:xfrm>
            <a:off x="11230560" y="6356520"/>
            <a:ext cx="71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4693EB-B622-4613-853B-5DF66C4F1AE0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5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body"/>
          </p:nvPr>
        </p:nvSpPr>
        <p:spPr>
          <a:xfrm>
            <a:off x="982800" y="441360"/>
            <a:ext cx="10621440" cy="604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6" name="Grafik 2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PlaceHolder 2"/>
          <p:cNvSpPr>
            <a:spLocks noGrp="1"/>
          </p:cNvSpPr>
          <p:nvPr>
            <p:ph type="sldNum" idx="15"/>
          </p:nvPr>
        </p:nvSpPr>
        <p:spPr>
          <a:xfrm>
            <a:off x="11230560" y="6356520"/>
            <a:ext cx="71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326C46-6642-4FCF-B88D-AE7D3247ECFE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5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982800" y="441360"/>
            <a:ext cx="10621440" cy="176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52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Grafik 3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PlaceHolder 2"/>
          <p:cNvSpPr>
            <a:spLocks noGrp="1"/>
          </p:cNvSpPr>
          <p:nvPr>
            <p:ph type="sldNum" idx="16"/>
          </p:nvPr>
        </p:nvSpPr>
        <p:spPr>
          <a:xfrm>
            <a:off x="11230560" y="6356520"/>
            <a:ext cx="71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D764F0-1811-4464-9A15-AFE65D6C095A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5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914720" y="3795480"/>
            <a:ext cx="4709880" cy="11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THANK YOU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59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4914720" y="1413000"/>
            <a:ext cx="668952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Name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and Contact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982800" y="1413000"/>
            <a:ext cx="3317760" cy="3563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62" name="Grafik 7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28560" y="4977720"/>
            <a:ext cx="2228400" cy="1652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6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Grafik 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28560" y="4977720"/>
            <a:ext cx="2228400" cy="165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6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2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Grafik 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28560" y="4977720"/>
            <a:ext cx="2228400" cy="165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6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79" name="Grafik 18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5735520" y="2816280"/>
            <a:ext cx="5868720" cy="367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text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17"/>
          </p:nvPr>
        </p:nvSpPr>
        <p:spPr>
          <a:xfrm>
            <a:off x="11230560" y="6356520"/>
            <a:ext cx="71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B9D7DE-471D-43FF-80CC-17981E5B867F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995040" y="441360"/>
            <a:ext cx="10609200" cy="176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lvl="1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lvl="2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lvl="3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lvl="4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marL="271440" indent="-271440"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87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Grafik 3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PlaceHolder 3"/>
          <p:cNvSpPr>
            <a:spLocks noGrp="1"/>
          </p:cNvSpPr>
          <p:nvPr>
            <p:ph type="sldNum" idx="18"/>
          </p:nvPr>
        </p:nvSpPr>
        <p:spPr>
          <a:xfrm>
            <a:off x="11230560" y="6356520"/>
            <a:ext cx="71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07DD1F-E691-4F9A-A778-AFF1BA8B1ACE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5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995040" y="441360"/>
            <a:ext cx="10609200" cy="525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995040" y="1224360"/>
            <a:ext cx="10609200" cy="526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95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Grafik 4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PlaceHolder 3"/>
          <p:cNvSpPr>
            <a:spLocks noGrp="1"/>
          </p:cNvSpPr>
          <p:nvPr>
            <p:ph type="sldNum" idx="19"/>
          </p:nvPr>
        </p:nvSpPr>
        <p:spPr>
          <a:xfrm>
            <a:off x="11230560" y="6356520"/>
            <a:ext cx="71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DB50A2-EB0E-4506-8666-B02E879A93FB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5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995040" y="441360"/>
            <a:ext cx="10609200" cy="176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995040" y="2544120"/>
            <a:ext cx="510048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3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PlaceHolder 3"/>
          <p:cNvSpPr>
            <a:spLocks noGrp="1"/>
          </p:cNvSpPr>
          <p:nvPr>
            <p:ph type="body"/>
          </p:nvPr>
        </p:nvSpPr>
        <p:spPr>
          <a:xfrm>
            <a:off x="6463800" y="2544120"/>
            <a:ext cx="514044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5" name="Grafik 3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PlaceHolder 4"/>
          <p:cNvSpPr>
            <a:spLocks noGrp="1"/>
          </p:cNvSpPr>
          <p:nvPr>
            <p:ph type="sldNum" idx="20"/>
          </p:nvPr>
        </p:nvSpPr>
        <p:spPr>
          <a:xfrm>
            <a:off x="11230560" y="6356520"/>
            <a:ext cx="71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CF6EEF-2ED5-42F0-8B97-97987173FD2B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5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body"/>
          </p:nvPr>
        </p:nvSpPr>
        <p:spPr>
          <a:xfrm>
            <a:off x="995040" y="441360"/>
            <a:ext cx="10609200" cy="60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11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Grafik 1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PlaceHolder 2"/>
          <p:cNvSpPr>
            <a:spLocks noGrp="1"/>
          </p:cNvSpPr>
          <p:nvPr>
            <p:ph type="sldNum" idx="21"/>
          </p:nvPr>
        </p:nvSpPr>
        <p:spPr>
          <a:xfrm>
            <a:off x="11230560" y="6356520"/>
            <a:ext cx="71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FAF14F-B4F3-4EA5-A21A-0959D7F78B84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5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feld 6"/>
          <p:cNvSpPr/>
          <p:nvPr/>
        </p:nvSpPr>
        <p:spPr>
          <a:xfrm>
            <a:off x="268200" y="6391080"/>
            <a:ext cx="588060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1"/>
          <p:cNvSpPr>
            <a:spLocks noGrp="1"/>
          </p:cNvSpPr>
          <p:nvPr>
            <p:ph type="body"/>
          </p:nvPr>
        </p:nvSpPr>
        <p:spPr>
          <a:xfrm>
            <a:off x="995040" y="441360"/>
            <a:ext cx="10609200" cy="60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1pPr>
            <a:lvl2pPr lvl="1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2pPr>
            <a:lvl3pPr lvl="2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3pPr>
            <a:lvl4pPr lvl="3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4pPr>
            <a:lvl5pPr lvl="4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marL="343080" indent="-343080"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18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Grafik 3" descr="Ein Bild, das Symbol, Schrift, Grafiken, Design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703160" y="138240"/>
            <a:ext cx="1244880" cy="5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PlaceHolder 2"/>
          <p:cNvSpPr>
            <a:spLocks noGrp="1"/>
          </p:cNvSpPr>
          <p:nvPr>
            <p:ph type="sldNum" idx="22"/>
          </p:nvPr>
        </p:nvSpPr>
        <p:spPr>
          <a:xfrm>
            <a:off x="11230560" y="6356520"/>
            <a:ext cx="717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A217BF-1DEA-41A4-BF48-C3001D40828D}" type="slidenum">
              <a:rPr lang="de-DE" sz="1000" b="1" u="none" strike="noStrike">
                <a:solidFill>
                  <a:schemeClr val="lt1">
                    <a:lumMod val="65000"/>
                  </a:schemeClr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5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" name="Grafik 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5700240" cy="57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Grafik 2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477120" y="1716480"/>
            <a:ext cx="3714480" cy="2754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6" name="Gruppieren 13"/>
          <p:cNvGrpSpPr/>
          <p:nvPr/>
        </p:nvGrpSpPr>
        <p:grpSpPr>
          <a:xfrm>
            <a:off x="10783800" y="6391440"/>
            <a:ext cx="1421640" cy="284040"/>
            <a:chOff x="10783800" y="6391440"/>
            <a:chExt cx="1421640" cy="284040"/>
          </a:xfrm>
        </p:grpSpPr>
        <p:sp>
          <p:nvSpPr>
            <p:cNvPr id="227" name="Rechteck 14"/>
            <p:cNvSpPr/>
            <p:nvPr/>
          </p:nvSpPr>
          <p:spPr>
            <a:xfrm>
              <a:off x="10783800" y="6391440"/>
              <a:ext cx="1421640" cy="284040"/>
            </a:xfrm>
            <a:prstGeom prst="rect">
              <a:avLst/>
            </a:prstGeom>
            <a:solidFill>
              <a:srgbClr val="000000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28" name="Grafik 15"/>
            <p:cNvPicPr/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/>
          </p:blipFill>
          <p:spPr>
            <a:xfrm>
              <a:off x="10931040" y="6421320"/>
              <a:ext cx="764280" cy="195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8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body"/>
          </p:nvPr>
        </p:nvSpPr>
        <p:spPr>
          <a:xfrm>
            <a:off x="995040" y="692280"/>
            <a:ext cx="10609200" cy="57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lvl="1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lvl="2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lvl="3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lvl="4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marL="343080" indent="-343080"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864000" lvl="1" indent="-324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96000" lvl="2" indent="-288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28000" lvl="3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60000" lvl="4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33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Grafik 3" descr="Ein Bild, das Symbol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809000" y="35640"/>
            <a:ext cx="1310760" cy="59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PlaceHolder 2"/>
          <p:cNvSpPr>
            <a:spLocks noGrp="1"/>
          </p:cNvSpPr>
          <p:nvPr>
            <p:ph type="sldNum" idx="23"/>
          </p:nvPr>
        </p:nvSpPr>
        <p:spPr>
          <a:xfrm>
            <a:off x="11240640" y="6356520"/>
            <a:ext cx="70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521A07-1CA1-4766-B3A5-667703886508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5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6463800" y="692280"/>
            <a:ext cx="514044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40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463800" y="2544120"/>
            <a:ext cx="514044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body"/>
          </p:nvPr>
        </p:nvSpPr>
        <p:spPr>
          <a:xfrm>
            <a:off x="982800" y="692280"/>
            <a:ext cx="5113080" cy="5797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43" name="Grafik 2" descr="Ein Bild, das Symbol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809000" y="35640"/>
            <a:ext cx="1310760" cy="59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PlaceHolder 4"/>
          <p:cNvSpPr>
            <a:spLocks noGrp="1"/>
          </p:cNvSpPr>
          <p:nvPr>
            <p:ph type="sldNum" idx="24"/>
          </p:nvPr>
        </p:nvSpPr>
        <p:spPr>
          <a:xfrm>
            <a:off x="11240640" y="6356520"/>
            <a:ext cx="70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86E852-5E38-4572-AAD3-03463DF2B6C1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5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8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PlaceHolder 1"/>
          <p:cNvSpPr>
            <a:spLocks noGrp="1"/>
          </p:cNvSpPr>
          <p:nvPr>
            <p:ph type="body"/>
          </p:nvPr>
        </p:nvSpPr>
        <p:spPr>
          <a:xfrm>
            <a:off x="6463800" y="692280"/>
            <a:ext cx="5140440" cy="57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982800" y="692280"/>
            <a:ext cx="5113080" cy="5797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51" name="Grafik 1" descr="Ein Bild, das Symbol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809000" y="35640"/>
            <a:ext cx="1310760" cy="59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PlaceHolder 3"/>
          <p:cNvSpPr>
            <a:spLocks noGrp="1"/>
          </p:cNvSpPr>
          <p:nvPr>
            <p:ph type="sldNum" idx="25"/>
          </p:nvPr>
        </p:nvSpPr>
        <p:spPr>
          <a:xfrm>
            <a:off x="11240640" y="6356520"/>
            <a:ext cx="70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14F04F-C782-4125-932D-CEBEA5C1A671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5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6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PlaceHolder 1"/>
          <p:cNvSpPr>
            <a:spLocks noGrp="1"/>
          </p:cNvSpPr>
          <p:nvPr>
            <p:ph type="body"/>
          </p:nvPr>
        </p:nvSpPr>
        <p:spPr>
          <a:xfrm>
            <a:off x="982800" y="692280"/>
            <a:ext cx="10621440" cy="5797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58" name="Grafik 2" descr="Ein Bild, das Symbol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809000" y="35640"/>
            <a:ext cx="1310760" cy="59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PlaceHolder 2"/>
          <p:cNvSpPr>
            <a:spLocks noGrp="1"/>
          </p:cNvSpPr>
          <p:nvPr>
            <p:ph type="sldNum" idx="26"/>
          </p:nvPr>
        </p:nvSpPr>
        <p:spPr>
          <a:xfrm>
            <a:off x="11240640" y="6356520"/>
            <a:ext cx="70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C3173B-B767-41AB-A664-B34D94246FE9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5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982800" y="692280"/>
            <a:ext cx="1062144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64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Grafik 3" descr="Ein Bild, das Symbol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809000" y="35640"/>
            <a:ext cx="1310760" cy="59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PlaceHolder 2"/>
          <p:cNvSpPr>
            <a:spLocks noGrp="1"/>
          </p:cNvSpPr>
          <p:nvPr>
            <p:ph type="sldNum" idx="27"/>
          </p:nvPr>
        </p:nvSpPr>
        <p:spPr>
          <a:xfrm>
            <a:off x="11240640" y="6356520"/>
            <a:ext cx="70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9FC90C-9CAD-40FF-BED1-3D64496DCF87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5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914720" y="3795480"/>
            <a:ext cx="4709880" cy="11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THANK YOU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71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4914720" y="1413000"/>
            <a:ext cx="668952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Name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and Contact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body"/>
          </p:nvPr>
        </p:nvSpPr>
        <p:spPr>
          <a:xfrm>
            <a:off x="982800" y="1413000"/>
            <a:ext cx="3317760" cy="3563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74" name="Grafik 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28200" y="4976640"/>
            <a:ext cx="2228400" cy="1652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6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8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80" name="Grafik 2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28200" y="4976640"/>
            <a:ext cx="2228400" cy="165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540000"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  <a:lvl2pPr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2pPr>
            <a:lvl3pPr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3pPr>
            <a:lvl4pPr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4pPr>
            <a:lvl5pPr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5pPr>
            <a:lvl6pPr lvl="5" algn="l" defTabSz="540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6pPr>
            <a:lvl7pPr lvl="6" algn="l" defTabSz="540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7pPr>
          </a:lstStyle>
          <a:p>
            <a:pPr marL="271440" indent="-271440" algn="l" defTabSz="540000"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to edit the outline text format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864000" lvl="1" indent="-324000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Second Outline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96000" lvl="2" indent="-288000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Third Outline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28000" lvl="3" indent="-216000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Fourth Outline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60000" lvl="4" indent="-216000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Fifth Outline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592000" lvl="5" indent="-216000" algn="l" defTabSz="540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Sixth Outline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3024000" lvl="6" indent="-216000" algn="l" defTabSz="540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Seventh Outline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6"/>
    <p:sldLayoutId id="2147483722" r:id="rId7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89" name="Grafik 3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28200" y="4976640"/>
            <a:ext cx="2228400" cy="1652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6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94" name="Grafik 18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5735520" y="2816280"/>
            <a:ext cx="5868720" cy="367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text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96" name="Grafik 9" descr="Ein Bild, das Symbol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809000" y="35640"/>
            <a:ext cx="1310760" cy="59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PlaceHolder 3"/>
          <p:cNvSpPr>
            <a:spLocks noGrp="1"/>
          </p:cNvSpPr>
          <p:nvPr>
            <p:ph type="sldNum" idx="28"/>
          </p:nvPr>
        </p:nvSpPr>
        <p:spPr>
          <a:xfrm>
            <a:off x="11240640" y="6356520"/>
            <a:ext cx="70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F2DC13-6639-4EB3-A4B7-07C43298BE2F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5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lvl="1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lvl="2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lvl="3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lvl="4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marL="271440" indent="-271440"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864000" lvl="1" indent="-324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96000" lvl="2" indent="-288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28000" lvl="3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60000" lvl="4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03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4" name="Grafik 3" descr="Ein Bild, das Symbol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809000" y="35640"/>
            <a:ext cx="1310760" cy="59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PlaceHolder 3"/>
          <p:cNvSpPr>
            <a:spLocks noGrp="1"/>
          </p:cNvSpPr>
          <p:nvPr>
            <p:ph type="sldNum" idx="29"/>
          </p:nvPr>
        </p:nvSpPr>
        <p:spPr>
          <a:xfrm>
            <a:off x="11240640" y="6356520"/>
            <a:ext cx="70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0413CF-C98C-47E9-BD85-6E0A7B050E23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5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73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995040" y="1670040"/>
            <a:ext cx="10609200" cy="481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11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Grafik 3" descr="Ein Bild, das Symbol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809000" y="35640"/>
            <a:ext cx="1310760" cy="59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PlaceHolder 3"/>
          <p:cNvSpPr>
            <a:spLocks noGrp="1"/>
          </p:cNvSpPr>
          <p:nvPr>
            <p:ph type="sldNum" idx="30"/>
          </p:nvPr>
        </p:nvSpPr>
        <p:spPr>
          <a:xfrm>
            <a:off x="11240640" y="6356520"/>
            <a:ext cx="70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9D94B4-04DA-4669-87D2-833A111D6CF8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995040" y="2544120"/>
            <a:ext cx="510048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17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PlaceHolder 3"/>
          <p:cNvSpPr>
            <a:spLocks noGrp="1"/>
          </p:cNvSpPr>
          <p:nvPr>
            <p:ph type="body"/>
          </p:nvPr>
        </p:nvSpPr>
        <p:spPr>
          <a:xfrm>
            <a:off x="6463800" y="2544120"/>
            <a:ext cx="514044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19" name="Grafik 3" descr="Ein Bild, das Symbol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809000" y="35640"/>
            <a:ext cx="1310760" cy="59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PlaceHolder 4"/>
          <p:cNvSpPr>
            <a:spLocks noGrp="1"/>
          </p:cNvSpPr>
          <p:nvPr>
            <p:ph type="sldNum" idx="31"/>
          </p:nvPr>
        </p:nvSpPr>
        <p:spPr>
          <a:xfrm>
            <a:off x="11240640" y="6356520"/>
            <a:ext cx="70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697488-883C-4D58-A4B2-87A8E1C7E8AF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73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995040" y="1662480"/>
            <a:ext cx="5100480" cy="482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24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6463800" y="1662480"/>
            <a:ext cx="5140440" cy="482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26" name="Grafik 3" descr="Ein Bild, das Symbol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809000" y="35640"/>
            <a:ext cx="1310760" cy="59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PlaceHolder 4"/>
          <p:cNvSpPr>
            <a:spLocks noGrp="1"/>
          </p:cNvSpPr>
          <p:nvPr>
            <p:ph type="sldNum" idx="32"/>
          </p:nvPr>
        </p:nvSpPr>
        <p:spPr>
          <a:xfrm>
            <a:off x="11240640" y="6356520"/>
            <a:ext cx="70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AAC468-34FC-43BD-B502-4BEA33973346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1"/>
          <p:cNvSpPr>
            <a:spLocks noGrp="1"/>
          </p:cNvSpPr>
          <p:nvPr>
            <p:ph type="body"/>
          </p:nvPr>
        </p:nvSpPr>
        <p:spPr>
          <a:xfrm>
            <a:off x="995040" y="692280"/>
            <a:ext cx="10609200" cy="57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30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982440" cy="44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1" name="Grafik 1" descr="Ein Bild, das Symbol enthält.&#10;&#10;Automatisch generierte Beschreibung"/>
          <p:cNvPicPr/>
          <p:nvPr/>
        </p:nvPicPr>
        <p:blipFill>
          <a:blip r:embed="rId4"/>
          <a:stretch/>
        </p:blipFill>
        <p:spPr>
          <a:xfrm>
            <a:off x="10809000" y="35640"/>
            <a:ext cx="1310760" cy="59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PlaceHolder 2"/>
          <p:cNvSpPr>
            <a:spLocks noGrp="1"/>
          </p:cNvSpPr>
          <p:nvPr>
            <p:ph type="sldNum" idx="33"/>
          </p:nvPr>
        </p:nvSpPr>
        <p:spPr>
          <a:xfrm>
            <a:off x="11240640" y="6356520"/>
            <a:ext cx="7070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173B8E-3D05-4E3A-9673-EAE0995F30E0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4" name="Grafik 1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5700240" cy="570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Grafik 2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477120" y="1716480"/>
            <a:ext cx="3714480" cy="2754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36" name="Gruppieren 13"/>
          <p:cNvGrpSpPr/>
          <p:nvPr/>
        </p:nvGrpSpPr>
        <p:grpSpPr>
          <a:xfrm>
            <a:off x="10783800" y="6391440"/>
            <a:ext cx="1421640" cy="284040"/>
            <a:chOff x="10783800" y="6391440"/>
            <a:chExt cx="1421640" cy="284040"/>
          </a:xfrm>
        </p:grpSpPr>
        <p:sp>
          <p:nvSpPr>
            <p:cNvPr id="337" name="Rechteck 14"/>
            <p:cNvSpPr/>
            <p:nvPr/>
          </p:nvSpPr>
          <p:spPr>
            <a:xfrm>
              <a:off x="10783800" y="6391440"/>
              <a:ext cx="1421640" cy="284040"/>
            </a:xfrm>
            <a:prstGeom prst="rect">
              <a:avLst/>
            </a:prstGeom>
            <a:solidFill>
              <a:srgbClr val="000000"/>
            </a:solidFill>
            <a:ln w="126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38" name="Grafik 15"/>
            <p:cNvPicPr/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/>
          </p:blipFill>
          <p:spPr>
            <a:xfrm>
              <a:off x="10931040" y="6421320"/>
              <a:ext cx="764280" cy="19512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body"/>
          </p:nvPr>
        </p:nvSpPr>
        <p:spPr>
          <a:xfrm>
            <a:off x="995040" y="441360"/>
            <a:ext cx="10609200" cy="60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lvl="1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lvl="2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lvl="3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lvl="4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marL="343080" indent="-343080"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864000" lvl="1" indent="-324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96000" lvl="2" indent="-288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28000" lvl="3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60000" lvl="4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41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PlaceHolder 2"/>
          <p:cNvSpPr>
            <a:spLocks noGrp="1"/>
          </p:cNvSpPr>
          <p:nvPr>
            <p:ph type="sldNum" idx="34"/>
          </p:nvPr>
        </p:nvSpPr>
        <p:spPr>
          <a:xfrm>
            <a:off x="11166840" y="6356520"/>
            <a:ext cx="780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B223D3-9CD0-44B9-9F7E-77ACF41DEB79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6463800" y="441360"/>
            <a:ext cx="5140440" cy="176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45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463800" y="2544120"/>
            <a:ext cx="514044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body"/>
          </p:nvPr>
        </p:nvSpPr>
        <p:spPr>
          <a:xfrm>
            <a:off x="982800" y="441360"/>
            <a:ext cx="5113080" cy="604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sldNum" idx="35"/>
          </p:nvPr>
        </p:nvSpPr>
        <p:spPr>
          <a:xfrm>
            <a:off x="11166840" y="6356520"/>
            <a:ext cx="780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19872D-39FC-4B44-AF07-37E6325DB870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0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PlaceHolder 1"/>
          <p:cNvSpPr>
            <a:spLocks noGrp="1"/>
          </p:cNvSpPr>
          <p:nvPr>
            <p:ph type="body"/>
          </p:nvPr>
        </p:nvSpPr>
        <p:spPr>
          <a:xfrm>
            <a:off x="6463800" y="441360"/>
            <a:ext cx="5140440" cy="60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982800" y="441360"/>
            <a:ext cx="5113080" cy="604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36"/>
          </p:nvPr>
        </p:nvSpPr>
        <p:spPr>
          <a:xfrm>
            <a:off x="11166840" y="6356520"/>
            <a:ext cx="780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BC7633-05A6-4107-9BE0-4BC20F8B07AA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5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PlaceHolder 1"/>
          <p:cNvSpPr>
            <a:spLocks noGrp="1"/>
          </p:cNvSpPr>
          <p:nvPr>
            <p:ph type="body"/>
          </p:nvPr>
        </p:nvSpPr>
        <p:spPr>
          <a:xfrm>
            <a:off x="982800" y="441360"/>
            <a:ext cx="10621440" cy="604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sldNum" idx="37"/>
          </p:nvPr>
        </p:nvSpPr>
        <p:spPr>
          <a:xfrm>
            <a:off x="11166840" y="6356520"/>
            <a:ext cx="780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98E319-2C00-4BA2-80ED-94C17B156156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982800" y="441360"/>
            <a:ext cx="10621440" cy="176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60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1" name="PlaceHolder 2"/>
          <p:cNvSpPr>
            <a:spLocks noGrp="1"/>
          </p:cNvSpPr>
          <p:nvPr>
            <p:ph type="sldNum" idx="38"/>
          </p:nvPr>
        </p:nvSpPr>
        <p:spPr>
          <a:xfrm>
            <a:off x="11166840" y="6356520"/>
            <a:ext cx="780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BC1BE0-6296-4DAE-B501-8D68A1D92C01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4914720" y="3795480"/>
            <a:ext cx="4709880" cy="1181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THANK YOU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64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4914720" y="1413000"/>
            <a:ext cx="6689520" cy="189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Name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and Contact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body"/>
          </p:nvPr>
        </p:nvSpPr>
        <p:spPr>
          <a:xfrm>
            <a:off x="982800" y="1413000"/>
            <a:ext cx="3317760" cy="3563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Click icon to add picture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67" name="Grafik 8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28200" y="4976640"/>
            <a:ext cx="2228400" cy="1652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71" name="Grafik 2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28200" y="4976640"/>
            <a:ext cx="2228400" cy="1652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3" name="Grafik 7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75" name="Grafik 3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9628200" y="4976640"/>
            <a:ext cx="2228400" cy="1652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5735520" y="1455480"/>
            <a:ext cx="5868720" cy="100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78" name="Grafik 18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471600"/>
            <a:ext cx="4952520" cy="495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5735520" y="2816280"/>
            <a:ext cx="5868720" cy="3673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text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39"/>
          </p:nvPr>
        </p:nvSpPr>
        <p:spPr>
          <a:xfrm>
            <a:off x="11166840" y="6356520"/>
            <a:ext cx="780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AB88F4-06A5-4256-B2A1-0B2723952FEA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995040" y="441360"/>
            <a:ext cx="10609200" cy="176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995040" y="254412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lvl="1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lvl="2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lvl="3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lvl="4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marL="271440" indent="-271440"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864000" lvl="1" indent="-324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296000" lvl="2" indent="-288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728000" lvl="3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160000" lvl="4" indent="-216000" algn="l" defTabSz="540000">
              <a:lnSpc>
                <a:spcPct val="100000"/>
              </a:lnSpc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84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PlaceHolder 3"/>
          <p:cNvSpPr>
            <a:spLocks noGrp="1"/>
          </p:cNvSpPr>
          <p:nvPr>
            <p:ph type="sldNum" idx="40"/>
          </p:nvPr>
        </p:nvSpPr>
        <p:spPr>
          <a:xfrm>
            <a:off x="11166840" y="6356520"/>
            <a:ext cx="780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36FA22-819D-432E-B92C-C40EE3694700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995040" y="441360"/>
            <a:ext cx="10609200" cy="61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995040" y="1345320"/>
            <a:ext cx="10609200" cy="514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89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0" name="PlaceHolder 3"/>
          <p:cNvSpPr>
            <a:spLocks noGrp="1"/>
          </p:cNvSpPr>
          <p:nvPr>
            <p:ph type="sldNum" idx="41"/>
          </p:nvPr>
        </p:nvSpPr>
        <p:spPr>
          <a:xfrm>
            <a:off x="11166840" y="6356520"/>
            <a:ext cx="780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9C8E8-C8F9-48E7-85C2-914C7173A03F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995040" y="441360"/>
            <a:ext cx="10609200" cy="176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995040" y="2544120"/>
            <a:ext cx="510048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394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PlaceHolder 3"/>
          <p:cNvSpPr>
            <a:spLocks noGrp="1"/>
          </p:cNvSpPr>
          <p:nvPr>
            <p:ph type="body"/>
          </p:nvPr>
        </p:nvSpPr>
        <p:spPr>
          <a:xfrm>
            <a:off x="6463800" y="2544120"/>
            <a:ext cx="514044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4"/>
          <p:cNvSpPr>
            <a:spLocks noGrp="1"/>
          </p:cNvSpPr>
          <p:nvPr>
            <p:ph type="sldNum" idx="42"/>
          </p:nvPr>
        </p:nvSpPr>
        <p:spPr>
          <a:xfrm>
            <a:off x="11166840" y="6356520"/>
            <a:ext cx="780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C1CA21-423C-4B38-8E58-5AC0391E7536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995040" y="441360"/>
            <a:ext cx="10609200" cy="593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ADD TITLE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995040" y="1292400"/>
            <a:ext cx="5100480" cy="519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00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1" name="PlaceHolder 3"/>
          <p:cNvSpPr>
            <a:spLocks noGrp="1"/>
          </p:cNvSpPr>
          <p:nvPr>
            <p:ph type="body"/>
          </p:nvPr>
        </p:nvSpPr>
        <p:spPr>
          <a:xfrm>
            <a:off x="6463800" y="1292400"/>
            <a:ext cx="5140440" cy="519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indent="0" algn="l" defTabSz="5400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sldNum" idx="43"/>
          </p:nvPr>
        </p:nvSpPr>
        <p:spPr>
          <a:xfrm>
            <a:off x="11166840" y="6356520"/>
            <a:ext cx="780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E51891-4498-45CE-959A-F6DE14DF20BB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15151"/>
            </a:gs>
            <a:gs pos="50000">
              <a:srgbClr val="2C2C2C"/>
            </a:gs>
            <a:gs pos="100000">
              <a:srgbClr val="000000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extfeld 6"/>
          <p:cNvSpPr/>
          <p:nvPr/>
        </p:nvSpPr>
        <p:spPr>
          <a:xfrm>
            <a:off x="268200" y="6391080"/>
            <a:ext cx="5827320" cy="2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© IT:U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1"/>
          <p:cNvSpPr>
            <a:spLocks noGrp="1"/>
          </p:cNvSpPr>
          <p:nvPr>
            <p:ph type="body"/>
          </p:nvPr>
        </p:nvSpPr>
        <p:spPr>
          <a:xfrm>
            <a:off x="995040" y="441360"/>
            <a:ext cx="10609200" cy="604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  <a:def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  <a:lvl2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2pPr>
            <a:lvl3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3pPr>
            <a:lvl4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4pPr>
            <a:lvl5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5pPr>
          </a:lstStyle>
          <a:p>
            <a:pPr indent="0" algn="l" defTabSz="5400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Click to edit text styles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457200" lvl="1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2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Second level</a:t>
            </a:r>
            <a:endParaRPr lang="de-DE" sz="22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914400" lvl="2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Third level</a:t>
            </a:r>
            <a:endParaRPr lang="de-DE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371600" lvl="3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de-DE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Fourth level</a:t>
            </a:r>
            <a:endParaRPr lang="de-DE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828800" lvl="4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Fifth level</a:t>
            </a:r>
            <a:endParaRPr lang="de-DE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05" name="Grafik 30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831" t="80169" r="997" b="2639"/>
          <a:stretch/>
        </p:blipFill>
        <p:spPr>
          <a:xfrm>
            <a:off x="0" y="-6480"/>
            <a:ext cx="37116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6" name="PlaceHolder 2"/>
          <p:cNvSpPr>
            <a:spLocks noGrp="1"/>
          </p:cNvSpPr>
          <p:nvPr>
            <p:ph type="sldNum" idx="44"/>
          </p:nvPr>
        </p:nvSpPr>
        <p:spPr>
          <a:xfrm>
            <a:off x="11166840" y="6356520"/>
            <a:ext cx="780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ADC802-B5C3-4F13-8B93-2594D1947BA0}" type="slidenum">
              <a:rPr lang="de-DE" sz="10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&lt;number&gt;</a:t>
            </a:fld>
            <a:endParaRPr lang="en-U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sv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4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4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4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23.png"/><Relationship Id="rId6" Type="http://schemas.openxmlformats.org/officeDocument/2006/relationships/image" Target="../media/image24.svg"/><Relationship Id="rId7" Type="http://schemas.openxmlformats.org/officeDocument/2006/relationships/slideLayout" Target="../slideLayouts/slideLayout4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4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svg"/><Relationship Id="rId3" Type="http://schemas.openxmlformats.org/officeDocument/2006/relationships/image" Target="../media/image28.jpeg"/><Relationship Id="rId4" Type="http://schemas.openxmlformats.org/officeDocument/2006/relationships/slideLayout" Target="../slideLayouts/slideLayout4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svg"/><Relationship Id="rId3" Type="http://schemas.openxmlformats.org/officeDocument/2006/relationships/image" Target="../media/image29.png"/><Relationship Id="rId4" Type="http://schemas.openxmlformats.org/officeDocument/2006/relationships/image" Target="../media/image30.svg"/><Relationship Id="rId5" Type="http://schemas.openxmlformats.org/officeDocument/2006/relationships/image" Target="../media/image31.png"/><Relationship Id="rId6" Type="http://schemas.openxmlformats.org/officeDocument/2006/relationships/image" Target="../media/image32.svg"/><Relationship Id="rId7" Type="http://schemas.openxmlformats.org/officeDocument/2006/relationships/image" Target="../media/image33.png"/><Relationship Id="rId8" Type="http://schemas.openxmlformats.org/officeDocument/2006/relationships/slideLayout" Target="../slideLayouts/slideLayout4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slideLayout" Target="../slideLayouts/slideLayout4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4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33.png"/><Relationship Id="rId4" Type="http://schemas.openxmlformats.org/officeDocument/2006/relationships/image" Target="../media/image42.png"/><Relationship Id="rId5" Type="http://schemas.openxmlformats.org/officeDocument/2006/relationships/image" Target="../media/image43.svg"/><Relationship Id="rId6" Type="http://schemas.openxmlformats.org/officeDocument/2006/relationships/image" Target="../media/image44.png"/><Relationship Id="rId7" Type="http://schemas.openxmlformats.org/officeDocument/2006/relationships/slideLayout" Target="../slideLayouts/slideLayout4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5341680" y="728640"/>
            <a:ext cx="7200000" cy="196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4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Context Matters: </a:t>
            </a:r>
            <a:br>
              <a:rPr sz="4000"/>
            </a:br>
            <a:r>
              <a:rPr lang="de-DE" sz="3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Repository-Aware Security Analysis </a:t>
            </a:r>
            <a:br>
              <a:rPr sz="3200"/>
            </a:br>
            <a:r>
              <a:rPr lang="de-DE" sz="32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of the Agent Skill Ecosystem</a:t>
            </a:r>
            <a:endParaRPr lang="de-DE" sz="3200" b="1" u="none" strike="noStrike" cap="all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2"/>
          <p:cNvSpPr/>
          <p:nvPr/>
        </p:nvSpPr>
        <p:spPr>
          <a:xfrm>
            <a:off x="5342760" y="3078720"/>
            <a:ext cx="6095520" cy="13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ts val="3413"/>
              </a:lnSpc>
            </a:pPr>
            <a:r>
              <a:rPr lang="de-DE" sz="2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Florian Holzbauer</a:t>
            </a: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, David Schmidt, Gabriel Gegenhuber, Sebastian Schrittwieser and Johanna Ullrich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Motivation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7"/>
          <p:cNvSpPr/>
          <p:nvPr/>
        </p:nvSpPr>
        <p:spPr>
          <a:xfrm>
            <a:off x="2255400" y="2359440"/>
            <a:ext cx="620280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Agent skill </a:t>
            </a: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sharing is rapidly </a:t>
            </a:r>
            <a:br>
              <a:rPr sz="2800"/>
            </a:b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gaining momentum.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Graphic 9" descr="Upward trend with solid fill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198080" y="23936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2" name="Picture 2" descr="A graph of a graph with different colored lines&#10;&#10;AI-generated content may be incorrect."/>
          <p:cNvPicPr/>
          <p:nvPr/>
        </p:nvPicPr>
        <p:blipFill>
          <a:blip r:embed="rId3"/>
          <a:stretch/>
        </p:blipFill>
        <p:spPr>
          <a:xfrm>
            <a:off x="7388280" y="1716840"/>
            <a:ext cx="4359960" cy="392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B74D20A-79D8-4D20-BBFB-B97259CEA71E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Motivation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7"/>
          <p:cNvSpPr/>
          <p:nvPr/>
        </p:nvSpPr>
        <p:spPr>
          <a:xfrm>
            <a:off x="2255400" y="2359440"/>
            <a:ext cx="483120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Agent skill </a:t>
            </a: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sharing is rapidly gaining momentum.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5" name="Graphic 9" descr="Upward trend with solid fill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198080" y="23936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6" name="Graphic 2" descr="Devil face with solid fill with solid fill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95560" y="370080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TextBox 8"/>
          <p:cNvSpPr/>
          <p:nvPr/>
        </p:nvSpPr>
        <p:spPr>
          <a:xfrm>
            <a:off x="2255400" y="3656520"/>
            <a:ext cx="915696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Abuse by malicious actors. High malicious rates of skill scanners. </a:t>
            </a: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Trust in shared skills?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8" name=""/>
          <p:cNvPicPr/>
          <p:nvPr/>
        </p:nvPicPr>
        <p:blipFill>
          <a:blip r:embed="rId5"/>
          <a:stretch/>
        </p:blipFill>
        <p:spPr>
          <a:xfrm>
            <a:off x="2581560" y="4753440"/>
            <a:ext cx="6791040" cy="96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9" name=""/>
          <p:cNvPicPr/>
          <p:nvPr/>
        </p:nvPicPr>
        <p:blipFill>
          <a:blip r:embed="rId6"/>
          <a:stretch/>
        </p:blipFill>
        <p:spPr>
          <a:xfrm>
            <a:off x="6991560" y="5267520"/>
            <a:ext cx="2381040" cy="9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723D8DF-B6BD-4504-BD78-5F24578928C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5240" cy="11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The Agent Skill Ecosystem </a:t>
            </a:r>
            <a:br>
              <a:rPr sz="3600"/>
            </a:b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March 9, 2026</a:t>
            </a:r>
            <a:endParaRPr lang="de-DE" sz="28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/>
          </p:nvPr>
        </p:nvSpPr>
        <p:spPr>
          <a:xfrm>
            <a:off x="995040" y="3306240"/>
            <a:ext cx="3549600" cy="1273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71080" indent="-271080"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18K Skills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71080" indent="-271080"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46.8% flagged suspicious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22" name="Picture 4" descr="A close up of a sign&#10;&#10;AI-generated content may be incorrect."/>
          <p:cNvPicPr/>
          <p:nvPr/>
        </p:nvPicPr>
        <p:blipFill>
          <a:blip r:embed="rId1"/>
          <a:stretch/>
        </p:blipFill>
        <p:spPr>
          <a:xfrm>
            <a:off x="1098000" y="4826160"/>
            <a:ext cx="1762920" cy="57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3" name="Picture 5" descr="A white text on a black background&#10;&#10;AI-generated content may be incorrect."/>
          <p:cNvPicPr/>
          <p:nvPr/>
        </p:nvPicPr>
        <p:blipFill>
          <a:blip r:embed="rId2"/>
          <a:stretch/>
        </p:blipFill>
        <p:spPr>
          <a:xfrm>
            <a:off x="4976640" y="4791600"/>
            <a:ext cx="1976040" cy="90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4" name="Content Placeholder 2"/>
          <p:cNvSpPr/>
          <p:nvPr/>
        </p:nvSpPr>
        <p:spPr>
          <a:xfrm>
            <a:off x="4852440" y="3318480"/>
            <a:ext cx="354960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71080" indent="-271080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87K Skills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71080" indent="-271080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23% flagged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5" name="Picture 8" descr="A black background with white letters&#10;&#10;AI-generated content may be incorrect."/>
          <p:cNvPicPr/>
          <p:nvPr/>
        </p:nvPicPr>
        <p:blipFill>
          <a:blip r:embed="rId3"/>
          <a:stretch/>
        </p:blipFill>
        <p:spPr>
          <a:xfrm>
            <a:off x="7734240" y="4915080"/>
            <a:ext cx="3975120" cy="64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Content Placeholder 2"/>
          <p:cNvSpPr/>
          <p:nvPr/>
        </p:nvSpPr>
        <p:spPr>
          <a:xfrm>
            <a:off x="8854920" y="3318480"/>
            <a:ext cx="3549600" cy="127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71080" indent="-271080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36K Skills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71080" indent="-271080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6% flagged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10"/>
          <p:cNvSpPr/>
          <p:nvPr/>
        </p:nvSpPr>
        <p:spPr>
          <a:xfrm>
            <a:off x="727200" y="2339280"/>
            <a:ext cx="318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Clawhub.ai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11"/>
          <p:cNvSpPr/>
          <p:nvPr/>
        </p:nvSpPr>
        <p:spPr>
          <a:xfrm>
            <a:off x="4588200" y="2339280"/>
            <a:ext cx="3184200" cy="64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Skills.sh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12"/>
          <p:cNvSpPr/>
          <p:nvPr/>
        </p:nvSpPr>
        <p:spPr>
          <a:xfrm>
            <a:off x="8001000" y="1845000"/>
            <a:ext cx="5058360" cy="11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Skills</a:t>
            </a:r>
            <a:br>
              <a:rPr sz="3600"/>
            </a:br>
            <a:r>
              <a:rPr lang="en-US" sz="36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Directory.com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504DE51-E950-4CD8-8C75-963597B5418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Motivation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7"/>
          <p:cNvSpPr/>
          <p:nvPr/>
        </p:nvSpPr>
        <p:spPr>
          <a:xfrm>
            <a:off x="2255400" y="2359440"/>
            <a:ext cx="460260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Agent skill sharing is rapidly gaining momentum.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2" name="Graphic 9" descr="Upward trend with solid fill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198080" y="23936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Graphic 2" descr="Devil face with solid fill with solid fill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177920" y="370080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Box 10"/>
          <p:cNvSpPr/>
          <p:nvPr/>
        </p:nvSpPr>
        <p:spPr>
          <a:xfrm>
            <a:off x="2255400" y="5022000"/>
            <a:ext cx="962388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Analyze </a:t>
            </a:r>
            <a:r>
              <a:rPr lang="en-US" sz="28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repository context </a:t>
            </a: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to improve classification and provide additional trust metric.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12"/>
          <p:cNvSpPr/>
          <p:nvPr/>
        </p:nvSpPr>
        <p:spPr>
          <a:xfrm>
            <a:off x="2255400" y="3656520"/>
            <a:ext cx="9156960" cy="9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Abuse by malicious actors. High malicious rates of skill scanners. </a:t>
            </a: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Trust in shared skills? 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6" name="Graphic 13" descr="Lights On with solid fill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198080" y="502128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BAFB93D0-9F14-4B14-BC8E-E7F1669551B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995040" y="914400"/>
            <a:ext cx="10605240" cy="11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Methodology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914400" y="2514600"/>
            <a:ext cx="3979800" cy="78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71440" indent="0" algn="l" defTabSz="540000">
              <a:spcBef>
                <a:spcPts val="1001"/>
              </a:spcBef>
              <a:buNone/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1. Cross Plattform Skill Dataset 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39" name="Picture 5" descr="A screenshot of a computer&#10;&#10;AI-generated content may be incorrect."/>
          <p:cNvPicPr/>
          <p:nvPr/>
        </p:nvPicPr>
        <p:blipFill>
          <a:blip r:embed="rId1"/>
          <a:srcRect l="0" t="0" r="0" b="29179"/>
          <a:stretch/>
        </p:blipFill>
        <p:spPr>
          <a:xfrm>
            <a:off x="1857600" y="3429000"/>
            <a:ext cx="7972200" cy="30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PlaceHolder 3"/>
          <p:cNvSpPr>
            <a:spLocks noGrp="1"/>
          </p:cNvSpPr>
          <p:nvPr>
            <p:ph/>
          </p:nvPr>
        </p:nvSpPr>
        <p:spPr>
          <a:xfrm>
            <a:off x="4800600" y="2455560"/>
            <a:ext cx="39798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71440" indent="0" algn="l" defTabSz="540000">
              <a:spcBef>
                <a:spcPts val="1001"/>
              </a:spcBef>
              <a:buNone/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Skill-scanner Classification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4"/>
          <p:cNvSpPr>
            <a:spLocks noGrp="1"/>
          </p:cNvSpPr>
          <p:nvPr>
            <p:ph/>
          </p:nvPr>
        </p:nvSpPr>
        <p:spPr>
          <a:xfrm>
            <a:off x="8001000" y="2514600"/>
            <a:ext cx="39798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71440" indent="0" algn="l" defTabSz="540000">
              <a:spcBef>
                <a:spcPts val="1001"/>
              </a:spcBef>
              <a:buNone/>
            </a:pP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3.  Repository-Aware </a:t>
            </a:r>
            <a:br>
              <a:rPr sz="2400"/>
            </a:br>
            <a:r>
              <a:rPr lang="de-DE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Analysis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757971E-FFA7-4A8F-BA91-CF3E840C0943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/>
          </p:nvPr>
        </p:nvSpPr>
        <p:spPr>
          <a:xfrm>
            <a:off x="914400" y="2743200"/>
            <a:ext cx="1060920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71080" indent="-271080"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238,180K collected skills</a:t>
            </a:r>
            <a:endParaRPr lang="de-DE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43" name="Graphic 5" descr="Paper with solid fill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52920" y="3657600"/>
            <a:ext cx="1804680" cy="18154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444" name="Table 6"/>
          <p:cNvGraphicFramePr/>
          <p:nvPr/>
        </p:nvGraphicFramePr>
        <p:xfrm>
          <a:off x="12596400" y="3953520"/>
          <a:ext cx="5744160" cy="2118960"/>
        </p:xfrm>
        <a:graphic>
          <a:graphicData uri="http://schemas.openxmlformats.org/drawingml/2006/table">
            <a:tbl>
              <a:tblPr/>
              <a:tblGrid>
                <a:gridCol w="1022400"/>
                <a:gridCol w="1176480"/>
                <a:gridCol w="1233720"/>
                <a:gridCol w="1226520"/>
                <a:gridCol w="1085400"/>
              </a:tblGrid>
              <a:tr h="752040">
                <a:tc>
                  <a:txBody>
                    <a:bodyPr anchor="t">
                      <a:noAutofit/>
                    </a:bodyPr>
                    <a:p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Clawhub.ai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SkillDirectory.com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Skills.sh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Github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45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Skills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16,755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32,896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79,735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142,824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  <a:tr h="45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Repos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rgbClr val="D3D4C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n/a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rgbClr val="D3D4C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709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rgbClr val="D3D4C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7,950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rgbClr val="D3D4C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14,197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rgbClr val="D3D4C9"/>
                    </a:solidFill>
                  </a:tcPr>
                </a:tc>
              </a:tr>
              <a:tr h="45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Context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n/a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✅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✅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✅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B8BAA6"/>
                      </a:solidFill>
                      <a:prstDash val="solid"/>
                    </a:lnL>
                    <a:lnR w="6480">
                      <a:solidFill>
                        <a:srgbClr val="B8BAA6"/>
                      </a:solidFill>
                      <a:prstDash val="solid"/>
                    </a:lnR>
                    <a:lnT w="6480">
                      <a:solidFill>
                        <a:srgbClr val="B8BAA6"/>
                      </a:solidFill>
                      <a:prstDash val="solid"/>
                    </a:lnT>
                    <a:lnB w="6480">
                      <a:solidFill>
                        <a:srgbClr val="B8BAA6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pic>
        <p:nvPicPr>
          <p:cNvPr id="445" name="Picture 7" descr="A graph with numbers and lines&#10;&#10;AI-generated content may be incorrect."/>
          <p:cNvPicPr/>
          <p:nvPr/>
        </p:nvPicPr>
        <p:blipFill>
          <a:blip r:embed="rId3"/>
          <a:srcRect l="0" t="0" r="-240" b="354"/>
          <a:stretch/>
        </p:blipFill>
        <p:spPr>
          <a:xfrm>
            <a:off x="5943600" y="2896560"/>
            <a:ext cx="4143240" cy="281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PlaceHolder 2"/>
          <p:cNvSpPr>
            <a:spLocks noGrp="1"/>
          </p:cNvSpPr>
          <p:nvPr>
            <p:ph type="title"/>
          </p:nvPr>
        </p:nvSpPr>
        <p:spPr>
          <a:xfrm>
            <a:off x="995040" y="69264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Results: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Cross-Plattform Skill Dataset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2A02E90-CA98-4EA9-8F7A-C97E86E0FC6D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Results: </a:t>
            </a: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Cross-Plattform Skill Dataset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8" name="Content Placeholder 2"/>
          <p:cNvSpPr/>
          <p:nvPr/>
        </p:nvSpPr>
        <p:spPr>
          <a:xfrm>
            <a:off x="-3954960" y="2455560"/>
            <a:ext cx="3780000" cy="39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71080" indent="-271080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44.1% of ClawHub skills contain scripts vs. 11.8-15.7% elsewhere;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9" name="Graphic 7" descr="Paper with solid fill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-2970360" y="3636000"/>
            <a:ext cx="1804680" cy="1815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0" name="Graphic 9" descr="Old Key with solid fill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484600" y="4119480"/>
            <a:ext cx="1232280" cy="124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Content Placeholder 2"/>
          <p:cNvSpPr/>
          <p:nvPr/>
        </p:nvSpPr>
        <p:spPr>
          <a:xfrm>
            <a:off x="4330440" y="2590560"/>
            <a:ext cx="3780000" cy="39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71080" indent="-271080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Skill Provisioning: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  Clawhub direct</a:t>
            </a: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Others through Github 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Content Placeholder 2"/>
          <p:cNvSpPr/>
          <p:nvPr/>
        </p:nvSpPr>
        <p:spPr>
          <a:xfrm>
            <a:off x="8275680" y="2590560"/>
            <a:ext cx="3780000" cy="39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71080" indent="-271080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Supply Chain Attack: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 Skills with 1K+ installs hijacked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3" name="Graphic 12" descr="Detective male with solid fill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275040" y="4013640"/>
            <a:ext cx="1512000" cy="145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4" name="Picture 13" descr="A black cat with a white circle&#10;&#10;AI-generated content may be incorrect."/>
          <p:cNvPicPr/>
          <p:nvPr/>
        </p:nvPicPr>
        <p:blipFill>
          <a:blip r:embed="rId7"/>
          <a:stretch/>
        </p:blipFill>
        <p:spPr>
          <a:xfrm>
            <a:off x="1392840" y="3905640"/>
            <a:ext cx="1737720" cy="167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Content Placeholder 2"/>
          <p:cNvSpPr/>
          <p:nvPr/>
        </p:nvSpPr>
        <p:spPr>
          <a:xfrm>
            <a:off x="549360" y="2590560"/>
            <a:ext cx="3780000" cy="39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71080" indent="-271080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Repository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 Context: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 available for 93% of collected skills 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540000">
              <a:lnSpc>
                <a:spcPct val="100000"/>
              </a:lnSpc>
              <a:spcBef>
                <a:spcPts val="1001"/>
              </a:spcBef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0F5502F-728E-45FD-8C94-C4BA90E0291E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/>
          </p:nvPr>
        </p:nvSpPr>
        <p:spPr>
          <a:xfrm>
            <a:off x="995040" y="2544120"/>
            <a:ext cx="7850520" cy="399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71080" indent="-271080" algn="l" defTabSz="540000"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Effect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 of scanner on flagging rate: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  </a:t>
            </a: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 3.8% Snyk            14-16% Cisco       42% OpenClaw 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71080" indent="-271080" algn="l" defTabSz="540000"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Scanner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 consensus limited: 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only 33 out of 8,402 skills (0.4%) are flagged by all five indexed scanners. 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57" name="Picture 5" descr="A screenshot of a computer program&#10;&#10;AI-generated content may be incorrect."/>
          <p:cNvPicPr/>
          <p:nvPr/>
        </p:nvPicPr>
        <p:blipFill>
          <a:blip r:embed="rId1"/>
          <a:stretch/>
        </p:blipFill>
        <p:spPr>
          <a:xfrm>
            <a:off x="803520" y="3318120"/>
            <a:ext cx="2625480" cy="134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8" name="Picture 6" descr="A screenshot of a computer&#10;&#10;AI-generated content may be incorrect."/>
          <p:cNvPicPr/>
          <p:nvPr/>
        </p:nvPicPr>
        <p:blipFill>
          <a:blip r:embed="rId2"/>
          <a:srcRect l="0" t="0" r="41635" b="0"/>
          <a:stretch/>
        </p:blipFill>
        <p:spPr>
          <a:xfrm>
            <a:off x="6103440" y="3312000"/>
            <a:ext cx="2583360" cy="135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9" name=""/>
          <p:cNvSpPr txBox="1"/>
          <p:nvPr/>
        </p:nvSpPr>
        <p:spPr>
          <a:xfrm>
            <a:off x="6172200" y="4664520"/>
            <a:ext cx="2971800" cy="77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marL="343080" indent="-343080" defTabSz="540000">
              <a:lnSpc>
                <a:spcPct val="100000"/>
              </a:lnSpc>
              <a:buClr>
                <a:srgbClr val="E16F5F"/>
              </a:buClr>
              <a:buFont typeface="Arial,Sans-Serif" charset="2"/>
              <a:buChar char="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(LLM-Judge)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0" name=""/>
          <p:cNvPicPr/>
          <p:nvPr/>
        </p:nvPicPr>
        <p:blipFill>
          <a:blip r:embed="rId3"/>
          <a:stretch/>
        </p:blipFill>
        <p:spPr>
          <a:xfrm>
            <a:off x="8845560" y="3260520"/>
            <a:ext cx="3020760" cy="268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PlaceHolder 2"/>
          <p:cNvSpPr>
            <a:spLocks noGrp="1"/>
          </p:cNvSpPr>
          <p:nvPr>
            <p:ph type="title"/>
          </p:nvPr>
        </p:nvSpPr>
        <p:spPr>
          <a:xfrm>
            <a:off x="995040" y="69264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Results: Skill Scanner Classification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62" name=""/>
          <p:cNvPicPr/>
          <p:nvPr/>
        </p:nvPicPr>
        <p:blipFill>
          <a:blip r:embed="rId4"/>
          <a:srcRect l="0" t="0" r="15213" b="0"/>
          <a:stretch/>
        </p:blipFill>
        <p:spPr>
          <a:xfrm>
            <a:off x="3620160" y="3312000"/>
            <a:ext cx="2323440" cy="13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"/>
          <p:cNvSpPr txBox="1"/>
          <p:nvPr/>
        </p:nvSpPr>
        <p:spPr>
          <a:xfrm>
            <a:off x="3662280" y="4658400"/>
            <a:ext cx="2281320" cy="37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(Static + Behavior)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469C994-FD00-4667-B20F-453E4AC9AF8F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/>
          </p:nvPr>
        </p:nvSpPr>
        <p:spPr>
          <a:xfrm>
            <a:off x="995040" y="2544120"/>
            <a:ext cx="7234560" cy="3945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271080" indent="-271080" algn="l" defTabSz="540000"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Metadata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Score: Static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19280" lvl="1" indent="-262080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⭐ 43% of new skill repos have 0 stars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19280" lvl="1" indent="-262080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⏳ 73% are 1 month to 1 year old 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271080" indent="-271080" algn="l" defTabSz="540000">
              <a:lnSpc>
                <a:spcPct val="100000"/>
              </a:lnSpc>
              <a:spcBef>
                <a:spcPts val="1001"/>
              </a:spcBef>
              <a:buClr>
                <a:srgbClr val="E16F5F"/>
              </a:buClr>
              <a:buFont typeface="Wingdings" charset="2"/>
              <a:buChar char=""/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Codebase Score: LLM-Judge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19280" lvl="1" indent="-262080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🔄 Domain alignment (72%), README (69%), and codebase (39%). 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719280" lvl="1" indent="-262080" algn="l" defTabSz="540000">
              <a:spcBef>
                <a:spcPts val="499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😈 only 2% show repository-level </a:t>
            </a:r>
            <a:br>
              <a:rPr sz="2400"/>
            </a:b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maliciousness signs. 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marL="1166760" lvl="2" indent="-252360" algn="l" defTabSz="540000">
              <a:spcBef>
                <a:spcPts val="499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0.52% not related to security tooling.</a:t>
            </a: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</a:pPr>
            <a:endParaRPr lang="de-DE" sz="2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title"/>
          </p:nvPr>
        </p:nvSpPr>
        <p:spPr>
          <a:xfrm>
            <a:off x="995040" y="693000"/>
            <a:ext cx="10609200" cy="151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Results: Repository Context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8915400" y="1828800"/>
            <a:ext cx="4114800" cy="1143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Nimbus Mono PS"/>
              </a:rPr>
              <a:t>alibaba/higress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7" name=""/>
          <p:cNvPicPr/>
          <p:nvPr/>
        </p:nvPicPr>
        <p:blipFill>
          <a:blip r:embed="rId1"/>
          <a:srcRect l="0" t="4909" r="2452" b="0"/>
          <a:stretch/>
        </p:blipFill>
        <p:spPr>
          <a:xfrm>
            <a:off x="8411040" y="2381040"/>
            <a:ext cx="3613680" cy="183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8" name=""/>
          <p:cNvPicPr/>
          <p:nvPr/>
        </p:nvPicPr>
        <p:blipFill>
          <a:blip r:embed="rId2"/>
          <a:srcRect l="0" t="0" r="3080" b="0"/>
          <a:stretch/>
        </p:blipFill>
        <p:spPr>
          <a:xfrm>
            <a:off x="8441640" y="4343400"/>
            <a:ext cx="3560760" cy="19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E42A15B7-6DE7-48CF-9ED6-E08C17EBDB02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995040" y="692280"/>
            <a:ext cx="10605240" cy="115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3600" b="1" u="none" strike="noStrike">
                <a:solidFill>
                  <a:schemeClr val="lt1"/>
                </a:solidFill>
                <a:effectLst/>
                <a:uFillTx/>
                <a:latin typeface="Arial"/>
                <a:ea typeface="Calibri"/>
              </a:rPr>
              <a:t>Conclusion</a:t>
            </a:r>
            <a:endParaRPr lang="de-DE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/>
          </p:nvPr>
        </p:nvSpPr>
        <p:spPr>
          <a:xfrm>
            <a:off x="1600200" y="2286000"/>
            <a:ext cx="3886200" cy="182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📍 Skill marketplaces inherit supply-chain risks</a:t>
            </a:r>
            <a:endParaRPr lang="de-DE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/>
          </p:nvPr>
        </p:nvSpPr>
        <p:spPr>
          <a:xfrm>
            <a:off x="6355440" y="2286000"/>
            <a:ext cx="403416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🔍 Skill scanners currently overstate risk</a:t>
            </a:r>
            <a:endParaRPr lang="de-DE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4"/>
          <p:cNvSpPr>
            <a:spLocks noGrp="1"/>
          </p:cNvSpPr>
          <p:nvPr>
            <p:ph/>
          </p:nvPr>
        </p:nvSpPr>
        <p:spPr>
          <a:xfrm>
            <a:off x="1600200" y="4144320"/>
            <a:ext cx="4572000" cy="179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📁 Repository context: Codebase alignment and metadata score can assist security analysis</a:t>
            </a:r>
            <a:endParaRPr lang="de-DE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5"/>
          <p:cNvSpPr>
            <a:spLocks noGrp="1"/>
          </p:cNvSpPr>
          <p:nvPr>
            <p:ph/>
          </p:nvPr>
        </p:nvSpPr>
        <p:spPr>
          <a:xfrm>
            <a:off x="6400800" y="4144320"/>
            <a:ext cx="4034160" cy="160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⚠️ Repository-aware scanning is not ground truth</a:t>
            </a:r>
            <a:endParaRPr lang="de-DE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  <a:p>
            <a:pPr indent="0" algn="l" defTabSz="5400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DE" sz="2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D0B1180-70A2-4CCA-8CEE-466D35A5267B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Picture 4" descr="A qr code on a black background&#10;&#10;AI-generated content may be incorrect."/>
          <p:cNvPicPr/>
          <p:nvPr/>
        </p:nvPicPr>
        <p:blipFill>
          <a:blip r:embed="rId1"/>
          <a:stretch/>
        </p:blipFill>
        <p:spPr>
          <a:xfrm>
            <a:off x="8176320" y="637560"/>
            <a:ext cx="2791440" cy="2791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5" name="Picture 5" descr="A qr code on a black background&#10;&#10;AI-generated content may be incorrect."/>
          <p:cNvPicPr/>
          <p:nvPr/>
        </p:nvPicPr>
        <p:blipFill>
          <a:blip r:embed="rId2"/>
          <a:stretch/>
        </p:blipFill>
        <p:spPr>
          <a:xfrm>
            <a:off x="8176320" y="3256920"/>
            <a:ext cx="2796480" cy="291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TextBox 8"/>
          <p:cNvSpPr/>
          <p:nvPr/>
        </p:nvSpPr>
        <p:spPr>
          <a:xfrm>
            <a:off x="5359320" y="4327560"/>
            <a:ext cx="3069000" cy="12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br>
              <a:rPr sz="2000"/>
            </a:b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agentskills.internetwarte.eu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10"/>
          <p:cNvSpPr/>
          <p:nvPr/>
        </p:nvSpPr>
        <p:spPr>
          <a:xfrm>
            <a:off x="5227920" y="2010960"/>
            <a:ext cx="4152960" cy="9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repository-context-agentskills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8" name="Picture 11" descr="A black cat with a white circle in the background&#10;&#10;AI-generated content may be incorrect."/>
          <p:cNvPicPr/>
          <p:nvPr/>
        </p:nvPicPr>
        <p:blipFill>
          <a:blip r:embed="rId3"/>
          <a:stretch/>
        </p:blipFill>
        <p:spPr>
          <a:xfrm>
            <a:off x="883800" y="4572000"/>
            <a:ext cx="716400" cy="71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9" name="TextBox 12"/>
          <p:cNvSpPr/>
          <p:nvPr/>
        </p:nvSpPr>
        <p:spPr>
          <a:xfrm>
            <a:off x="5227920" y="1271880"/>
            <a:ext cx="2360880" cy="518760"/>
          </a:xfrm>
          <a:prstGeom prst="rect">
            <a:avLst/>
          </a:prstGeom>
          <a:solidFill>
            <a:schemeClr val="lt1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 &amp; Data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0" name="Graphic 15" descr="Web design outline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83800" y="5288400"/>
            <a:ext cx="699480" cy="72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1" name="TextBox 16"/>
          <p:cNvSpPr/>
          <p:nvPr/>
        </p:nvSpPr>
        <p:spPr>
          <a:xfrm>
            <a:off x="1735920" y="4800600"/>
            <a:ext cx="415296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holzsec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Box 17"/>
          <p:cNvSpPr/>
          <p:nvPr/>
        </p:nvSpPr>
        <p:spPr>
          <a:xfrm>
            <a:off x="685800" y="3886200"/>
            <a:ext cx="2360880" cy="518760"/>
          </a:xfrm>
          <a:prstGeom prst="rect">
            <a:avLst/>
          </a:prstGeom>
          <a:solidFill>
            <a:schemeClr val="lt1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Contact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18"/>
          <p:cNvSpPr/>
          <p:nvPr/>
        </p:nvSpPr>
        <p:spPr>
          <a:xfrm>
            <a:off x="5227920" y="3909960"/>
            <a:ext cx="2360880" cy="518760"/>
          </a:xfrm>
          <a:prstGeom prst="rect">
            <a:avLst/>
          </a:prstGeom>
          <a:solidFill>
            <a:schemeClr val="lt1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Frontend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19"/>
          <p:cNvSpPr/>
          <p:nvPr/>
        </p:nvSpPr>
        <p:spPr>
          <a:xfrm>
            <a:off x="1735920" y="5477400"/>
            <a:ext cx="4152960" cy="6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onsolas"/>
              </a:rPr>
              <a:t>holzsec.at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1"/>
          <p:cNvSpPr/>
          <p:nvPr/>
        </p:nvSpPr>
        <p:spPr>
          <a:xfrm>
            <a:off x="610920" y="1081440"/>
            <a:ext cx="2360880" cy="518760"/>
          </a:xfrm>
          <a:prstGeom prst="rect">
            <a:avLst/>
          </a:prstGeom>
          <a:solidFill>
            <a:schemeClr val="lt1"/>
          </a:solidFill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Poster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6" name=""/>
          <p:cNvPicPr/>
          <p:nvPr/>
        </p:nvPicPr>
        <p:blipFill>
          <a:blip r:embed="rId6"/>
          <a:stretch/>
        </p:blipFill>
        <p:spPr>
          <a:xfrm>
            <a:off x="1143000" y="1828800"/>
            <a:ext cx="2780640" cy="185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127FC2E-834F-43C4-86E9-87E47266EE61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IT:U Master light">
  <a:themeElements>
    <a:clrScheme name="Benutzerdefiniert 6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7CDBCD"/>
      </a:accent1>
      <a:accent2>
        <a:srgbClr val="B4AEBA"/>
      </a:accent2>
      <a:accent3>
        <a:srgbClr val="DE6979"/>
      </a:accent3>
      <a:accent4>
        <a:srgbClr val="E37655"/>
      </a:accent4>
      <a:accent5>
        <a:srgbClr val="A8588A"/>
      </a:accent5>
      <a:accent6>
        <a:srgbClr val="7438BB"/>
      </a:accent6>
      <a:hlink>
        <a:srgbClr val="AEC3C3"/>
      </a:hlink>
      <a:folHlink>
        <a:srgbClr val="D2DCD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IT:U Master light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IT:U Master dark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IT:U Master dark pure">
  <a:themeElements>
    <a:clrScheme name="IT:U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9CDFD0"/>
      </a:accent1>
      <a:accent2>
        <a:srgbClr val="B8BAA6"/>
      </a:accent2>
      <a:accent3>
        <a:srgbClr val="D4957C"/>
      </a:accent3>
      <a:accent4>
        <a:srgbClr val="E16F5F"/>
      </a:accent4>
      <a:accent5>
        <a:srgbClr val="B55684"/>
      </a:accent5>
      <a:accent6>
        <a:srgbClr val="8A42A9"/>
      </a:accent6>
      <a:hlink>
        <a:srgbClr val="BFBFBF"/>
      </a:hlink>
      <a:folHlink>
        <a:srgbClr val="BFBFBF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IT-U_templateARIAL_2025-01</Template>
  <TotalTime>587</TotalTime>
  <Application>LibreOffice/26.2.3.2$Linux_X86_64 LibreOffice_project/d4d5ed47b6084125f28d269a5650105d54dde034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2026-05-05T09:42:41Z</dcterms:created>
  <dc:creator>Ariunzaya Khishigsuren</dc:creator>
  <dc:description/>
  <dc:language>en-US</dc:language>
  <cp:lastModifiedBy/>
  <cp:lastPrinted>2026-05-26T07:14:07Z</cp:lastPrinted>
  <dcterms:modified xsi:type="dcterms:W3CDTF">2026-05-26T07:13:53Z</dcterms:modified>
  <cp:revision>290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0x0101003AC170F47362F0458F1E3D3EA0188C65</vt:lpwstr>
  </property>
  <property fmtid="{D5CDD505-2E9C-101B-9397-08002B2CF9AE}" pid="4" name="MediaServiceImageTags">
    <vt:lpwstr/>
  </property>
  <property fmtid="{D5CDD505-2E9C-101B-9397-08002B2CF9AE}" pid="5" name="Order">
    <vt:r8>11500</vt:r8>
  </property>
  <property fmtid="{D5CDD505-2E9C-101B-9397-08002B2CF9AE}" pid="6" name="PresentationFormat">
    <vt:lpwstr>Widescreen</vt:lpwstr>
  </property>
  <property fmtid="{D5CDD505-2E9C-101B-9397-08002B2CF9AE}" pid="7" name="Slides">
    <vt:r8>19</vt:r8>
  </property>
  <property fmtid="{D5CDD505-2E9C-101B-9397-08002B2CF9AE}" pid="8" name="TemplateUrl">
    <vt:lpwstr/>
  </property>
  <property fmtid="{D5CDD505-2E9C-101B-9397-08002B2CF9AE}" pid="9" name="TriggerFlowInfo">
    <vt:lpwstr/>
  </property>
  <property fmtid="{D5CDD505-2E9C-101B-9397-08002B2CF9AE}" pid="10" name="_ExtendedDescription">
    <vt:lpwstr/>
  </property>
  <property fmtid="{D5CDD505-2E9C-101B-9397-08002B2CF9AE}" pid="11" name="_SharedFileIndex">
    <vt:lpwstr/>
  </property>
  <property fmtid="{D5CDD505-2E9C-101B-9397-08002B2CF9AE}" pid="12" name="_SourceUrl">
    <vt:lpwstr/>
  </property>
  <property fmtid="{D5CDD505-2E9C-101B-9397-08002B2CF9AE}" pid="13" name="xd_ProgID">
    <vt:lpwstr/>
  </property>
  <property fmtid="{D5CDD505-2E9C-101B-9397-08002B2CF9AE}" pid="14" name="xd_Signature">
    <vt:bool>0</vt:bool>
  </property>
</Properties>
</file>